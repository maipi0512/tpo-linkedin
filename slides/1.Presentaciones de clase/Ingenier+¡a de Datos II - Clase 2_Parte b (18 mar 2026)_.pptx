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Lst>
  <p:notesMasterIdLst>
    <p:notesMasterId r:id="rId47"/>
  </p:notesMasterIdLst>
  <p:handoutMasterIdLst>
    <p:handoutMasterId r:id="rId48"/>
  </p:handoutMasterIdLst>
  <p:sldIdLst>
    <p:sldId id="257" r:id="rId6"/>
    <p:sldId id="482" r:id="rId7"/>
    <p:sldId id="484" r:id="rId8"/>
    <p:sldId id="485" r:id="rId9"/>
    <p:sldId id="486" r:id="rId10"/>
    <p:sldId id="487" r:id="rId11"/>
    <p:sldId id="488" r:id="rId12"/>
    <p:sldId id="489" r:id="rId13"/>
    <p:sldId id="490" r:id="rId14"/>
    <p:sldId id="491" r:id="rId15"/>
    <p:sldId id="492" r:id="rId16"/>
    <p:sldId id="493" r:id="rId17"/>
    <p:sldId id="494" r:id="rId18"/>
    <p:sldId id="495" r:id="rId19"/>
    <p:sldId id="496" r:id="rId20"/>
    <p:sldId id="497" r:id="rId21"/>
    <p:sldId id="498" r:id="rId22"/>
    <p:sldId id="499" r:id="rId23"/>
    <p:sldId id="500" r:id="rId24"/>
    <p:sldId id="501" r:id="rId25"/>
    <p:sldId id="502" r:id="rId26"/>
    <p:sldId id="503" r:id="rId27"/>
    <p:sldId id="504" r:id="rId28"/>
    <p:sldId id="505" r:id="rId29"/>
    <p:sldId id="506" r:id="rId30"/>
    <p:sldId id="507" r:id="rId31"/>
    <p:sldId id="508" r:id="rId32"/>
    <p:sldId id="509" r:id="rId33"/>
    <p:sldId id="510" r:id="rId34"/>
    <p:sldId id="511" r:id="rId35"/>
    <p:sldId id="512" r:id="rId36"/>
    <p:sldId id="513" r:id="rId37"/>
    <p:sldId id="514" r:id="rId38"/>
    <p:sldId id="515" r:id="rId39"/>
    <p:sldId id="517" r:id="rId40"/>
    <p:sldId id="518" r:id="rId41"/>
    <p:sldId id="519" r:id="rId42"/>
    <p:sldId id="520" r:id="rId43"/>
    <p:sldId id="521" r:id="rId44"/>
    <p:sldId id="516" r:id="rId45"/>
    <p:sldId id="361" r:id="rId46"/>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1B2C"/>
    <a:srgbClr val="CF0A2C"/>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60866F-8EE8-4D12-8D86-87B562B7E9EB}" v="3" dt="2026-03-18T15:09:07.52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810" autoAdjust="0"/>
  </p:normalViewPr>
  <p:slideViewPr>
    <p:cSldViewPr snapToGrid="0" showGuides="1">
      <p:cViewPr varScale="1">
        <p:scale>
          <a:sx n="52" d="100"/>
          <a:sy n="52" d="100"/>
        </p:scale>
        <p:origin x="1160" y="264"/>
      </p:cViewPr>
      <p:guideLst>
        <p:guide orient="horz" pos="2160"/>
        <p:guide pos="3840"/>
      </p:guideLst>
    </p:cSldViewPr>
  </p:slideViewPr>
  <p:outlineViewPr>
    <p:cViewPr>
      <p:scale>
        <a:sx n="33" d="100"/>
        <a:sy n="33" d="100"/>
      </p:scale>
      <p:origin x="0" y="-1249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391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6/11/relationships/changesInfo" Target="changesInfos/changesInfo1.xml"/><Relationship Id="rId5" Type="http://schemas.openxmlformats.org/officeDocument/2006/relationships/slideMaster" Target="slideMasters/slide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VODVORSKI HERNAN" userId="S::hnovodvorski@uade.edu.ar::f724878f-8586-445a-9915-af7e4f120b48" providerId="AD" clId="Web-{F060866F-8EE8-4D12-8D86-87B562B7E9EB}"/>
    <pc:docChg chg="modSld">
      <pc:chgData name="NOVODVORSKI HERNAN" userId="S::hnovodvorski@uade.edu.ar::f724878f-8586-445a-9915-af7e4f120b48" providerId="AD" clId="Web-{F060866F-8EE8-4D12-8D86-87B562B7E9EB}" dt="2026-03-18T15:09:07.529" v="2" actId="20577"/>
      <pc:docMkLst>
        <pc:docMk/>
      </pc:docMkLst>
      <pc:sldChg chg="modSp">
        <pc:chgData name="NOVODVORSKI HERNAN" userId="S::hnovodvorski@uade.edu.ar::f724878f-8586-445a-9915-af7e4f120b48" providerId="AD" clId="Web-{F060866F-8EE8-4D12-8D86-87B562B7E9EB}" dt="2026-03-18T15:09:07.529" v="2" actId="20577"/>
        <pc:sldMkLst>
          <pc:docMk/>
          <pc:sldMk cId="1495496538" sldId="257"/>
        </pc:sldMkLst>
        <pc:spChg chg="mod">
          <ac:chgData name="NOVODVORSKI HERNAN" userId="S::hnovodvorski@uade.edu.ar::f724878f-8586-445a-9915-af7e4f120b48" providerId="AD" clId="Web-{F060866F-8EE8-4D12-8D86-87B562B7E9EB}" dt="2026-03-18T15:09:07.529" v="2" actId="20577"/>
          <ac:spMkLst>
            <pc:docMk/>
            <pc:sldMk cId="1495496538" sldId="257"/>
            <ac:spMk id="4" creationId="{C6D24F99-E026-485A-96CD-AEC98137262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CCAAC74A-664E-43D3-859E-B35855730D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2710C658-31F9-4A67-8267-E3463B262A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DD18964-3BB4-4D47-8767-CE438F1B9D44}" type="datetime1">
              <a:rPr lang="es-ES" smtClean="0"/>
              <a:t>18/03/2026</a:t>
            </a:fld>
            <a:endParaRPr lang="es-ES"/>
          </a:p>
        </p:txBody>
      </p:sp>
      <p:sp>
        <p:nvSpPr>
          <p:cNvPr id="4" name="Marcador de pie de página 3">
            <a:extLst>
              <a:ext uri="{FF2B5EF4-FFF2-40B4-BE49-F238E27FC236}">
                <a16:creationId xmlns:a16="http://schemas.microsoft.com/office/drawing/2014/main" id="{CD7BBBF1-3A7A-4F4B-8592-578ABE65B7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CA02F046-B531-4374-9A89-AC21BCA06E1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D2DFAA7-D3C3-4D01-9299-453E25D16D4E}" type="slidenum">
              <a:rPr lang="es-ES" smtClean="0"/>
              <a:t>‹#›</a:t>
            </a:fld>
            <a:endParaRPr lang="es-ES"/>
          </a:p>
        </p:txBody>
      </p:sp>
    </p:spTree>
    <p:extLst>
      <p:ext uri="{BB962C8B-B14F-4D97-AF65-F5344CB8AC3E}">
        <p14:creationId xmlns:p14="http://schemas.microsoft.com/office/powerpoint/2010/main" val="9005273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D66C0203-D64A-4516-A5D4-F81B23892FEC}" type="datetime1">
              <a:rPr lang="es-ES" noProof="0" smtClean="0"/>
              <a:t>18/03/2026</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DC51814-3B91-4036-94D2-3977634EE214}" type="slidenum">
              <a:rPr lang="es-ES" noProof="0" smtClean="0"/>
              <a:t>‹#›</a:t>
            </a:fld>
            <a:endParaRPr lang="es-ES" noProof="0"/>
          </a:p>
        </p:txBody>
      </p:sp>
    </p:spTree>
    <p:extLst>
      <p:ext uri="{BB962C8B-B14F-4D97-AF65-F5344CB8AC3E}">
        <p14:creationId xmlns:p14="http://schemas.microsoft.com/office/powerpoint/2010/main" val="130062578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6DC51814-3B91-4036-94D2-3977634EE214}" type="slidenum">
              <a:rPr lang="es-ES" smtClean="0"/>
              <a:t>1</a:t>
            </a:fld>
            <a:endParaRPr lang="es-ES"/>
          </a:p>
        </p:txBody>
      </p:sp>
    </p:spTree>
    <p:extLst>
      <p:ext uri="{BB962C8B-B14F-4D97-AF65-F5344CB8AC3E}">
        <p14:creationId xmlns:p14="http://schemas.microsoft.com/office/powerpoint/2010/main" val="6668245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posición de imagen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4448175"/>
          </a:xfrm>
          <a:solidFill>
            <a:schemeClr val="bg1">
              <a:lumMod val="95000"/>
            </a:schemeClr>
          </a:solidFill>
        </p:spPr>
        <p:txBody>
          <a:bodyPr rtlCol="0">
            <a:normAutofit/>
          </a:bodyPr>
          <a:lstStyle>
            <a:lvl1pPr marL="0" indent="0" algn="ctr">
              <a:buNone/>
              <a:defRPr sz="1800"/>
            </a:lvl1pPr>
          </a:lstStyle>
          <a:p>
            <a:pPr rtl="0"/>
            <a:r>
              <a:rPr lang="es-ES" noProof="0"/>
              <a:t>Haga clic en el icono para agregar una imagen</a:t>
            </a:r>
          </a:p>
        </p:txBody>
      </p:sp>
      <p:sp>
        <p:nvSpPr>
          <p:cNvPr id="10" name="Rectángulo 9">
            <a:extLst>
              <a:ext uri="{FF2B5EF4-FFF2-40B4-BE49-F238E27FC236}">
                <a16:creationId xmlns:a16="http://schemas.microsoft.com/office/drawing/2014/main" id="{F04A5F51-C7E6-44CC-ADF3-1C83AA35D0DC}"/>
              </a:ext>
            </a:extLst>
          </p:cNvPr>
          <p:cNvSpPr/>
          <p:nvPr userDrawn="1"/>
        </p:nvSpPr>
        <p:spPr>
          <a:xfrm>
            <a:off x="0" y="4448175"/>
            <a:ext cx="12192000" cy="2409825"/>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2" name="Título 1">
            <a:extLst>
              <a:ext uri="{FF2B5EF4-FFF2-40B4-BE49-F238E27FC236}">
                <a16:creationId xmlns:a16="http://schemas.microsoft.com/office/drawing/2014/main" id="{4E8B51C6-9166-4F67-995A-396809E6533C}"/>
              </a:ext>
            </a:extLst>
          </p:cNvPr>
          <p:cNvSpPr>
            <a:spLocks noGrp="1"/>
          </p:cNvSpPr>
          <p:nvPr>
            <p:ph type="ctrTitle"/>
          </p:nvPr>
        </p:nvSpPr>
        <p:spPr>
          <a:xfrm>
            <a:off x="371475" y="4551363"/>
            <a:ext cx="11520488" cy="1176337"/>
          </a:xfrm>
        </p:spPr>
        <p:txBody>
          <a:bodyPr rtlCol="0" anchor="ctr"/>
          <a:lstStyle>
            <a:lvl1pPr algn="ctr">
              <a:defRPr sz="6000">
                <a:solidFill>
                  <a:schemeClr val="bg1"/>
                </a:solidFill>
              </a:defRPr>
            </a:lvl1pPr>
          </a:lstStyle>
          <a:p>
            <a:pPr rtl="0"/>
            <a:r>
              <a:rPr lang="es-ES" noProof="0"/>
              <a:t>Haga clic para modificar el estilo de título del patrón</a:t>
            </a:r>
          </a:p>
        </p:txBody>
      </p:sp>
      <p:sp>
        <p:nvSpPr>
          <p:cNvPr id="3" name="Subtítulo 2">
            <a:extLst>
              <a:ext uri="{FF2B5EF4-FFF2-40B4-BE49-F238E27FC236}">
                <a16:creationId xmlns:a16="http://schemas.microsoft.com/office/drawing/2014/main" id="{A951C9A4-8764-4CB3-AC26-C957C0E84BCD}"/>
              </a:ext>
            </a:extLst>
          </p:cNvPr>
          <p:cNvSpPr>
            <a:spLocks noGrp="1"/>
          </p:cNvSpPr>
          <p:nvPr>
            <p:ph type="subTitle" idx="1"/>
          </p:nvPr>
        </p:nvSpPr>
        <p:spPr>
          <a:xfrm>
            <a:off x="371475" y="5830888"/>
            <a:ext cx="11520488" cy="550862"/>
          </a:xfrm>
        </p:spPr>
        <p:txBody>
          <a:bodyPr rtlCol="0"/>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p>
        </p:txBody>
      </p:sp>
    </p:spTree>
    <p:extLst>
      <p:ext uri="{BB962C8B-B14F-4D97-AF65-F5344CB8AC3E}">
        <p14:creationId xmlns:p14="http://schemas.microsoft.com/office/powerpoint/2010/main" val="2694810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21508BC1-7ABB-42C8-B268-3C6F4FD455DE}"/>
              </a:ext>
            </a:extLst>
          </p:cNvPr>
          <p:cNvSpPr/>
          <p:nvPr userDrawn="1"/>
        </p:nvSpPr>
        <p:spPr>
          <a:xfrm>
            <a:off x="200025" y="-1"/>
            <a:ext cx="11991975" cy="685800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posición de imagen 8">
            <a:extLst>
              <a:ext uri="{FF2B5EF4-FFF2-40B4-BE49-F238E27FC236}">
                <a16:creationId xmlns:a16="http://schemas.microsoft.com/office/drawing/2014/main" id="{2D02598E-521E-41CD-B068-134834CFF4FF}"/>
              </a:ext>
            </a:extLst>
          </p:cNvPr>
          <p:cNvSpPr>
            <a:spLocks noGrp="1"/>
          </p:cNvSpPr>
          <p:nvPr>
            <p:ph type="pic" sz="quarter" idx="10"/>
          </p:nvPr>
        </p:nvSpPr>
        <p:spPr>
          <a:xfrm>
            <a:off x="571500" y="0"/>
            <a:ext cx="6034088" cy="6857999"/>
          </a:xfrm>
          <a:solidFill>
            <a:schemeClr val="bg1">
              <a:lumMod val="95000"/>
            </a:schemeClr>
          </a:solidFill>
        </p:spPr>
        <p:txBody>
          <a:bodyPr rtlCol="0">
            <a:normAutofit/>
          </a:bodyPr>
          <a:lstStyle>
            <a:lvl1pPr marL="0" indent="0" algn="ctr">
              <a:buNone/>
              <a:defRPr sz="1800"/>
            </a:lvl1pPr>
          </a:lstStyle>
          <a:p>
            <a:pPr rtl="0"/>
            <a:r>
              <a:rPr lang="es-ES" noProof="0"/>
              <a:t>Haga clic en el icono para agregar una imagen</a:t>
            </a:r>
          </a:p>
        </p:txBody>
      </p:sp>
      <p:sp>
        <p:nvSpPr>
          <p:cNvPr id="10" name="Rectángulo 9">
            <a:extLst>
              <a:ext uri="{FF2B5EF4-FFF2-40B4-BE49-F238E27FC236}">
                <a16:creationId xmlns:a16="http://schemas.microsoft.com/office/drawing/2014/main" id="{F04A5F51-C7E6-44CC-ADF3-1C83AA35D0DC}"/>
              </a:ext>
            </a:extLst>
          </p:cNvPr>
          <p:cNvSpPr/>
          <p:nvPr userDrawn="1"/>
        </p:nvSpPr>
        <p:spPr>
          <a:xfrm>
            <a:off x="0" y="1"/>
            <a:ext cx="371475" cy="6858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4E8B51C6-9166-4F67-995A-396809E6533C}"/>
              </a:ext>
            </a:extLst>
          </p:cNvPr>
          <p:cNvSpPr>
            <a:spLocks noGrp="1"/>
          </p:cNvSpPr>
          <p:nvPr>
            <p:ph type="ctrTitle"/>
          </p:nvPr>
        </p:nvSpPr>
        <p:spPr>
          <a:xfrm>
            <a:off x="6905625" y="1512889"/>
            <a:ext cx="4986338" cy="3262311"/>
          </a:xfrm>
        </p:spPr>
        <p:txBody>
          <a:bodyPr rtlCol="0" anchor="b"/>
          <a:lstStyle>
            <a:lvl1pPr algn="l">
              <a:defRPr sz="6000">
                <a:solidFill>
                  <a:schemeClr val="bg1"/>
                </a:solidFill>
              </a:defRPr>
            </a:lvl1pPr>
          </a:lstStyle>
          <a:p>
            <a:pPr rtl="0"/>
            <a:r>
              <a:rPr lang="es-ES" noProof="0"/>
              <a:t>Haga clic para modificar el estilo de título del patrón</a:t>
            </a:r>
          </a:p>
        </p:txBody>
      </p:sp>
      <p:sp>
        <p:nvSpPr>
          <p:cNvPr id="3" name="Subtítulo 2">
            <a:extLst>
              <a:ext uri="{FF2B5EF4-FFF2-40B4-BE49-F238E27FC236}">
                <a16:creationId xmlns:a16="http://schemas.microsoft.com/office/drawing/2014/main" id="{A951C9A4-8764-4CB3-AC26-C957C0E84BCD}"/>
              </a:ext>
            </a:extLst>
          </p:cNvPr>
          <p:cNvSpPr>
            <a:spLocks noGrp="1"/>
          </p:cNvSpPr>
          <p:nvPr>
            <p:ph type="subTitle" idx="1" hasCustomPrompt="1"/>
          </p:nvPr>
        </p:nvSpPr>
        <p:spPr>
          <a:xfrm>
            <a:off x="6905625" y="4927600"/>
            <a:ext cx="4986338" cy="976311"/>
          </a:xfrm>
        </p:spPr>
        <p:txBody>
          <a:bodyPr rtlCol="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spTree>
    <p:extLst>
      <p:ext uri="{BB962C8B-B14F-4D97-AF65-F5344CB8AC3E}">
        <p14:creationId xmlns:p14="http://schemas.microsoft.com/office/powerpoint/2010/main" val="3105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iapositiva de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posición de imagen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rtlCol="0">
            <a:normAutofit/>
          </a:bodyPr>
          <a:lstStyle>
            <a:lvl1pPr marL="0" indent="0" algn="ctr">
              <a:buNone/>
              <a:defRPr sz="1800"/>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4E8B51C6-9166-4F67-995A-396809E6533C}"/>
              </a:ext>
            </a:extLst>
          </p:cNvPr>
          <p:cNvSpPr>
            <a:spLocks noGrp="1"/>
          </p:cNvSpPr>
          <p:nvPr>
            <p:ph type="ctrTitle"/>
          </p:nvPr>
        </p:nvSpPr>
        <p:spPr>
          <a:xfrm>
            <a:off x="3436610" y="1779589"/>
            <a:ext cx="5318781" cy="2182811"/>
          </a:xfrm>
        </p:spPr>
        <p:txBody>
          <a:bodyPr rtlCol="0" anchor="b">
            <a:normAutofit/>
          </a:bodyPr>
          <a:lstStyle>
            <a:lvl1pPr algn="ctr">
              <a:defRPr sz="5400">
                <a:solidFill>
                  <a:schemeClr val="tx1"/>
                </a:solidFill>
              </a:defRPr>
            </a:lvl1pPr>
          </a:lstStyle>
          <a:p>
            <a:pPr rtl="0"/>
            <a:r>
              <a:rPr lang="es-ES" noProof="0"/>
              <a:t>Haga clic para modificar el estilo de título del patrón</a:t>
            </a:r>
          </a:p>
        </p:txBody>
      </p:sp>
      <p:sp>
        <p:nvSpPr>
          <p:cNvPr id="3" name="Subtítulo 2">
            <a:extLst>
              <a:ext uri="{FF2B5EF4-FFF2-40B4-BE49-F238E27FC236}">
                <a16:creationId xmlns:a16="http://schemas.microsoft.com/office/drawing/2014/main" id="{A951C9A4-8764-4CB3-AC26-C957C0E84BCD}"/>
              </a:ext>
            </a:extLst>
          </p:cNvPr>
          <p:cNvSpPr>
            <a:spLocks noGrp="1"/>
          </p:cNvSpPr>
          <p:nvPr>
            <p:ph type="subTitle" idx="1" hasCustomPrompt="1"/>
          </p:nvPr>
        </p:nvSpPr>
        <p:spPr>
          <a:xfrm>
            <a:off x="3436610" y="4079083"/>
            <a:ext cx="5318781" cy="976311"/>
          </a:xfrm>
        </p:spPr>
        <p:txBody>
          <a:bodyPr rtlCol="0"/>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spTree>
    <p:extLst>
      <p:ext uri="{BB962C8B-B14F-4D97-AF65-F5344CB8AC3E}">
        <p14:creationId xmlns:p14="http://schemas.microsoft.com/office/powerpoint/2010/main" val="855044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Diapositiva de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Rectángulo 3">
            <a:extLst>
              <a:ext uri="{FF2B5EF4-FFF2-40B4-BE49-F238E27FC236}">
                <a16:creationId xmlns:a16="http://schemas.microsoft.com/office/drawing/2014/main" id="{D1A59197-7C21-44E6-8A97-DE0ABD1E6909}"/>
              </a:ext>
            </a:extLst>
          </p:cNvPr>
          <p:cNvSpPr/>
          <p:nvPr userDrawn="1"/>
        </p:nvSpPr>
        <p:spPr>
          <a:xfrm>
            <a:off x="0" y="0"/>
            <a:ext cx="6413500" cy="685800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posición de imagen 8">
            <a:extLst>
              <a:ext uri="{FF2B5EF4-FFF2-40B4-BE49-F238E27FC236}">
                <a16:creationId xmlns:a16="http://schemas.microsoft.com/office/drawing/2014/main" id="{2D02598E-521E-41CD-B068-134834CFF4FF}"/>
              </a:ext>
            </a:extLst>
          </p:cNvPr>
          <p:cNvSpPr>
            <a:spLocks noGrp="1"/>
          </p:cNvSpPr>
          <p:nvPr>
            <p:ph type="pic" sz="quarter" idx="10"/>
          </p:nvPr>
        </p:nvSpPr>
        <p:spPr>
          <a:xfrm>
            <a:off x="5016500" y="472281"/>
            <a:ext cx="7175500" cy="5913439"/>
          </a:xfrm>
          <a:solidFill>
            <a:schemeClr val="bg1">
              <a:lumMod val="95000"/>
            </a:schemeClr>
          </a:solidFill>
        </p:spPr>
        <p:txBody>
          <a:bodyPr rtlCol="0">
            <a:normAutofit/>
          </a:bodyPr>
          <a:lstStyle>
            <a:lvl1pPr marL="0" indent="0" algn="ctr">
              <a:buNone/>
              <a:defRPr sz="1800"/>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4E8B51C6-9166-4F67-995A-396809E6533C}"/>
              </a:ext>
            </a:extLst>
          </p:cNvPr>
          <p:cNvSpPr>
            <a:spLocks noGrp="1"/>
          </p:cNvSpPr>
          <p:nvPr>
            <p:ph type="ctrTitle"/>
          </p:nvPr>
        </p:nvSpPr>
        <p:spPr>
          <a:xfrm>
            <a:off x="371476" y="1779589"/>
            <a:ext cx="4416424" cy="2182811"/>
          </a:xfrm>
        </p:spPr>
        <p:txBody>
          <a:bodyPr rtlCol="0" anchor="b">
            <a:normAutofit/>
          </a:bodyPr>
          <a:lstStyle>
            <a:lvl1pPr algn="l">
              <a:defRPr sz="5400">
                <a:solidFill>
                  <a:schemeClr val="bg1"/>
                </a:solidFill>
              </a:defRPr>
            </a:lvl1pPr>
          </a:lstStyle>
          <a:p>
            <a:pPr rtl="0"/>
            <a:r>
              <a:rPr lang="es-ES" noProof="0"/>
              <a:t>Haga clic para modificar el estilo de título del patrón</a:t>
            </a:r>
          </a:p>
        </p:txBody>
      </p:sp>
      <p:sp>
        <p:nvSpPr>
          <p:cNvPr id="3" name="Subtítulo 2">
            <a:extLst>
              <a:ext uri="{FF2B5EF4-FFF2-40B4-BE49-F238E27FC236}">
                <a16:creationId xmlns:a16="http://schemas.microsoft.com/office/drawing/2014/main" id="{A951C9A4-8764-4CB3-AC26-C957C0E84BCD}"/>
              </a:ext>
            </a:extLst>
          </p:cNvPr>
          <p:cNvSpPr>
            <a:spLocks noGrp="1"/>
          </p:cNvSpPr>
          <p:nvPr>
            <p:ph type="subTitle" idx="1" hasCustomPrompt="1"/>
          </p:nvPr>
        </p:nvSpPr>
        <p:spPr>
          <a:xfrm>
            <a:off x="371476" y="4079083"/>
            <a:ext cx="4416424" cy="976311"/>
          </a:xfrm>
        </p:spPr>
        <p:txBody>
          <a:bodyPr rtlCol="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sp>
        <p:nvSpPr>
          <p:cNvPr id="8" name="Rectángulo 7">
            <a:extLst>
              <a:ext uri="{FF2B5EF4-FFF2-40B4-BE49-F238E27FC236}">
                <a16:creationId xmlns:a16="http://schemas.microsoft.com/office/drawing/2014/main" id="{C1626B81-8882-4179-8C3A-BEA9BBEF2A62}"/>
              </a:ext>
            </a:extLst>
          </p:cNvPr>
          <p:cNvSpPr/>
          <p:nvPr userDrawn="1"/>
        </p:nvSpPr>
        <p:spPr>
          <a:xfrm>
            <a:off x="5021263" y="368300"/>
            <a:ext cx="3159760" cy="11668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272483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apositiva de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Rectángulo 14">
            <a:extLst>
              <a:ext uri="{FF2B5EF4-FFF2-40B4-BE49-F238E27FC236}">
                <a16:creationId xmlns:a16="http://schemas.microsoft.com/office/drawing/2014/main" id="{1517DDCC-4521-4225-8F36-D4B39128409A}"/>
              </a:ext>
            </a:extLst>
          </p:cNvPr>
          <p:cNvSpPr/>
          <p:nvPr userDrawn="1"/>
        </p:nvSpPr>
        <p:spPr>
          <a:xfrm>
            <a:off x="8991600" y="3965574"/>
            <a:ext cx="32004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Rectángulo 5">
            <a:extLst>
              <a:ext uri="{FF2B5EF4-FFF2-40B4-BE49-F238E27FC236}">
                <a16:creationId xmlns:a16="http://schemas.microsoft.com/office/drawing/2014/main" id="{B16570C8-2343-4B74-AF97-DC7CE5D92865}"/>
              </a:ext>
            </a:extLst>
          </p:cNvPr>
          <p:cNvSpPr/>
          <p:nvPr userDrawn="1"/>
        </p:nvSpPr>
        <p:spPr>
          <a:xfrm>
            <a:off x="0" y="0"/>
            <a:ext cx="32004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posición de imagen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371476" y="278606"/>
            <a:ext cx="11520487" cy="3150394"/>
          </a:xfrm>
          <a:solidFill>
            <a:schemeClr val="bg1">
              <a:lumMod val="95000"/>
            </a:schemeClr>
          </a:solidFill>
        </p:spPr>
        <p:txBody>
          <a:bodyPr rtlCol="0">
            <a:normAutofit/>
          </a:bodyPr>
          <a:lstStyle>
            <a:lvl1pPr marL="0" indent="0" algn="ctr">
              <a:buNone/>
              <a:defRPr sz="1800"/>
            </a:lvl1pPr>
          </a:lstStyle>
          <a:p>
            <a:pPr rtl="0"/>
            <a:r>
              <a:rPr lang="es-ES" noProof="0"/>
              <a:t>Haga clic en el icono para agregar una imagen</a:t>
            </a:r>
          </a:p>
        </p:txBody>
      </p:sp>
      <p:sp>
        <p:nvSpPr>
          <p:cNvPr id="14" name="Rectángulo 13">
            <a:extLst>
              <a:ext uri="{FF2B5EF4-FFF2-40B4-BE49-F238E27FC236}">
                <a16:creationId xmlns:a16="http://schemas.microsoft.com/office/drawing/2014/main" id="{40B27536-7968-45BB-9FA8-DF1A47A47827}"/>
              </a:ext>
            </a:extLst>
          </p:cNvPr>
          <p:cNvSpPr/>
          <p:nvPr userDrawn="1"/>
        </p:nvSpPr>
        <p:spPr>
          <a:xfrm>
            <a:off x="371476" y="3429000"/>
            <a:ext cx="11520487"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4E8B51C6-9166-4F67-995A-396809E6533C}"/>
              </a:ext>
            </a:extLst>
          </p:cNvPr>
          <p:cNvSpPr>
            <a:spLocks noGrp="1"/>
          </p:cNvSpPr>
          <p:nvPr userDrawn="1">
            <p:ph type="ctrTitle"/>
          </p:nvPr>
        </p:nvSpPr>
        <p:spPr>
          <a:xfrm>
            <a:off x="1510507" y="3886201"/>
            <a:ext cx="9242424" cy="1104900"/>
          </a:xfrm>
        </p:spPr>
        <p:txBody>
          <a:bodyPr rtlCol="0" anchor="ctr">
            <a:normAutofit/>
          </a:bodyPr>
          <a:lstStyle>
            <a:lvl1pPr algn="ctr">
              <a:defRPr sz="5400">
                <a:solidFill>
                  <a:schemeClr val="accent1"/>
                </a:solidFill>
              </a:defRPr>
            </a:lvl1pPr>
          </a:lstStyle>
          <a:p>
            <a:pPr rtl="0"/>
            <a:r>
              <a:rPr lang="es-ES" noProof="0"/>
              <a:t>Haga clic para modificar el estilo de título del patrón</a:t>
            </a:r>
          </a:p>
        </p:txBody>
      </p:sp>
      <p:sp>
        <p:nvSpPr>
          <p:cNvPr id="3" name="Subtítulo 2">
            <a:extLst>
              <a:ext uri="{FF2B5EF4-FFF2-40B4-BE49-F238E27FC236}">
                <a16:creationId xmlns:a16="http://schemas.microsoft.com/office/drawing/2014/main" id="{A951C9A4-8764-4CB3-AC26-C957C0E84BCD}"/>
              </a:ext>
            </a:extLst>
          </p:cNvPr>
          <p:cNvSpPr>
            <a:spLocks noGrp="1"/>
          </p:cNvSpPr>
          <p:nvPr userDrawn="1">
            <p:ph type="subTitle" idx="1" hasCustomPrompt="1"/>
          </p:nvPr>
        </p:nvSpPr>
        <p:spPr>
          <a:xfrm>
            <a:off x="1510507" y="5130801"/>
            <a:ext cx="9242424" cy="533400"/>
          </a:xfrm>
        </p:spPr>
        <p:txBody>
          <a:bodyPr rtlCol="0"/>
          <a:lstStyle>
            <a:lvl1pPr marL="0" indent="0" algn="ctr">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editar el estilo de subtítulo del patrón</a:t>
            </a:r>
          </a:p>
        </p:txBody>
      </p:sp>
    </p:spTree>
    <p:extLst>
      <p:ext uri="{BB962C8B-B14F-4D97-AF65-F5344CB8AC3E}">
        <p14:creationId xmlns:p14="http://schemas.microsoft.com/office/powerpoint/2010/main" val="292837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posición de contenido 2">
            <a:extLst>
              <a:ext uri="{FF2B5EF4-FFF2-40B4-BE49-F238E27FC236}">
                <a16:creationId xmlns:a16="http://schemas.microsoft.com/office/drawing/2014/main" id="{FCE87C6E-3441-429B-A81D-87F8344C068B}"/>
              </a:ext>
            </a:extLst>
          </p:cNvPr>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Tree>
    <p:extLst>
      <p:ext uri="{BB962C8B-B14F-4D97-AF65-F5344CB8AC3E}">
        <p14:creationId xmlns:p14="http://schemas.microsoft.com/office/powerpoint/2010/main" val="84979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ítulo y contenido">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29C071DB-1B6B-4FC3-A099-12F35734D22D}"/>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35768407-2D97-4F4F-8CB8-4D3668680B64}"/>
              </a:ext>
            </a:extLst>
          </p:cNvPr>
          <p:cNvSpPr/>
          <p:nvPr userDrawn="1"/>
        </p:nvSpPr>
        <p:spPr>
          <a:xfrm>
            <a:off x="371475" y="1460501"/>
            <a:ext cx="5724525" cy="4740274"/>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ln>
                <a:noFill/>
              </a:ln>
            </a:endParaRPr>
          </a:p>
        </p:txBody>
      </p:sp>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a:xfrm>
            <a:off x="1244600" y="260351"/>
            <a:ext cx="9702800" cy="973137"/>
          </a:xfrm>
        </p:spPr>
        <p:txBody>
          <a:bodyPr rtlCol="0">
            <a:normAutofit/>
          </a:bodyPr>
          <a:lstStyle>
            <a:lvl1pPr algn="ctr">
              <a:defRPr sz="44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FCE87C6E-3441-429B-A81D-87F8344C068B}"/>
              </a:ext>
            </a:extLst>
          </p:cNvPr>
          <p:cNvSpPr>
            <a:spLocks noGrp="1"/>
          </p:cNvSpPr>
          <p:nvPr>
            <p:ph idx="1"/>
          </p:nvPr>
        </p:nvSpPr>
        <p:spPr>
          <a:xfrm>
            <a:off x="546100" y="1638299"/>
            <a:ext cx="5346700" cy="4381501"/>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7" name="Marcador de posición de imagen 6">
            <a:extLst>
              <a:ext uri="{FF2B5EF4-FFF2-40B4-BE49-F238E27FC236}">
                <a16:creationId xmlns:a16="http://schemas.microsoft.com/office/drawing/2014/main" id="{6D4AFEBD-46AA-4A09-AD19-CDD123811A47}"/>
              </a:ext>
            </a:extLst>
          </p:cNvPr>
          <p:cNvSpPr>
            <a:spLocks noGrp="1"/>
          </p:cNvSpPr>
          <p:nvPr>
            <p:ph type="pic" sz="quarter" idx="13"/>
          </p:nvPr>
        </p:nvSpPr>
        <p:spPr>
          <a:xfrm>
            <a:off x="6096000" y="1460501"/>
            <a:ext cx="5795963" cy="4740274"/>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337717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ítulo y contenid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a:xfrm>
            <a:off x="371476" y="260351"/>
            <a:ext cx="5495926" cy="2138362"/>
          </a:xfrm>
        </p:spPr>
        <p:txBody>
          <a:bodyPr rtlCol="0" anchor="b">
            <a:noAutofit/>
          </a:bodyPr>
          <a:lstStyle>
            <a:lvl1pPr>
              <a:defRPr sz="54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FCE87C6E-3441-429B-A81D-87F8344C068B}"/>
              </a:ext>
            </a:extLst>
          </p:cNvPr>
          <p:cNvSpPr>
            <a:spLocks noGrp="1"/>
          </p:cNvSpPr>
          <p:nvPr>
            <p:ph idx="1"/>
          </p:nvPr>
        </p:nvSpPr>
        <p:spPr>
          <a:xfrm>
            <a:off x="371475" y="2603500"/>
            <a:ext cx="5495926" cy="3573463"/>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5" name="Marcador de posición de imagen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9191224" y="637283"/>
            <a:ext cx="26928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rtl="0">
              <a:buNone/>
            </a:pPr>
            <a:r>
              <a:rPr lang="es-ES" noProof="0"/>
              <a:t>Agregue la imagen aquí</a:t>
            </a:r>
          </a:p>
        </p:txBody>
      </p:sp>
      <p:sp>
        <p:nvSpPr>
          <p:cNvPr id="7" name="Marcador de posición de imagen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6498424" y="3430043"/>
            <a:ext cx="26928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800" dirty="0"/>
            </a:lvl1pPr>
          </a:lstStyle>
          <a:p>
            <a:pPr marL="0" lvl="0" indent="0" algn="ctr" rtl="0">
              <a:buNone/>
            </a:pPr>
            <a:r>
              <a:rPr lang="es-ES" noProof="0"/>
              <a:t>Agregue la imagen aquí</a:t>
            </a:r>
          </a:p>
        </p:txBody>
      </p:sp>
      <p:sp>
        <p:nvSpPr>
          <p:cNvPr id="9" name="Rectángulo 8">
            <a:extLst>
              <a:ext uri="{FF2B5EF4-FFF2-40B4-BE49-F238E27FC236}">
                <a16:creationId xmlns:a16="http://schemas.microsoft.com/office/drawing/2014/main" id="{E429E334-587D-4420-9285-C2A5F494582B}"/>
              </a:ext>
            </a:extLst>
          </p:cNvPr>
          <p:cNvSpPr/>
          <p:nvPr userDrawn="1"/>
        </p:nvSpPr>
        <p:spPr>
          <a:xfrm>
            <a:off x="9289522" y="3527226"/>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a:extLst>
              <a:ext uri="{FF2B5EF4-FFF2-40B4-BE49-F238E27FC236}">
                <a16:creationId xmlns:a16="http://schemas.microsoft.com/office/drawing/2014/main" id="{F7BD4601-EF26-4D7C-8CB6-95488F17575B}"/>
              </a:ext>
            </a:extLst>
          </p:cNvPr>
          <p:cNvSpPr/>
          <p:nvPr userDrawn="1"/>
        </p:nvSpPr>
        <p:spPr>
          <a:xfrm>
            <a:off x="8621786" y="2848323"/>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a:extLst>
              <a:ext uri="{FF2B5EF4-FFF2-40B4-BE49-F238E27FC236}">
                <a16:creationId xmlns:a16="http://schemas.microsoft.com/office/drawing/2014/main" id="{91949C41-2679-4E9D-A28C-F0C979F5702B}"/>
              </a:ext>
            </a:extLst>
          </p:cNvPr>
          <p:cNvSpPr/>
          <p:nvPr userDrawn="1"/>
        </p:nvSpPr>
        <p:spPr>
          <a:xfrm>
            <a:off x="8870898" y="2508125"/>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a:extLst>
              <a:ext uri="{FF2B5EF4-FFF2-40B4-BE49-F238E27FC236}">
                <a16:creationId xmlns:a16="http://schemas.microsoft.com/office/drawing/2014/main" id="{3454B05D-55FD-4118-B899-4095FF50870D}"/>
              </a:ext>
            </a:extLst>
          </p:cNvPr>
          <p:cNvSpPr/>
          <p:nvPr userDrawn="1"/>
        </p:nvSpPr>
        <p:spPr>
          <a:xfrm>
            <a:off x="0" y="933450"/>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440533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ítulo y contenid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a:xfrm>
            <a:off x="371476" y="1016000"/>
            <a:ext cx="3997324" cy="2501899"/>
          </a:xfrm>
        </p:spPr>
        <p:txBody>
          <a:bodyPr rtlCol="0" anchor="b">
            <a:noAutofit/>
          </a:bodyPr>
          <a:lstStyle>
            <a:lvl1pPr>
              <a:defRPr sz="5400"/>
            </a:lvl1pPr>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FCE87C6E-3441-429B-A81D-87F8344C068B}"/>
              </a:ext>
            </a:extLst>
          </p:cNvPr>
          <p:cNvSpPr>
            <a:spLocks noGrp="1"/>
          </p:cNvSpPr>
          <p:nvPr>
            <p:ph idx="1"/>
          </p:nvPr>
        </p:nvSpPr>
        <p:spPr>
          <a:xfrm>
            <a:off x="371475" y="3619500"/>
            <a:ext cx="3997325" cy="2557463"/>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3" name="Marcador de posición de imagen 6">
            <a:extLst>
              <a:ext uri="{FF2B5EF4-FFF2-40B4-BE49-F238E27FC236}">
                <a16:creationId xmlns:a16="http://schemas.microsoft.com/office/drawing/2014/main" id="{9303FD92-1AC4-4708-B13E-C97E00210D2E}"/>
              </a:ext>
            </a:extLst>
          </p:cNvPr>
          <p:cNvSpPr>
            <a:spLocks noGrp="1"/>
          </p:cNvSpPr>
          <p:nvPr>
            <p:ph type="pic" sz="quarter" idx="13"/>
          </p:nvPr>
        </p:nvSpPr>
        <p:spPr>
          <a:xfrm>
            <a:off x="4902201" y="619125"/>
            <a:ext cx="3454400" cy="558165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4" name="Marcador de posición de imagen 6">
            <a:extLst>
              <a:ext uri="{FF2B5EF4-FFF2-40B4-BE49-F238E27FC236}">
                <a16:creationId xmlns:a16="http://schemas.microsoft.com/office/drawing/2014/main" id="{F6824EBC-CC6E-4D5A-B85A-DAC55ACE8533}"/>
              </a:ext>
            </a:extLst>
          </p:cNvPr>
          <p:cNvSpPr>
            <a:spLocks noGrp="1"/>
          </p:cNvSpPr>
          <p:nvPr>
            <p:ph type="pic" sz="quarter" idx="14"/>
          </p:nvPr>
        </p:nvSpPr>
        <p:spPr>
          <a:xfrm>
            <a:off x="8432801" y="260351"/>
            <a:ext cx="3454400" cy="5581649"/>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5" name="Rectángulo 14">
            <a:extLst>
              <a:ext uri="{FF2B5EF4-FFF2-40B4-BE49-F238E27FC236}">
                <a16:creationId xmlns:a16="http://schemas.microsoft.com/office/drawing/2014/main" id="{43661888-890D-4E0C-8076-65EDFDB7DE27}"/>
              </a:ext>
            </a:extLst>
          </p:cNvPr>
          <p:cNvSpPr/>
          <p:nvPr userDrawn="1"/>
        </p:nvSpPr>
        <p:spPr>
          <a:xfrm>
            <a:off x="8432801" y="5842000"/>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Rectángulo 15">
            <a:extLst>
              <a:ext uri="{FF2B5EF4-FFF2-40B4-BE49-F238E27FC236}">
                <a16:creationId xmlns:a16="http://schemas.microsoft.com/office/drawing/2014/main" id="{5AE48EF9-5BAF-4BD7-A6BE-866C0307B69F}"/>
              </a:ext>
            </a:extLst>
          </p:cNvPr>
          <p:cNvSpPr/>
          <p:nvPr userDrawn="1"/>
        </p:nvSpPr>
        <p:spPr>
          <a:xfrm>
            <a:off x="4902201" y="239509"/>
            <a:ext cx="345916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Rectángulo 16">
            <a:extLst>
              <a:ext uri="{FF2B5EF4-FFF2-40B4-BE49-F238E27FC236}">
                <a16:creationId xmlns:a16="http://schemas.microsoft.com/office/drawing/2014/main" id="{E8D4A5F4-99AC-4FB3-8A59-AB8D7B4FC7D7}"/>
              </a:ext>
            </a:extLst>
          </p:cNvPr>
          <p:cNvSpPr/>
          <p:nvPr userDrawn="1"/>
        </p:nvSpPr>
        <p:spPr>
          <a:xfrm>
            <a:off x="0" y="1384300"/>
            <a:ext cx="17780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74013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ítulo y contenid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a:xfrm>
            <a:off x="371476" y="476250"/>
            <a:ext cx="5165724" cy="2557463"/>
          </a:xfrm>
        </p:spPr>
        <p:txBody>
          <a:bodyPr rtlCol="0" anchor="ctr">
            <a:noAutofit/>
          </a:bodyPr>
          <a:lstStyle>
            <a:lvl1pPr>
              <a:defRPr sz="5400"/>
            </a:lvl1pPr>
          </a:lstStyle>
          <a:p>
            <a:pPr rtl="0"/>
            <a:r>
              <a:rPr lang="es-ES" noProof="0"/>
              <a:t>Haga clic para modificar el estilo de título del patrón</a:t>
            </a:r>
          </a:p>
        </p:txBody>
      </p:sp>
      <p:sp>
        <p:nvSpPr>
          <p:cNvPr id="3" name="Marcador de posición de contenido 2">
            <a:extLst>
              <a:ext uri="{FF2B5EF4-FFF2-40B4-BE49-F238E27FC236}">
                <a16:creationId xmlns:a16="http://schemas.microsoft.com/office/drawing/2014/main" id="{FCE87C6E-3441-429B-A81D-87F8344C068B}"/>
              </a:ext>
            </a:extLst>
          </p:cNvPr>
          <p:cNvSpPr>
            <a:spLocks noGrp="1"/>
          </p:cNvSpPr>
          <p:nvPr>
            <p:ph idx="1"/>
          </p:nvPr>
        </p:nvSpPr>
        <p:spPr>
          <a:xfrm>
            <a:off x="6096000" y="476250"/>
            <a:ext cx="5795963" cy="2557463"/>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3" name="Marcador de posición de imagen 6">
            <a:extLst>
              <a:ext uri="{FF2B5EF4-FFF2-40B4-BE49-F238E27FC236}">
                <a16:creationId xmlns:a16="http://schemas.microsoft.com/office/drawing/2014/main" id="{9303FD92-1AC4-4708-B13E-C97E00210D2E}"/>
              </a:ext>
            </a:extLst>
          </p:cNvPr>
          <p:cNvSpPr>
            <a:spLocks noGrp="1"/>
          </p:cNvSpPr>
          <p:nvPr>
            <p:ph type="pic" sz="quarter" idx="13"/>
          </p:nvPr>
        </p:nvSpPr>
        <p:spPr>
          <a:xfrm>
            <a:off x="371476" y="3233941"/>
            <a:ext cx="11520486" cy="2966833"/>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1" name="Rectángulo 10">
            <a:extLst>
              <a:ext uri="{FF2B5EF4-FFF2-40B4-BE49-F238E27FC236}">
                <a16:creationId xmlns:a16="http://schemas.microsoft.com/office/drawing/2014/main" id="{0E4979D5-6F1E-40A2-9A8E-8C5AE1AA3B62}"/>
              </a:ext>
            </a:extLst>
          </p:cNvPr>
          <p:cNvSpPr/>
          <p:nvPr userDrawn="1"/>
        </p:nvSpPr>
        <p:spPr>
          <a:xfrm>
            <a:off x="0" y="476250"/>
            <a:ext cx="165100"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243879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ítulo y contenid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a:extLst>
              <a:ext uri="{FF2B5EF4-FFF2-40B4-BE49-F238E27FC236}">
                <a16:creationId xmlns:a16="http://schemas.microsoft.com/office/drawing/2014/main" id="{0E4979D5-6F1E-40A2-9A8E-8C5AE1AA3B62}"/>
              </a:ext>
            </a:extLst>
          </p:cNvPr>
          <p:cNvSpPr/>
          <p:nvPr userDrawn="1"/>
        </p:nvSpPr>
        <p:spPr>
          <a:xfrm>
            <a:off x="0" y="0"/>
            <a:ext cx="5138058" cy="685800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a:xfrm>
            <a:off x="6619197" y="1296176"/>
            <a:ext cx="5272764" cy="1551573"/>
          </a:xfrm>
        </p:spPr>
        <p:txBody>
          <a:bodyPr rtlCol="0" anchor="b">
            <a:noAutofit/>
          </a:bodyPr>
          <a:lstStyle>
            <a:lvl1pPr>
              <a:defRPr sz="4000"/>
            </a:lvl1pPr>
          </a:lstStyle>
          <a:p>
            <a:pPr rtl="0"/>
            <a:r>
              <a:rPr lang="es-ES" noProof="0"/>
              <a:t>Haga clic para modificar el estilo de título del patrón</a:t>
            </a:r>
          </a:p>
        </p:txBody>
      </p:sp>
      <p:sp>
        <p:nvSpPr>
          <p:cNvPr id="3" name="Marcador de posición de contenido 2">
            <a:extLst>
              <a:ext uri="{FF2B5EF4-FFF2-40B4-BE49-F238E27FC236}">
                <a16:creationId xmlns:a16="http://schemas.microsoft.com/office/drawing/2014/main" id="{FCE87C6E-3441-429B-A81D-87F8344C068B}"/>
              </a:ext>
            </a:extLst>
          </p:cNvPr>
          <p:cNvSpPr>
            <a:spLocks noGrp="1"/>
          </p:cNvSpPr>
          <p:nvPr>
            <p:ph idx="1"/>
          </p:nvPr>
        </p:nvSpPr>
        <p:spPr>
          <a:xfrm>
            <a:off x="6619198" y="3073967"/>
            <a:ext cx="5272764" cy="2557463"/>
          </a:xfrm>
        </p:spPr>
        <p:txBody>
          <a:bodyPr rtlCol="0">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3" name="Marcador de posición de imagen 6">
            <a:extLst>
              <a:ext uri="{FF2B5EF4-FFF2-40B4-BE49-F238E27FC236}">
                <a16:creationId xmlns:a16="http://schemas.microsoft.com/office/drawing/2014/main" id="{9303FD92-1AC4-4708-B13E-C97E00210D2E}"/>
              </a:ext>
            </a:extLst>
          </p:cNvPr>
          <p:cNvSpPr>
            <a:spLocks noGrp="1"/>
          </p:cNvSpPr>
          <p:nvPr>
            <p:ph type="pic" sz="quarter" idx="13"/>
          </p:nvPr>
        </p:nvSpPr>
        <p:spPr>
          <a:xfrm>
            <a:off x="1117601" y="1016000"/>
            <a:ext cx="5138058" cy="49784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4" name="Rectángulo 3">
            <a:extLst>
              <a:ext uri="{FF2B5EF4-FFF2-40B4-BE49-F238E27FC236}">
                <a16:creationId xmlns:a16="http://schemas.microsoft.com/office/drawing/2014/main" id="{7306EB3B-6A54-45E7-B23D-F9515CC15D12}"/>
              </a:ext>
            </a:extLst>
          </p:cNvPr>
          <p:cNvSpPr/>
          <p:nvPr userDrawn="1"/>
        </p:nvSpPr>
        <p:spPr>
          <a:xfrm>
            <a:off x="0" y="5994400"/>
            <a:ext cx="4093029" cy="8636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Rectángulo 8">
            <a:extLst>
              <a:ext uri="{FF2B5EF4-FFF2-40B4-BE49-F238E27FC236}">
                <a16:creationId xmlns:a16="http://schemas.microsoft.com/office/drawing/2014/main" id="{7E110354-15BA-4B22-B7CF-3D5BFA5C722D}"/>
              </a:ext>
            </a:extLst>
          </p:cNvPr>
          <p:cNvSpPr/>
          <p:nvPr userDrawn="1"/>
        </p:nvSpPr>
        <p:spPr>
          <a:xfrm>
            <a:off x="2162630" y="873210"/>
            <a:ext cx="4093029" cy="13857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4151357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Título y contenid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4C5F727-FA73-47F4-8647-79441AA996E3}"/>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E94FD2F3-3119-48E2-B464-A93E23C5A607}"/>
              </a:ext>
            </a:extLst>
          </p:cNvPr>
          <p:cNvSpPr>
            <a:spLocks noGrp="1"/>
          </p:cNvSpPr>
          <p:nvPr>
            <p:ph type="title"/>
          </p:nvPr>
        </p:nvSpPr>
        <p:spPr>
          <a:xfrm>
            <a:off x="371475" y="1783831"/>
            <a:ext cx="3111954" cy="3290338"/>
          </a:xfrm>
        </p:spPr>
        <p:txBody>
          <a:bodyPr rtlCol="0" anchor="ctr">
            <a:noAutofit/>
          </a:bodyPr>
          <a:lstStyle>
            <a:lvl1pPr>
              <a:defRPr sz="4000"/>
            </a:lvl1pPr>
          </a:lstStyle>
          <a:p>
            <a:pPr rtl="0"/>
            <a:r>
              <a:rPr lang="es-ES" noProof="0"/>
              <a:t>Haga clic para modificar el estilo de título del patrón</a:t>
            </a:r>
          </a:p>
        </p:txBody>
      </p:sp>
      <p:sp>
        <p:nvSpPr>
          <p:cNvPr id="3" name="Marcador de posición de contenido 2">
            <a:extLst>
              <a:ext uri="{FF2B5EF4-FFF2-40B4-BE49-F238E27FC236}">
                <a16:creationId xmlns:a16="http://schemas.microsoft.com/office/drawing/2014/main" id="{FCE87C6E-3441-429B-A81D-87F8344C068B}"/>
              </a:ext>
            </a:extLst>
          </p:cNvPr>
          <p:cNvSpPr>
            <a:spLocks noGrp="1"/>
          </p:cNvSpPr>
          <p:nvPr>
            <p:ph idx="1"/>
          </p:nvPr>
        </p:nvSpPr>
        <p:spPr>
          <a:xfrm>
            <a:off x="7489370" y="1783832"/>
            <a:ext cx="4402592" cy="3290338"/>
          </a:xfrm>
        </p:spPr>
        <p:txBody>
          <a:bodyPr rtlCol="0" anchor="ctr">
            <a:normAutofit/>
          </a:bodyPr>
          <a:lstStyle>
            <a:lvl1pPr>
              <a:defRPr sz="2000"/>
            </a:lvl1pPr>
            <a:lvl2pPr>
              <a:defRPr sz="1800"/>
            </a:lvl2pPr>
            <a:lvl3pPr>
              <a:defRPr sz="1600"/>
            </a:lvl3pPr>
            <a:lvl4pPr>
              <a:defRPr sz="1400"/>
            </a:lvl4pPr>
            <a:lvl5pPr>
              <a:defRPr sz="14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número de diapositiva 5">
            <a:extLst>
              <a:ext uri="{FF2B5EF4-FFF2-40B4-BE49-F238E27FC236}">
                <a16:creationId xmlns:a16="http://schemas.microsoft.com/office/drawing/2014/main" id="{FC8ECDD1-1369-42FD-BD19-6797742A154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3" name="Marcador de posición de imagen 6">
            <a:extLst>
              <a:ext uri="{FF2B5EF4-FFF2-40B4-BE49-F238E27FC236}">
                <a16:creationId xmlns:a16="http://schemas.microsoft.com/office/drawing/2014/main" id="{9303FD92-1AC4-4708-B13E-C97E00210D2E}"/>
              </a:ext>
            </a:extLst>
          </p:cNvPr>
          <p:cNvSpPr>
            <a:spLocks noGrp="1"/>
          </p:cNvSpPr>
          <p:nvPr>
            <p:ph type="pic" sz="quarter" idx="13"/>
          </p:nvPr>
        </p:nvSpPr>
        <p:spPr>
          <a:xfrm>
            <a:off x="3672114" y="0"/>
            <a:ext cx="3628571"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5" name="Rectángulo 4">
            <a:extLst>
              <a:ext uri="{FF2B5EF4-FFF2-40B4-BE49-F238E27FC236}">
                <a16:creationId xmlns:a16="http://schemas.microsoft.com/office/drawing/2014/main" id="{8E16C293-C1E0-4EA5-BDE5-D226D72FC08B}"/>
              </a:ext>
            </a:extLst>
          </p:cNvPr>
          <p:cNvSpPr/>
          <p:nvPr userDrawn="1"/>
        </p:nvSpPr>
        <p:spPr>
          <a:xfrm>
            <a:off x="371475" y="5297714"/>
            <a:ext cx="3111954"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a:extLst>
              <a:ext uri="{FF2B5EF4-FFF2-40B4-BE49-F238E27FC236}">
                <a16:creationId xmlns:a16="http://schemas.microsoft.com/office/drawing/2014/main" id="{DC770C08-8FFF-4293-8E7D-DBFEE4E3E443}"/>
              </a:ext>
            </a:extLst>
          </p:cNvPr>
          <p:cNvSpPr/>
          <p:nvPr userDrawn="1"/>
        </p:nvSpPr>
        <p:spPr>
          <a:xfrm>
            <a:off x="7489370" y="0"/>
            <a:ext cx="4402593"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2414620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4F93C6CC-9D8D-4981-8106-72C617756BD8}"/>
              </a:ext>
            </a:extLst>
          </p:cNvPr>
          <p:cNvSpPr/>
          <p:nvPr userDrawn="1"/>
        </p:nvSpPr>
        <p:spPr>
          <a:xfrm>
            <a:off x="0" y="1389743"/>
            <a:ext cx="12192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4C2FFEDF-1F62-45E5-8000-9689D9DFC4D1}"/>
              </a:ext>
            </a:extLst>
          </p:cNvPr>
          <p:cNvSpPr>
            <a:spLocks noGrp="1"/>
          </p:cNvSpPr>
          <p:nvPr>
            <p:ph type="title"/>
          </p:nvPr>
        </p:nvSpPr>
        <p:spPr>
          <a:xfrm>
            <a:off x="831850" y="2331584"/>
            <a:ext cx="10515600" cy="1500187"/>
          </a:xfrm>
        </p:spPr>
        <p:txBody>
          <a:bodyPr rtlCol="0" anchor="ctr"/>
          <a:lstStyle>
            <a:lvl1pPr>
              <a:defRPr sz="6000">
                <a:solidFill>
                  <a:schemeClr val="bg1"/>
                </a:solidFill>
              </a:defRPr>
            </a:lvl1pPr>
          </a:lstStyle>
          <a:p>
            <a:pPr rtl="0"/>
            <a:r>
              <a:rPr lang="es-ES" noProof="0"/>
              <a:t>Haga clic para modificar el estilo de título del patrón</a:t>
            </a:r>
          </a:p>
        </p:txBody>
      </p:sp>
      <p:sp>
        <p:nvSpPr>
          <p:cNvPr id="3" name="Marcador de posición de texto 2">
            <a:extLst>
              <a:ext uri="{FF2B5EF4-FFF2-40B4-BE49-F238E27FC236}">
                <a16:creationId xmlns:a16="http://schemas.microsoft.com/office/drawing/2014/main" id="{E6F2E6F7-3BE5-4484-A73E-3EFDB7348BB5}"/>
              </a:ext>
            </a:extLst>
          </p:cNvPr>
          <p:cNvSpPr>
            <a:spLocks noGrp="1"/>
          </p:cNvSpPr>
          <p:nvPr>
            <p:ph type="body" idx="1"/>
          </p:nvPr>
        </p:nvSpPr>
        <p:spPr>
          <a:xfrm>
            <a:off x="831850" y="3968071"/>
            <a:ext cx="10515600" cy="805542"/>
          </a:xfrm>
        </p:spPr>
        <p:txBody>
          <a:bodyPr rtlCol="0"/>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6" name="Marcador de número de diapositiva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9" name="Rectángulo 8">
            <a:extLst>
              <a:ext uri="{FF2B5EF4-FFF2-40B4-BE49-F238E27FC236}">
                <a16:creationId xmlns:a16="http://schemas.microsoft.com/office/drawing/2014/main" id="{919AEFA0-9379-4E32-9D66-976465036916}"/>
              </a:ext>
            </a:extLst>
          </p:cNvPr>
          <p:cNvSpPr/>
          <p:nvPr userDrawn="1"/>
        </p:nvSpPr>
        <p:spPr>
          <a:xfrm>
            <a:off x="371475" y="580571"/>
            <a:ext cx="157343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a:extLst>
              <a:ext uri="{FF2B5EF4-FFF2-40B4-BE49-F238E27FC236}">
                <a16:creationId xmlns:a16="http://schemas.microsoft.com/office/drawing/2014/main" id="{64FFB43B-30D9-4055-B912-4E3C85B03657}"/>
              </a:ext>
            </a:extLst>
          </p:cNvPr>
          <p:cNvSpPr/>
          <p:nvPr userDrawn="1"/>
        </p:nvSpPr>
        <p:spPr>
          <a:xfrm>
            <a:off x="7097486" y="5105274"/>
            <a:ext cx="4794477"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20288144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8" name="Rectángulo 7">
            <a:extLst>
              <a:ext uri="{FF2B5EF4-FFF2-40B4-BE49-F238E27FC236}">
                <a16:creationId xmlns:a16="http://schemas.microsoft.com/office/drawing/2014/main" id="{4F93C6CC-9D8D-4981-8106-72C617756BD8}"/>
              </a:ext>
            </a:extLst>
          </p:cNvPr>
          <p:cNvSpPr/>
          <p:nvPr userDrawn="1"/>
        </p:nvSpPr>
        <p:spPr>
          <a:xfrm>
            <a:off x="0" y="0"/>
            <a:ext cx="6096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11" name="Marcador de posición de imagen 6">
            <a:extLst>
              <a:ext uri="{FF2B5EF4-FFF2-40B4-BE49-F238E27FC236}">
                <a16:creationId xmlns:a16="http://schemas.microsoft.com/office/drawing/2014/main" id="{391EAACA-1322-4E60-917E-C7408F539D5D}"/>
              </a:ext>
            </a:extLst>
          </p:cNvPr>
          <p:cNvSpPr>
            <a:spLocks noGrp="1"/>
          </p:cNvSpPr>
          <p:nvPr>
            <p:ph type="pic" sz="quarter" idx="13"/>
          </p:nvPr>
        </p:nvSpPr>
        <p:spPr>
          <a:xfrm>
            <a:off x="371476" y="260350"/>
            <a:ext cx="11520488" cy="6009821"/>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endParaRPr lang="es-ES" noProof="0" dirty="0"/>
          </a:p>
        </p:txBody>
      </p:sp>
      <p:sp>
        <p:nvSpPr>
          <p:cNvPr id="2" name="Título 1">
            <a:extLst>
              <a:ext uri="{FF2B5EF4-FFF2-40B4-BE49-F238E27FC236}">
                <a16:creationId xmlns:a16="http://schemas.microsoft.com/office/drawing/2014/main" id="{4C2FFEDF-1F62-45E5-8000-9689D9DFC4D1}"/>
              </a:ext>
            </a:extLst>
          </p:cNvPr>
          <p:cNvSpPr>
            <a:spLocks noGrp="1"/>
          </p:cNvSpPr>
          <p:nvPr>
            <p:ph type="title"/>
          </p:nvPr>
        </p:nvSpPr>
        <p:spPr>
          <a:xfrm>
            <a:off x="1174750" y="3957831"/>
            <a:ext cx="9620250" cy="1500187"/>
          </a:xfrm>
        </p:spPr>
        <p:txBody>
          <a:bodyPr rtlCol="0" anchor="ctr"/>
          <a:lstStyle>
            <a:lvl1pPr>
              <a:defRPr sz="6000">
                <a:solidFill>
                  <a:schemeClr val="bg1"/>
                </a:solidFill>
              </a:defRPr>
            </a:lvl1pPr>
          </a:lstStyle>
          <a:p>
            <a:pPr rtl="0"/>
            <a:r>
              <a:rPr lang="es-ES" noProof="0"/>
              <a:t>Haga clic para modificar el estilo de título del patrón</a:t>
            </a:r>
            <a:endParaRPr lang="es-ES" noProof="0" dirty="0"/>
          </a:p>
        </p:txBody>
      </p:sp>
      <p:sp>
        <p:nvSpPr>
          <p:cNvPr id="6" name="Marcador de posición de número de diapositiva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dirty="0"/>
          </a:p>
        </p:txBody>
      </p:sp>
      <p:sp>
        <p:nvSpPr>
          <p:cNvPr id="12" name="Forma libre: Forma 11">
            <a:extLst>
              <a:ext uri="{FF2B5EF4-FFF2-40B4-BE49-F238E27FC236}">
                <a16:creationId xmlns:a16="http://schemas.microsoft.com/office/drawing/2014/main" id="{43296215-27AE-462B-9127-E1C932633896}"/>
              </a:ext>
            </a:extLst>
          </p:cNvPr>
          <p:cNvSpPr/>
          <p:nvPr userDrawn="1"/>
        </p:nvSpPr>
        <p:spPr>
          <a:xfrm>
            <a:off x="1093471" y="3843394"/>
            <a:ext cx="172212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Tree>
    <p:extLst>
      <p:ext uri="{BB962C8B-B14F-4D97-AF65-F5344CB8AC3E}">
        <p14:creationId xmlns:p14="http://schemas.microsoft.com/office/powerpoint/2010/main" val="227479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Encabezado de se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3" name="Marcador de posición de imagen 32">
            <a:extLst>
              <a:ext uri="{FF2B5EF4-FFF2-40B4-BE49-F238E27FC236}">
                <a16:creationId xmlns:a16="http://schemas.microsoft.com/office/drawing/2014/main" id="{2DB7CFEB-6952-4BC3-B9E0-0C382490F9E6}"/>
              </a:ext>
            </a:extLst>
          </p:cNvPr>
          <p:cNvSpPr>
            <a:spLocks noGrp="1"/>
          </p:cNvSpPr>
          <p:nvPr>
            <p:ph type="pic" sz="quarter" idx="13"/>
          </p:nvPr>
        </p:nvSpPr>
        <p:spPr>
          <a:xfrm>
            <a:off x="5400675" y="260350"/>
            <a:ext cx="6499502" cy="594042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800"/>
            </a:lvl1pPr>
          </a:lstStyle>
          <a:p>
            <a:pPr marL="0" lvl="0" indent="0" algn="ctr" rtl="0">
              <a:buNone/>
            </a:pPr>
            <a:r>
              <a:rPr lang="es-ES" noProof="0"/>
              <a:t>Haga clic en el icono para agregar una imagen</a:t>
            </a:r>
          </a:p>
        </p:txBody>
      </p:sp>
      <p:sp>
        <p:nvSpPr>
          <p:cNvPr id="2" name="Título 1">
            <a:extLst>
              <a:ext uri="{FF2B5EF4-FFF2-40B4-BE49-F238E27FC236}">
                <a16:creationId xmlns:a16="http://schemas.microsoft.com/office/drawing/2014/main" id="{4C2FFEDF-1F62-45E5-8000-9689D9DFC4D1}"/>
              </a:ext>
            </a:extLst>
          </p:cNvPr>
          <p:cNvSpPr>
            <a:spLocks noGrp="1"/>
          </p:cNvSpPr>
          <p:nvPr>
            <p:ph type="title"/>
          </p:nvPr>
        </p:nvSpPr>
        <p:spPr>
          <a:xfrm>
            <a:off x="371475" y="1596928"/>
            <a:ext cx="4810125" cy="3267268"/>
          </a:xfrm>
        </p:spPr>
        <p:txBody>
          <a:bodyPr rtlCol="0" anchor="ctr"/>
          <a:lstStyle>
            <a:lvl1pPr>
              <a:defRPr sz="6000">
                <a:solidFill>
                  <a:schemeClr val="accent5"/>
                </a:solidFill>
              </a:defRPr>
            </a:lvl1pPr>
          </a:lstStyle>
          <a:p>
            <a:pPr rtl="0"/>
            <a:r>
              <a:rPr lang="es-ES" noProof="0"/>
              <a:t>Haga clic para modificar el estilo de título del patrón</a:t>
            </a:r>
          </a:p>
        </p:txBody>
      </p:sp>
      <p:sp>
        <p:nvSpPr>
          <p:cNvPr id="6" name="Marcador de número de diapositiva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6" name="Rectángulo 15">
            <a:extLst>
              <a:ext uri="{FF2B5EF4-FFF2-40B4-BE49-F238E27FC236}">
                <a16:creationId xmlns:a16="http://schemas.microsoft.com/office/drawing/2014/main" id="{A73E3CFC-9652-4E07-82D7-0EC3304CAA1F}"/>
              </a:ext>
            </a:extLst>
          </p:cNvPr>
          <p:cNvSpPr/>
          <p:nvPr userDrawn="1"/>
        </p:nvSpPr>
        <p:spPr>
          <a:xfrm>
            <a:off x="3933498" y="4952673"/>
            <a:ext cx="1248102"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7" name="Rectángulo 16">
            <a:extLst>
              <a:ext uri="{FF2B5EF4-FFF2-40B4-BE49-F238E27FC236}">
                <a16:creationId xmlns:a16="http://schemas.microsoft.com/office/drawing/2014/main" id="{76B43515-5C7A-4125-B76D-8A24D2BBE5EC}"/>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8" name="Rectángulo 17">
            <a:extLst>
              <a:ext uri="{FF2B5EF4-FFF2-40B4-BE49-F238E27FC236}">
                <a16:creationId xmlns:a16="http://schemas.microsoft.com/office/drawing/2014/main" id="{0C9A713B-4176-4C86-9E87-4ADBD6F444FB}"/>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162233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Encabezado de se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4C2FFEDF-1F62-45E5-8000-9689D9DFC4D1}"/>
              </a:ext>
            </a:extLst>
          </p:cNvPr>
          <p:cNvSpPr>
            <a:spLocks noGrp="1"/>
          </p:cNvSpPr>
          <p:nvPr>
            <p:ph type="title"/>
          </p:nvPr>
        </p:nvSpPr>
        <p:spPr>
          <a:xfrm>
            <a:off x="371475" y="3917949"/>
            <a:ext cx="6915150" cy="2268337"/>
          </a:xfrm>
        </p:spPr>
        <p:txBody>
          <a:bodyPr rtlCol="0" anchor="ctr"/>
          <a:lstStyle>
            <a:lvl1pPr>
              <a:defRPr sz="6000">
                <a:solidFill>
                  <a:schemeClr val="tx1"/>
                </a:solidFill>
              </a:defRPr>
            </a:lvl1pPr>
          </a:lstStyle>
          <a:p>
            <a:pPr rtl="0"/>
            <a:r>
              <a:rPr lang="es-ES" noProof="0"/>
              <a:t>Haga clic para modificar el estilo de título del patrón</a:t>
            </a:r>
          </a:p>
        </p:txBody>
      </p:sp>
      <p:sp>
        <p:nvSpPr>
          <p:cNvPr id="6" name="Marcador de número de diapositiva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6" name="Rectángulo 15">
            <a:extLst>
              <a:ext uri="{FF2B5EF4-FFF2-40B4-BE49-F238E27FC236}">
                <a16:creationId xmlns:a16="http://schemas.microsoft.com/office/drawing/2014/main" id="{A73E3CFC-9652-4E07-82D7-0EC3304CAA1F}"/>
              </a:ext>
            </a:extLst>
          </p:cNvPr>
          <p:cNvSpPr/>
          <p:nvPr userDrawn="1"/>
        </p:nvSpPr>
        <p:spPr>
          <a:xfrm>
            <a:off x="5222179" y="2327274"/>
            <a:ext cx="2176462"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6" name="Rectángulo 25">
            <a:extLst>
              <a:ext uri="{FF2B5EF4-FFF2-40B4-BE49-F238E27FC236}">
                <a16:creationId xmlns:a16="http://schemas.microsoft.com/office/drawing/2014/main" id="{DFA0623C-0B34-4074-8AA0-6428A5AF07A3}"/>
              </a:ext>
            </a:extLst>
          </p:cNvPr>
          <p:cNvSpPr/>
          <p:nvPr userDrawn="1"/>
        </p:nvSpPr>
        <p:spPr>
          <a:xfrm>
            <a:off x="7468839" y="3917949"/>
            <a:ext cx="2176462"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3" name="Marcador de posición de imagen 32">
            <a:extLst>
              <a:ext uri="{FF2B5EF4-FFF2-40B4-BE49-F238E27FC236}">
                <a16:creationId xmlns:a16="http://schemas.microsoft.com/office/drawing/2014/main" id="{B5D335A5-A601-4D8A-AEF5-F34792FF565A}"/>
              </a:ext>
            </a:extLst>
          </p:cNvPr>
          <p:cNvSpPr>
            <a:spLocks noGrp="1"/>
          </p:cNvSpPr>
          <p:nvPr>
            <p:ph type="pic" sz="quarter" idx="21"/>
          </p:nvPr>
        </p:nvSpPr>
        <p:spPr>
          <a:xfrm>
            <a:off x="371474" y="260351"/>
            <a:ext cx="11520489"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2883340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Encabezado de sec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D497887-B1EF-4184-95F4-276A92D54B8F}"/>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4C2FFEDF-1F62-45E5-8000-9689D9DFC4D1}"/>
              </a:ext>
            </a:extLst>
          </p:cNvPr>
          <p:cNvSpPr>
            <a:spLocks noGrp="1"/>
          </p:cNvSpPr>
          <p:nvPr>
            <p:ph type="title"/>
          </p:nvPr>
        </p:nvSpPr>
        <p:spPr>
          <a:xfrm>
            <a:off x="876300" y="4406207"/>
            <a:ext cx="10439400" cy="1175444"/>
          </a:xfrm>
        </p:spPr>
        <p:txBody>
          <a:bodyPr rtlCol="0" anchor="ctr"/>
          <a:lstStyle>
            <a:lvl1pPr algn="ctr">
              <a:defRPr sz="6000">
                <a:solidFill>
                  <a:schemeClr val="accent1"/>
                </a:solidFill>
              </a:defRPr>
            </a:lvl1pPr>
          </a:lstStyle>
          <a:p>
            <a:pPr rtl="0"/>
            <a:r>
              <a:rPr lang="es-ES" noProof="0"/>
              <a:t>Haga clic para modificar el estilo de título del patrón</a:t>
            </a:r>
          </a:p>
        </p:txBody>
      </p:sp>
      <p:sp>
        <p:nvSpPr>
          <p:cNvPr id="6" name="Marcador de número de diapositiva 5">
            <a:extLst>
              <a:ext uri="{FF2B5EF4-FFF2-40B4-BE49-F238E27FC236}">
                <a16:creationId xmlns:a16="http://schemas.microsoft.com/office/drawing/2014/main" id="{A8D10129-98D8-456D-9925-F02A38DE1423}"/>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16" name="Rectángulo 15">
            <a:extLst>
              <a:ext uri="{FF2B5EF4-FFF2-40B4-BE49-F238E27FC236}">
                <a16:creationId xmlns:a16="http://schemas.microsoft.com/office/drawing/2014/main" id="{A73E3CFC-9652-4E07-82D7-0EC3304CAA1F}"/>
              </a:ext>
            </a:extLst>
          </p:cNvPr>
          <p:cNvSpPr/>
          <p:nvPr userDrawn="1"/>
        </p:nvSpPr>
        <p:spPr>
          <a:xfrm>
            <a:off x="0" y="0"/>
            <a:ext cx="12191999" cy="2847975"/>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Marcador de posición de imagen 6">
            <a:extLst>
              <a:ext uri="{FF2B5EF4-FFF2-40B4-BE49-F238E27FC236}">
                <a16:creationId xmlns:a16="http://schemas.microsoft.com/office/drawing/2014/main" id="{230D70C6-13FD-45D4-8FB6-26C56B8FF2D4}"/>
              </a:ext>
            </a:extLst>
          </p:cNvPr>
          <p:cNvSpPr>
            <a:spLocks noGrp="1"/>
          </p:cNvSpPr>
          <p:nvPr>
            <p:ph type="pic" sz="quarter" idx="13"/>
          </p:nvPr>
        </p:nvSpPr>
        <p:spPr>
          <a:xfrm>
            <a:off x="371476" y="260350"/>
            <a:ext cx="11520488" cy="3657599"/>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3" name="Rectángulo 2">
            <a:extLst>
              <a:ext uri="{FF2B5EF4-FFF2-40B4-BE49-F238E27FC236}">
                <a16:creationId xmlns:a16="http://schemas.microsoft.com/office/drawing/2014/main" id="{E10ED78A-2A17-41C4-9030-D406C56DDF4A}"/>
              </a:ext>
            </a:extLst>
          </p:cNvPr>
          <p:cNvSpPr/>
          <p:nvPr userDrawn="1"/>
        </p:nvSpPr>
        <p:spPr>
          <a:xfrm>
            <a:off x="5795961" y="3914082"/>
            <a:ext cx="600075" cy="291898"/>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4544582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0A6C789F-805A-4494-8430-C63414191AC2}"/>
              </a:ext>
            </a:extLst>
          </p:cNvPr>
          <p:cNvSpPr/>
          <p:nvPr userDrawn="1"/>
        </p:nvSpPr>
        <p:spPr>
          <a:xfrm>
            <a:off x="371475" y="1526382"/>
            <a:ext cx="3595688"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0" name="Rectángulo 9">
            <a:extLst>
              <a:ext uri="{FF2B5EF4-FFF2-40B4-BE49-F238E27FC236}">
                <a16:creationId xmlns:a16="http://schemas.microsoft.com/office/drawing/2014/main" id="{A5A73287-EED0-4EEC-8007-E2C13366027B}"/>
              </a:ext>
            </a:extLst>
          </p:cNvPr>
          <p:cNvSpPr/>
          <p:nvPr userDrawn="1"/>
        </p:nvSpPr>
        <p:spPr>
          <a:xfrm>
            <a:off x="8224838" y="1526382"/>
            <a:ext cx="3595688"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DE3A6AA5-A315-455E-B5C7-E53E3746ED81}"/>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contenido 2">
            <a:extLst>
              <a:ext uri="{FF2B5EF4-FFF2-40B4-BE49-F238E27FC236}">
                <a16:creationId xmlns:a16="http://schemas.microsoft.com/office/drawing/2014/main" id="{3E60534E-DE82-45F4-8E2E-DA97F169177F}"/>
              </a:ext>
            </a:extLst>
          </p:cNvPr>
          <p:cNvSpPr>
            <a:spLocks noGrp="1"/>
          </p:cNvSpPr>
          <p:nvPr>
            <p:ph sz="half" idx="1"/>
          </p:nvPr>
        </p:nvSpPr>
        <p:spPr>
          <a:xfrm>
            <a:off x="581026" y="1724025"/>
            <a:ext cx="3143250" cy="419100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contenido 3">
            <a:extLst>
              <a:ext uri="{FF2B5EF4-FFF2-40B4-BE49-F238E27FC236}">
                <a16:creationId xmlns:a16="http://schemas.microsoft.com/office/drawing/2014/main" id="{23F1116B-C8B0-450D-83F6-49C4ABB22CCD}"/>
              </a:ext>
            </a:extLst>
          </p:cNvPr>
          <p:cNvSpPr>
            <a:spLocks noGrp="1"/>
          </p:cNvSpPr>
          <p:nvPr>
            <p:ph sz="half" idx="2"/>
          </p:nvPr>
        </p:nvSpPr>
        <p:spPr>
          <a:xfrm>
            <a:off x="8451282" y="1712119"/>
            <a:ext cx="3142800" cy="419100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posición de número de diapositiva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8" name="Marcador de posición de imagen 6">
            <a:extLst>
              <a:ext uri="{FF2B5EF4-FFF2-40B4-BE49-F238E27FC236}">
                <a16:creationId xmlns:a16="http://schemas.microsoft.com/office/drawing/2014/main" id="{4DC80855-A1B8-4B65-B6F6-2AA6239EC246}"/>
              </a:ext>
            </a:extLst>
          </p:cNvPr>
          <p:cNvSpPr>
            <a:spLocks noGrp="1"/>
          </p:cNvSpPr>
          <p:nvPr>
            <p:ph type="pic" sz="quarter" idx="13"/>
          </p:nvPr>
        </p:nvSpPr>
        <p:spPr>
          <a:xfrm>
            <a:off x="3967163" y="1233488"/>
            <a:ext cx="4257675"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21876615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Dos objetos">
    <p:spTree>
      <p:nvGrpSpPr>
        <p:cNvPr id="1" name=""/>
        <p:cNvGrpSpPr/>
        <p:nvPr/>
      </p:nvGrpSpPr>
      <p:grpSpPr>
        <a:xfrm>
          <a:off x="0" y="0"/>
          <a:ext cx="0" cy="0"/>
          <a:chOff x="0" y="0"/>
          <a:chExt cx="0" cy="0"/>
        </a:xfrm>
      </p:grpSpPr>
      <p:sp>
        <p:nvSpPr>
          <p:cNvPr id="10" name="Rectángulo 9">
            <a:extLst>
              <a:ext uri="{FF2B5EF4-FFF2-40B4-BE49-F238E27FC236}">
                <a16:creationId xmlns:a16="http://schemas.microsoft.com/office/drawing/2014/main" id="{A5A73287-EED0-4EEC-8007-E2C13366027B}"/>
              </a:ext>
            </a:extLst>
          </p:cNvPr>
          <p:cNvSpPr/>
          <p:nvPr userDrawn="1"/>
        </p:nvSpPr>
        <p:spPr>
          <a:xfrm>
            <a:off x="6200775" y="1233487"/>
            <a:ext cx="5619751"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DE3A6AA5-A315-455E-B5C7-E53E3746ED81}"/>
              </a:ext>
            </a:extLst>
          </p:cNvPr>
          <p:cNvSpPr>
            <a:spLocks noGrp="1"/>
          </p:cNvSpPr>
          <p:nvPr>
            <p:ph type="title"/>
          </p:nvPr>
        </p:nvSpPr>
        <p:spPr/>
        <p:txBody>
          <a:bodyPr rtlCol="0"/>
          <a:lstStyle/>
          <a:p>
            <a:pPr rtl="0"/>
            <a:r>
              <a:rPr lang="es-ES" noProof="0"/>
              <a:t>Haga clic para modificar el estilo de título del patrón</a:t>
            </a:r>
          </a:p>
        </p:txBody>
      </p:sp>
      <p:sp>
        <p:nvSpPr>
          <p:cNvPr id="4" name="Marcador de contenido 3">
            <a:extLst>
              <a:ext uri="{FF2B5EF4-FFF2-40B4-BE49-F238E27FC236}">
                <a16:creationId xmlns:a16="http://schemas.microsoft.com/office/drawing/2014/main" id="{23F1116B-C8B0-450D-83F6-49C4ABB22CCD}"/>
              </a:ext>
            </a:extLst>
          </p:cNvPr>
          <p:cNvSpPr>
            <a:spLocks noGrp="1"/>
          </p:cNvSpPr>
          <p:nvPr>
            <p:ph sz="half" idx="2"/>
          </p:nvPr>
        </p:nvSpPr>
        <p:spPr>
          <a:xfrm>
            <a:off x="6383054" y="1357414"/>
            <a:ext cx="5255193" cy="240486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posición de número de diapositiva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8" name="Marcador de posición de imagen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5757863" cy="24156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1" name="Marcador de posición de imagen 6">
            <a:extLst>
              <a:ext uri="{FF2B5EF4-FFF2-40B4-BE49-F238E27FC236}">
                <a16:creationId xmlns:a16="http://schemas.microsoft.com/office/drawing/2014/main" id="{B9795E85-7B91-41BB-9DF4-A4893AA48FFA}"/>
              </a:ext>
            </a:extLst>
          </p:cNvPr>
          <p:cNvSpPr>
            <a:spLocks noGrp="1"/>
          </p:cNvSpPr>
          <p:nvPr>
            <p:ph type="pic" sz="quarter" idx="14"/>
          </p:nvPr>
        </p:nvSpPr>
        <p:spPr>
          <a:xfrm>
            <a:off x="6200775" y="3967163"/>
            <a:ext cx="5619750" cy="24145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2" name="Rectángulo 11">
            <a:extLst>
              <a:ext uri="{FF2B5EF4-FFF2-40B4-BE49-F238E27FC236}">
                <a16:creationId xmlns:a16="http://schemas.microsoft.com/office/drawing/2014/main" id="{BB372D75-4BAD-4C47-AE7D-0F2711031EEC}"/>
              </a:ext>
            </a:extLst>
          </p:cNvPr>
          <p:cNvSpPr/>
          <p:nvPr userDrawn="1"/>
        </p:nvSpPr>
        <p:spPr>
          <a:xfrm>
            <a:off x="371475" y="3643799"/>
            <a:ext cx="5757863"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contenido 2">
            <a:extLst>
              <a:ext uri="{FF2B5EF4-FFF2-40B4-BE49-F238E27FC236}">
                <a16:creationId xmlns:a16="http://schemas.microsoft.com/office/drawing/2014/main" id="{3E60534E-DE82-45F4-8E2E-DA97F169177F}"/>
              </a:ext>
            </a:extLst>
          </p:cNvPr>
          <p:cNvSpPr>
            <a:spLocks noGrp="1"/>
          </p:cNvSpPr>
          <p:nvPr>
            <p:ph sz="half" idx="1"/>
          </p:nvPr>
        </p:nvSpPr>
        <p:spPr>
          <a:xfrm>
            <a:off x="622406" y="3848474"/>
            <a:ext cx="5256000" cy="240480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42810182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3A6AA5-A315-455E-B5C7-E53E3746ED81}"/>
              </a:ext>
            </a:extLst>
          </p:cNvPr>
          <p:cNvSpPr>
            <a:spLocks noGrp="1"/>
          </p:cNvSpPr>
          <p:nvPr>
            <p:ph type="title"/>
          </p:nvPr>
        </p:nvSpPr>
        <p:spPr/>
        <p:txBody>
          <a:bodyPr rtlCol="0"/>
          <a:lstStyle/>
          <a:p>
            <a:pPr rtl="0"/>
            <a:r>
              <a:rPr lang="es-ES" noProof="0"/>
              <a:t>Haga clic para modificar el estilo de título del patrón</a:t>
            </a:r>
          </a:p>
        </p:txBody>
      </p:sp>
      <p:sp>
        <p:nvSpPr>
          <p:cNvPr id="7" name="Marcador de posición de número de diapositiva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8" name="Marcador de posición de imagen 6">
            <a:extLst>
              <a:ext uri="{FF2B5EF4-FFF2-40B4-BE49-F238E27FC236}">
                <a16:creationId xmlns:a16="http://schemas.microsoft.com/office/drawing/2014/main" id="{4DC80855-A1B8-4B65-B6F6-2AA6239EC246}"/>
              </a:ext>
            </a:extLst>
          </p:cNvPr>
          <p:cNvSpPr>
            <a:spLocks noGrp="1"/>
          </p:cNvSpPr>
          <p:nvPr>
            <p:ph type="pic" sz="quarter" idx="13"/>
          </p:nvPr>
        </p:nvSpPr>
        <p:spPr>
          <a:xfrm>
            <a:off x="371475" y="1233488"/>
            <a:ext cx="11520488" cy="2381361"/>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2" name="Rectángulo 11">
            <a:extLst>
              <a:ext uri="{FF2B5EF4-FFF2-40B4-BE49-F238E27FC236}">
                <a16:creationId xmlns:a16="http://schemas.microsoft.com/office/drawing/2014/main" id="{BB372D75-4BAD-4C47-AE7D-0F2711031EEC}"/>
              </a:ext>
            </a:extLst>
          </p:cNvPr>
          <p:cNvSpPr/>
          <p:nvPr userDrawn="1"/>
        </p:nvSpPr>
        <p:spPr>
          <a:xfrm>
            <a:off x="371475" y="3643799"/>
            <a:ext cx="11520488"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contenido 3">
            <a:extLst>
              <a:ext uri="{FF2B5EF4-FFF2-40B4-BE49-F238E27FC236}">
                <a16:creationId xmlns:a16="http://schemas.microsoft.com/office/drawing/2014/main" id="{23F1116B-C8B0-450D-83F6-49C4ABB22CCD}"/>
              </a:ext>
            </a:extLst>
          </p:cNvPr>
          <p:cNvSpPr>
            <a:spLocks noGrp="1"/>
          </p:cNvSpPr>
          <p:nvPr>
            <p:ph sz="half" idx="2"/>
          </p:nvPr>
        </p:nvSpPr>
        <p:spPr>
          <a:xfrm>
            <a:off x="6383054" y="3808206"/>
            <a:ext cx="5255193" cy="240486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3" name="Marcador de contenido 2">
            <a:extLst>
              <a:ext uri="{FF2B5EF4-FFF2-40B4-BE49-F238E27FC236}">
                <a16:creationId xmlns:a16="http://schemas.microsoft.com/office/drawing/2014/main" id="{3E60534E-DE82-45F4-8E2E-DA97F169177F}"/>
              </a:ext>
            </a:extLst>
          </p:cNvPr>
          <p:cNvSpPr>
            <a:spLocks noGrp="1"/>
          </p:cNvSpPr>
          <p:nvPr>
            <p:ph sz="half" idx="1"/>
          </p:nvPr>
        </p:nvSpPr>
        <p:spPr>
          <a:xfrm>
            <a:off x="622406" y="3808236"/>
            <a:ext cx="5256000" cy="240480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cxnSp>
        <p:nvCxnSpPr>
          <p:cNvPr id="6" name="Conector recto 5">
            <a:extLst>
              <a:ext uri="{FF2B5EF4-FFF2-40B4-BE49-F238E27FC236}">
                <a16:creationId xmlns:a16="http://schemas.microsoft.com/office/drawing/2014/main" id="{C15E3050-1157-4448-A84E-5AC72FC84A7F}"/>
              </a:ext>
            </a:extLst>
          </p:cNvPr>
          <p:cNvCxnSpPr/>
          <p:nvPr userDrawn="1"/>
        </p:nvCxnSpPr>
        <p:spPr>
          <a:xfrm>
            <a:off x="6131719" y="3774712"/>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53863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Dos objetos">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Rectángulo 21">
            <a:extLst>
              <a:ext uri="{FF2B5EF4-FFF2-40B4-BE49-F238E27FC236}">
                <a16:creationId xmlns:a16="http://schemas.microsoft.com/office/drawing/2014/main" id="{115DEB4D-1697-4E72-B2BF-F5EA1EF3B009}"/>
              </a:ext>
            </a:extLst>
          </p:cNvPr>
          <p:cNvSpPr/>
          <p:nvPr userDrawn="1"/>
        </p:nvSpPr>
        <p:spPr>
          <a:xfrm>
            <a:off x="7162799" y="3052634"/>
            <a:ext cx="1368533"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DE3A6AA5-A315-455E-B5C7-E53E3746ED81}"/>
              </a:ext>
            </a:extLst>
          </p:cNvPr>
          <p:cNvSpPr>
            <a:spLocks noGrp="1"/>
          </p:cNvSpPr>
          <p:nvPr>
            <p:ph type="title"/>
          </p:nvPr>
        </p:nvSpPr>
        <p:spPr>
          <a:xfrm>
            <a:off x="371475" y="1334424"/>
            <a:ext cx="4448175" cy="1520824"/>
          </a:xfrm>
        </p:spPr>
        <p:txBody>
          <a:bodyPr rtlCol="0" anchor="b">
            <a:noAutofit/>
          </a:bodyPr>
          <a:lstStyle>
            <a:lvl1pPr>
              <a:defRPr sz="3600"/>
            </a:lvl1pPr>
          </a:lstStyle>
          <a:p>
            <a:pPr rtl="0"/>
            <a:r>
              <a:rPr lang="es-ES" noProof="0"/>
              <a:t>Haga clic para modificar el estilo de título del patrón</a:t>
            </a:r>
          </a:p>
        </p:txBody>
      </p:sp>
      <p:sp>
        <p:nvSpPr>
          <p:cNvPr id="7" name="Marcador de número de diapositiva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4" name="Marcador de contenido 3">
            <a:extLst>
              <a:ext uri="{FF2B5EF4-FFF2-40B4-BE49-F238E27FC236}">
                <a16:creationId xmlns:a16="http://schemas.microsoft.com/office/drawing/2014/main" id="{23F1116B-C8B0-450D-83F6-49C4ABB22CCD}"/>
              </a:ext>
            </a:extLst>
          </p:cNvPr>
          <p:cNvSpPr>
            <a:spLocks noGrp="1"/>
          </p:cNvSpPr>
          <p:nvPr>
            <p:ph sz="half" idx="2"/>
          </p:nvPr>
        </p:nvSpPr>
        <p:spPr>
          <a:xfrm>
            <a:off x="3609563" y="3118775"/>
            <a:ext cx="2927311" cy="3081999"/>
          </a:xfrm>
        </p:spPr>
        <p:txBody>
          <a:bodyPr rtlCol="0">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3" name="Marcador de contenido 2">
            <a:extLst>
              <a:ext uri="{FF2B5EF4-FFF2-40B4-BE49-F238E27FC236}">
                <a16:creationId xmlns:a16="http://schemas.microsoft.com/office/drawing/2014/main" id="{3E60534E-DE82-45F4-8E2E-DA97F169177F}"/>
              </a:ext>
            </a:extLst>
          </p:cNvPr>
          <p:cNvSpPr>
            <a:spLocks noGrp="1"/>
          </p:cNvSpPr>
          <p:nvPr>
            <p:ph sz="half" idx="1"/>
          </p:nvPr>
        </p:nvSpPr>
        <p:spPr>
          <a:xfrm>
            <a:off x="371475" y="3118776"/>
            <a:ext cx="2926800" cy="3081922"/>
          </a:xfrm>
        </p:spPr>
        <p:txBody>
          <a:bodyPr rtlCol="0">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25" name="Marcador de posición de imagen 24">
            <a:extLst>
              <a:ext uri="{FF2B5EF4-FFF2-40B4-BE49-F238E27FC236}">
                <a16:creationId xmlns:a16="http://schemas.microsoft.com/office/drawing/2014/main" id="{84421AF3-217F-49BD-BF47-1140F3F445D8}"/>
              </a:ext>
            </a:extLst>
          </p:cNvPr>
          <p:cNvSpPr>
            <a:spLocks noGrp="1"/>
          </p:cNvSpPr>
          <p:nvPr>
            <p:ph type="pic" sz="quarter" idx="15"/>
          </p:nvPr>
        </p:nvSpPr>
        <p:spPr>
          <a:xfrm>
            <a:off x="4908415" y="-4277"/>
            <a:ext cx="7283585"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rtl="0">
              <a:buNone/>
            </a:pPr>
            <a:r>
              <a:rPr lang="es-ES" noProof="0"/>
              <a:t>Haga clic en el icono para agregar una imagen</a:t>
            </a:r>
          </a:p>
        </p:txBody>
      </p:sp>
      <p:sp>
        <p:nvSpPr>
          <p:cNvPr id="20" name="Rectángulo 19">
            <a:extLst>
              <a:ext uri="{FF2B5EF4-FFF2-40B4-BE49-F238E27FC236}">
                <a16:creationId xmlns:a16="http://schemas.microsoft.com/office/drawing/2014/main" id="{475378D9-445B-4812-AE73-9B2CF92DCDF1}"/>
              </a:ext>
            </a:extLst>
          </p:cNvPr>
          <p:cNvSpPr/>
          <p:nvPr userDrawn="1"/>
        </p:nvSpPr>
        <p:spPr>
          <a:xfrm>
            <a:off x="6210299" y="2027725"/>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Rectángulo 20">
            <a:extLst>
              <a:ext uri="{FF2B5EF4-FFF2-40B4-BE49-F238E27FC236}">
                <a16:creationId xmlns:a16="http://schemas.microsoft.com/office/drawing/2014/main" id="{B569B8CC-B741-4501-A871-F6CC58941F5C}"/>
              </a:ext>
            </a:extLst>
          </p:cNvPr>
          <p:cNvSpPr/>
          <p:nvPr userDrawn="1"/>
        </p:nvSpPr>
        <p:spPr>
          <a:xfrm>
            <a:off x="8661263" y="4055448"/>
            <a:ext cx="1073287"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cxnSp>
        <p:nvCxnSpPr>
          <p:cNvPr id="23" name="Conector recto 22">
            <a:extLst>
              <a:ext uri="{FF2B5EF4-FFF2-40B4-BE49-F238E27FC236}">
                <a16:creationId xmlns:a16="http://schemas.microsoft.com/office/drawing/2014/main" id="{8ED9C5BC-5F16-4DC8-BAA3-30A378B7F5FB}"/>
              </a:ext>
            </a:extLst>
          </p:cNvPr>
          <p:cNvCxnSpPr>
            <a:cxnSpLocks/>
          </p:cNvCxnSpPr>
          <p:nvPr userDrawn="1"/>
        </p:nvCxnSpPr>
        <p:spPr>
          <a:xfrm>
            <a:off x="3452019"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2F0E9B02-FBE7-4B3F-833A-FCDE146B2DAD}"/>
              </a:ext>
            </a:extLst>
          </p:cNvPr>
          <p:cNvSpPr/>
          <p:nvPr userDrawn="1"/>
        </p:nvSpPr>
        <p:spPr>
          <a:xfrm>
            <a:off x="0" y="1405862"/>
            <a:ext cx="300037"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2589608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Dos objetos">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F30BCBF1-64A6-4051-BC31-B793E99731A6}"/>
              </a:ext>
            </a:extLst>
          </p:cNvPr>
          <p:cNvSpPr/>
          <p:nvPr userDrawn="1"/>
        </p:nvSpPr>
        <p:spPr>
          <a:xfrm>
            <a:off x="0" y="0"/>
            <a:ext cx="12192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Marcador de posición de imagen 6">
            <a:extLst>
              <a:ext uri="{FF2B5EF4-FFF2-40B4-BE49-F238E27FC236}">
                <a16:creationId xmlns:a16="http://schemas.microsoft.com/office/drawing/2014/main" id="{73E3AB81-FB3C-492F-8AB9-CFC37EECCEE7}"/>
              </a:ext>
            </a:extLst>
          </p:cNvPr>
          <p:cNvSpPr>
            <a:spLocks noGrp="1"/>
          </p:cNvSpPr>
          <p:nvPr>
            <p:ph type="pic" sz="quarter" idx="13"/>
          </p:nvPr>
        </p:nvSpPr>
        <p:spPr>
          <a:xfrm>
            <a:off x="371475" y="260350"/>
            <a:ext cx="11520488" cy="61214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4" name="Rectángulo 13">
            <a:extLst>
              <a:ext uri="{FF2B5EF4-FFF2-40B4-BE49-F238E27FC236}">
                <a16:creationId xmlns:a16="http://schemas.microsoft.com/office/drawing/2014/main" id="{BF2C4CC9-6F35-4EBF-857F-EBD298D77347}"/>
              </a:ext>
            </a:extLst>
          </p:cNvPr>
          <p:cNvSpPr/>
          <p:nvPr userDrawn="1"/>
        </p:nvSpPr>
        <p:spPr>
          <a:xfrm>
            <a:off x="1578741"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Rectángulo 14">
            <a:extLst>
              <a:ext uri="{FF2B5EF4-FFF2-40B4-BE49-F238E27FC236}">
                <a16:creationId xmlns:a16="http://schemas.microsoft.com/office/drawing/2014/main" id="{D1D54A23-014A-49B4-9E28-7641C8A4F0C1}"/>
              </a:ext>
            </a:extLst>
          </p:cNvPr>
          <p:cNvSpPr/>
          <p:nvPr userDrawn="1"/>
        </p:nvSpPr>
        <p:spPr>
          <a:xfrm>
            <a:off x="6184487" y="2299953"/>
            <a:ext cx="4420009"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DE3A6AA5-A315-455E-B5C7-E53E3746ED81}"/>
              </a:ext>
            </a:extLst>
          </p:cNvPr>
          <p:cNvSpPr>
            <a:spLocks noGrp="1"/>
          </p:cNvSpPr>
          <p:nvPr>
            <p:ph type="title"/>
          </p:nvPr>
        </p:nvSpPr>
        <p:spPr>
          <a:xfrm>
            <a:off x="1587504" y="1233488"/>
            <a:ext cx="9016993" cy="761076"/>
          </a:xfrm>
        </p:spPr>
        <p:txBody>
          <a:bodyPr rtlCol="0" anchor="ctr">
            <a:noAutofit/>
          </a:bodyPr>
          <a:lstStyle>
            <a:lvl1pPr algn="ctr">
              <a:defRPr sz="3600"/>
            </a:lvl1pPr>
          </a:lstStyle>
          <a:p>
            <a:pPr rtl="0"/>
            <a:r>
              <a:rPr lang="es-ES" noProof="0"/>
              <a:t>Haga clic para modificar el estilo de título del patrón</a:t>
            </a:r>
          </a:p>
        </p:txBody>
      </p:sp>
      <p:sp>
        <p:nvSpPr>
          <p:cNvPr id="7" name="Marcador de número de diapositiva 6">
            <a:extLst>
              <a:ext uri="{FF2B5EF4-FFF2-40B4-BE49-F238E27FC236}">
                <a16:creationId xmlns:a16="http://schemas.microsoft.com/office/drawing/2014/main" id="{2C182A82-4FBE-4689-B739-692549B4030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4" name="Marcador de posición de contenido 3">
            <a:extLst>
              <a:ext uri="{FF2B5EF4-FFF2-40B4-BE49-F238E27FC236}">
                <a16:creationId xmlns:a16="http://schemas.microsoft.com/office/drawing/2014/main" id="{23F1116B-C8B0-450D-83F6-49C4ABB22CCD}"/>
              </a:ext>
            </a:extLst>
          </p:cNvPr>
          <p:cNvSpPr>
            <a:spLocks noGrp="1"/>
          </p:cNvSpPr>
          <p:nvPr>
            <p:ph sz="half" idx="2"/>
          </p:nvPr>
        </p:nvSpPr>
        <p:spPr>
          <a:xfrm>
            <a:off x="6328091" y="2424864"/>
            <a:ext cx="4132800" cy="2833200"/>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3" name="Marcador de contenido 2">
            <a:extLst>
              <a:ext uri="{FF2B5EF4-FFF2-40B4-BE49-F238E27FC236}">
                <a16:creationId xmlns:a16="http://schemas.microsoft.com/office/drawing/2014/main" id="{3E60534E-DE82-45F4-8E2E-DA97F169177F}"/>
              </a:ext>
            </a:extLst>
          </p:cNvPr>
          <p:cNvSpPr>
            <a:spLocks noGrp="1"/>
          </p:cNvSpPr>
          <p:nvPr>
            <p:ph sz="half" idx="1"/>
          </p:nvPr>
        </p:nvSpPr>
        <p:spPr>
          <a:xfrm>
            <a:off x="1722820" y="2424864"/>
            <a:ext cx="4131850" cy="2832101"/>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1069587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Rectángulo 4">
            <a:extLst>
              <a:ext uri="{FF2B5EF4-FFF2-40B4-BE49-F238E27FC236}">
                <a16:creationId xmlns:a16="http://schemas.microsoft.com/office/drawing/2014/main" id="{113E1565-5B33-4914-9800-50B8400266FF}"/>
              </a:ext>
            </a:extLst>
          </p:cNvPr>
          <p:cNvSpPr/>
          <p:nvPr userDrawn="1"/>
        </p:nvSpPr>
        <p:spPr>
          <a:xfrm>
            <a:off x="0" y="0"/>
            <a:ext cx="12191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Marcador de posición de imagen 6">
            <a:extLst>
              <a:ext uri="{FF2B5EF4-FFF2-40B4-BE49-F238E27FC236}">
                <a16:creationId xmlns:a16="http://schemas.microsoft.com/office/drawing/2014/main" id="{DE438B2E-01A6-453B-928D-97D98438168E}"/>
              </a:ext>
            </a:extLst>
          </p:cNvPr>
          <p:cNvSpPr>
            <a:spLocks noGrp="1"/>
          </p:cNvSpPr>
          <p:nvPr>
            <p:ph type="pic" sz="quarter" idx="13"/>
          </p:nvPr>
        </p:nvSpPr>
        <p:spPr>
          <a:xfrm>
            <a:off x="335756" y="260350"/>
            <a:ext cx="11520488"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291105708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En blanc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7" name="Marcador de posición de imagen 26">
            <a:extLst>
              <a:ext uri="{FF2B5EF4-FFF2-40B4-BE49-F238E27FC236}">
                <a16:creationId xmlns:a16="http://schemas.microsoft.com/office/drawing/2014/main" id="{404FC023-3732-4036-B4DA-F34DC453036D}"/>
              </a:ext>
            </a:extLst>
          </p:cNvPr>
          <p:cNvSpPr>
            <a:spLocks noGrp="1"/>
          </p:cNvSpPr>
          <p:nvPr>
            <p:ph type="pic" sz="quarter" idx="13"/>
          </p:nvPr>
        </p:nvSpPr>
        <p:spPr>
          <a:xfrm>
            <a:off x="1" y="1"/>
            <a:ext cx="12191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4221609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En blanc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18957288-25D1-4D25-BECD-5A2E6A888185}"/>
              </a:ext>
            </a:extLst>
          </p:cNvPr>
          <p:cNvSpPr>
            <a:spLocks noGrp="1"/>
          </p:cNvSpPr>
          <p:nvPr>
            <p:ph type="pic" sz="quarter" idx="13"/>
          </p:nvPr>
        </p:nvSpPr>
        <p:spPr>
          <a:xfrm>
            <a:off x="371475" y="260350"/>
            <a:ext cx="44926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5" name="Marcador de posición de imagen 6">
            <a:extLst>
              <a:ext uri="{FF2B5EF4-FFF2-40B4-BE49-F238E27FC236}">
                <a16:creationId xmlns:a16="http://schemas.microsoft.com/office/drawing/2014/main" id="{D9C7DFC2-3A77-4761-A9AF-98963C5CCA07}"/>
              </a:ext>
            </a:extLst>
          </p:cNvPr>
          <p:cNvSpPr>
            <a:spLocks noGrp="1"/>
          </p:cNvSpPr>
          <p:nvPr>
            <p:ph type="pic" sz="quarter" idx="14"/>
          </p:nvPr>
        </p:nvSpPr>
        <p:spPr>
          <a:xfrm>
            <a:off x="4981575" y="260350"/>
            <a:ext cx="2740025"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6" name="Marcador de posición de imagen 6">
            <a:extLst>
              <a:ext uri="{FF2B5EF4-FFF2-40B4-BE49-F238E27FC236}">
                <a16:creationId xmlns:a16="http://schemas.microsoft.com/office/drawing/2014/main" id="{3F6FD22A-5FDA-45EC-BE49-3C0E30A397B0}"/>
              </a:ext>
            </a:extLst>
          </p:cNvPr>
          <p:cNvSpPr>
            <a:spLocks noGrp="1"/>
          </p:cNvSpPr>
          <p:nvPr>
            <p:ph type="pic" sz="quarter" idx="15"/>
          </p:nvPr>
        </p:nvSpPr>
        <p:spPr>
          <a:xfrm>
            <a:off x="7839076" y="260350"/>
            <a:ext cx="4052888" cy="380365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7" name="Marcador de posición de imagen 6">
            <a:extLst>
              <a:ext uri="{FF2B5EF4-FFF2-40B4-BE49-F238E27FC236}">
                <a16:creationId xmlns:a16="http://schemas.microsoft.com/office/drawing/2014/main" id="{B64BDA74-9644-41EB-984D-939D27B60F3F}"/>
              </a:ext>
            </a:extLst>
          </p:cNvPr>
          <p:cNvSpPr>
            <a:spLocks noGrp="1"/>
          </p:cNvSpPr>
          <p:nvPr>
            <p:ph type="pic" sz="quarter" idx="16"/>
          </p:nvPr>
        </p:nvSpPr>
        <p:spPr>
          <a:xfrm>
            <a:off x="7839076" y="4165600"/>
            <a:ext cx="4052888" cy="2395538"/>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41144738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En blanc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12192001" cy="4391024"/>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grpSp>
        <p:nvGrpSpPr>
          <p:cNvPr id="2" name="Grupo 1">
            <a:extLst>
              <a:ext uri="{FF2B5EF4-FFF2-40B4-BE49-F238E27FC236}">
                <a16:creationId xmlns:a16="http://schemas.microsoft.com/office/drawing/2014/main" id="{18F30468-CC2E-4430-88DD-81D548B988FA}"/>
              </a:ext>
            </a:extLst>
          </p:cNvPr>
          <p:cNvGrpSpPr/>
          <p:nvPr userDrawn="1"/>
        </p:nvGrpSpPr>
        <p:grpSpPr>
          <a:xfrm>
            <a:off x="371474" y="260350"/>
            <a:ext cx="644525" cy="973138"/>
            <a:chOff x="371475" y="671713"/>
            <a:chExt cx="496540" cy="836738"/>
          </a:xfrm>
        </p:grpSpPr>
        <p:sp>
          <p:nvSpPr>
            <p:cNvPr id="8" name="Rectángulo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Rectángulo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
        <p:nvSpPr>
          <p:cNvPr id="10" name="Rectángulo 9">
            <a:extLst>
              <a:ext uri="{FF2B5EF4-FFF2-40B4-BE49-F238E27FC236}">
                <a16:creationId xmlns:a16="http://schemas.microsoft.com/office/drawing/2014/main" id="{38B3D026-83A3-4D78-8B11-A20A6F47170C}"/>
              </a:ext>
            </a:extLst>
          </p:cNvPr>
          <p:cNvSpPr/>
          <p:nvPr userDrawn="1"/>
        </p:nvSpPr>
        <p:spPr>
          <a:xfrm>
            <a:off x="10795001" y="5642462"/>
            <a:ext cx="1397000" cy="12155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23599560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En blanc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EAB4EF4F-0A84-4C50-B171-F044231527B2}"/>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1" name="Rectángulo 10">
            <a:extLst>
              <a:ext uri="{FF2B5EF4-FFF2-40B4-BE49-F238E27FC236}">
                <a16:creationId xmlns:a16="http://schemas.microsoft.com/office/drawing/2014/main" id="{9171FC10-F7C3-4841-A705-B83FDE093009}"/>
              </a:ext>
            </a:extLst>
          </p:cNvPr>
          <p:cNvSpPr/>
          <p:nvPr userDrawn="1"/>
        </p:nvSpPr>
        <p:spPr>
          <a:xfrm>
            <a:off x="9398000" y="0"/>
            <a:ext cx="279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18957288-25D1-4D25-BECD-5A2E6A888185}"/>
              </a:ext>
            </a:extLst>
          </p:cNvPr>
          <p:cNvSpPr>
            <a:spLocks noGrp="1"/>
          </p:cNvSpPr>
          <p:nvPr>
            <p:ph type="pic" sz="quarter" idx="13"/>
          </p:nvPr>
        </p:nvSpPr>
        <p:spPr>
          <a:xfrm>
            <a:off x="0" y="260350"/>
            <a:ext cx="11891963" cy="6300788"/>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10350859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rtlCol="0"/>
          <a:lstStyle/>
          <a:p>
            <a:pPr rtl="0"/>
            <a:r>
              <a:rPr lang="es-ES" noProof="0"/>
              <a:t>Haga clic para modificar el estilo de título del patrón</a:t>
            </a:r>
          </a:p>
        </p:txBody>
      </p:sp>
      <p:sp>
        <p:nvSpPr>
          <p:cNvPr id="9" name="Marcador de número de diapositiva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8" name="Marcador de posición de imagen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2466000"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7" name="Rectángulo 6">
            <a:extLst>
              <a:ext uri="{FF2B5EF4-FFF2-40B4-BE49-F238E27FC236}">
                <a16:creationId xmlns:a16="http://schemas.microsoft.com/office/drawing/2014/main" id="{02FAA6CD-8686-4F0E-9F34-3D74AC34027E}"/>
              </a:ext>
            </a:extLst>
          </p:cNvPr>
          <p:cNvSpPr/>
          <p:nvPr userDrawn="1"/>
        </p:nvSpPr>
        <p:spPr>
          <a:xfrm>
            <a:off x="2892285"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texto 2">
            <a:extLst>
              <a:ext uri="{FF2B5EF4-FFF2-40B4-BE49-F238E27FC236}">
                <a16:creationId xmlns:a16="http://schemas.microsoft.com/office/drawing/2014/main" id="{9DA658D4-2F70-44A3-A7C3-BF6A1D7BE2A9}"/>
              </a:ext>
            </a:extLst>
          </p:cNvPr>
          <p:cNvSpPr>
            <a:spLocks noGrp="1"/>
          </p:cNvSpPr>
          <p:nvPr>
            <p:ph type="body" idx="1"/>
          </p:nvPr>
        </p:nvSpPr>
        <p:spPr>
          <a:xfrm>
            <a:off x="3004445" y="1330963"/>
            <a:ext cx="2986019" cy="1076636"/>
          </a:xfrm>
        </p:spPr>
        <p:txBody>
          <a:bodyPr rtlCol="0"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0" name="Rectángulo 9">
            <a:extLst>
              <a:ext uri="{FF2B5EF4-FFF2-40B4-BE49-F238E27FC236}">
                <a16:creationId xmlns:a16="http://schemas.microsoft.com/office/drawing/2014/main" id="{735AFBAA-25FF-494A-937E-3DFC5F737803}"/>
              </a:ext>
            </a:extLst>
          </p:cNvPr>
          <p:cNvSpPr/>
          <p:nvPr userDrawn="1"/>
        </p:nvSpPr>
        <p:spPr>
          <a:xfrm>
            <a:off x="2892284"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contenido 3">
            <a:extLst>
              <a:ext uri="{FF2B5EF4-FFF2-40B4-BE49-F238E27FC236}">
                <a16:creationId xmlns:a16="http://schemas.microsoft.com/office/drawing/2014/main" id="{CDF57B0C-62A3-4053-936D-9841C7D76D8B}"/>
              </a:ext>
            </a:extLst>
          </p:cNvPr>
          <p:cNvSpPr>
            <a:spLocks noGrp="1"/>
          </p:cNvSpPr>
          <p:nvPr>
            <p:ph sz="half" idx="2"/>
          </p:nvPr>
        </p:nvSpPr>
        <p:spPr>
          <a:xfrm>
            <a:off x="3004445" y="2623930"/>
            <a:ext cx="2986019" cy="3448880"/>
          </a:xfrm>
        </p:spPr>
        <p:txBody>
          <a:bodyPr rtlCol="0">
            <a:normAutofit/>
          </a:bodyPr>
          <a:lstStyle>
            <a:lvl1pPr>
              <a:defRPr sz="1800"/>
            </a:lvl1pPr>
            <a:lvl2pPr>
              <a:defRPr sz="1600"/>
            </a:lvl2pPr>
            <a:lvl3pPr>
              <a:defRPr sz="1400"/>
            </a:lvl3pPr>
            <a:lvl4pPr>
              <a:defRPr sz="1200"/>
            </a:lvl4pPr>
            <a:lvl5pPr>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1" name="Marcador de posición de imagen 6">
            <a:extLst>
              <a:ext uri="{FF2B5EF4-FFF2-40B4-BE49-F238E27FC236}">
                <a16:creationId xmlns:a16="http://schemas.microsoft.com/office/drawing/2014/main" id="{F36B08A9-4F2C-4D72-A755-CBF0DAD5A4FC}"/>
              </a:ext>
            </a:extLst>
          </p:cNvPr>
          <p:cNvSpPr>
            <a:spLocks noGrp="1"/>
          </p:cNvSpPr>
          <p:nvPr>
            <p:ph type="pic" sz="quarter" idx="14"/>
          </p:nvPr>
        </p:nvSpPr>
        <p:spPr>
          <a:xfrm>
            <a:off x="6151738" y="1233487"/>
            <a:ext cx="246490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2" name="Rectángulo 11">
            <a:extLst>
              <a:ext uri="{FF2B5EF4-FFF2-40B4-BE49-F238E27FC236}">
                <a16:creationId xmlns:a16="http://schemas.microsoft.com/office/drawing/2014/main" id="{7CD8F79B-BFE6-4B3E-8853-5C61FDFF46D9}"/>
              </a:ext>
            </a:extLst>
          </p:cNvPr>
          <p:cNvSpPr/>
          <p:nvPr userDrawn="1"/>
        </p:nvSpPr>
        <p:spPr>
          <a:xfrm>
            <a:off x="8673131"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bg1"/>
              </a:solidFill>
            </a:endParaRPr>
          </a:p>
        </p:txBody>
      </p:sp>
      <p:sp>
        <p:nvSpPr>
          <p:cNvPr id="13" name="Rectángulo 12">
            <a:extLst>
              <a:ext uri="{FF2B5EF4-FFF2-40B4-BE49-F238E27FC236}">
                <a16:creationId xmlns:a16="http://schemas.microsoft.com/office/drawing/2014/main" id="{33B3569E-E4EC-433C-AFDA-E50961675D8F}"/>
              </a:ext>
            </a:extLst>
          </p:cNvPr>
          <p:cNvSpPr/>
          <p:nvPr userDrawn="1"/>
        </p:nvSpPr>
        <p:spPr>
          <a:xfrm>
            <a:off x="8673130"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posición de texto 4">
            <a:extLst>
              <a:ext uri="{FF2B5EF4-FFF2-40B4-BE49-F238E27FC236}">
                <a16:creationId xmlns:a16="http://schemas.microsoft.com/office/drawing/2014/main" id="{BA2A6524-3EAC-4E27-BF8E-8F87E480F902}"/>
              </a:ext>
            </a:extLst>
          </p:cNvPr>
          <p:cNvSpPr>
            <a:spLocks noGrp="1"/>
          </p:cNvSpPr>
          <p:nvPr>
            <p:ph type="body" sz="quarter" idx="3"/>
          </p:nvPr>
        </p:nvSpPr>
        <p:spPr>
          <a:xfrm>
            <a:off x="8786099" y="1333189"/>
            <a:ext cx="2984400" cy="1074410"/>
          </a:xfrm>
        </p:spPr>
        <p:txBody>
          <a:bodyPr rtlCol="0"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61FB94EC-1786-4ACB-B9A8-28216C7AB699}"/>
              </a:ext>
            </a:extLst>
          </p:cNvPr>
          <p:cNvSpPr>
            <a:spLocks noGrp="1"/>
          </p:cNvSpPr>
          <p:nvPr>
            <p:ph sz="quarter" idx="4"/>
          </p:nvPr>
        </p:nvSpPr>
        <p:spPr>
          <a:xfrm>
            <a:off x="8786099" y="2623930"/>
            <a:ext cx="2984400" cy="3448881"/>
          </a:xfrm>
        </p:spPr>
        <p:txBody>
          <a:bodyPr rtlCol="0">
            <a:normAutofit/>
          </a:bodyPr>
          <a:lstStyle>
            <a:lvl1pPr>
              <a:defRPr sz="1800"/>
            </a:lvl1pPr>
            <a:lvl2pPr>
              <a:defRPr sz="1600"/>
            </a:lvl2pPr>
            <a:lvl3pPr>
              <a:defRPr sz="1400"/>
            </a:lvl3pPr>
            <a:lvl4pPr>
              <a:defRPr sz="1200"/>
            </a:lvl4pPr>
            <a:lvl5pPr>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896188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rtlCol="0"/>
          <a:lstStyle/>
          <a:p>
            <a:pPr rtl="0"/>
            <a:r>
              <a:rPr lang="es-ES" noProof="0"/>
              <a:t>Haga clic para modificar el estilo de título del patrón</a:t>
            </a:r>
          </a:p>
        </p:txBody>
      </p:sp>
      <p:sp>
        <p:nvSpPr>
          <p:cNvPr id="9" name="Marcador de número de diapositiva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8" name="Marcador de posición de imagen 6">
            <a:extLst>
              <a:ext uri="{FF2B5EF4-FFF2-40B4-BE49-F238E27FC236}">
                <a16:creationId xmlns:a16="http://schemas.microsoft.com/office/drawing/2014/main" id="{39EF0319-0CF7-4AB8-BE69-FEE9B6C298FE}"/>
              </a:ext>
            </a:extLst>
          </p:cNvPr>
          <p:cNvSpPr>
            <a:spLocks noGrp="1"/>
          </p:cNvSpPr>
          <p:nvPr>
            <p:ph type="pic" sz="quarter" idx="13"/>
          </p:nvPr>
        </p:nvSpPr>
        <p:spPr>
          <a:xfrm>
            <a:off x="7063827" y="1233488"/>
            <a:ext cx="4828135"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7" name="Rectángulo 6">
            <a:extLst>
              <a:ext uri="{FF2B5EF4-FFF2-40B4-BE49-F238E27FC236}">
                <a16:creationId xmlns:a16="http://schemas.microsoft.com/office/drawing/2014/main" id="{02FAA6CD-8686-4F0E-9F34-3D74AC34027E}"/>
              </a:ext>
            </a:extLst>
          </p:cNvPr>
          <p:cNvSpPr/>
          <p:nvPr userDrawn="1"/>
        </p:nvSpPr>
        <p:spPr>
          <a:xfrm>
            <a:off x="371476" y="1233488"/>
            <a:ext cx="3210339"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 name="Marcador de texto 2">
            <a:extLst>
              <a:ext uri="{FF2B5EF4-FFF2-40B4-BE49-F238E27FC236}">
                <a16:creationId xmlns:a16="http://schemas.microsoft.com/office/drawing/2014/main" id="{9DA658D4-2F70-44A3-A7C3-BF6A1D7BE2A9}"/>
              </a:ext>
            </a:extLst>
          </p:cNvPr>
          <p:cNvSpPr>
            <a:spLocks noGrp="1"/>
          </p:cNvSpPr>
          <p:nvPr>
            <p:ph type="body" idx="1"/>
          </p:nvPr>
        </p:nvSpPr>
        <p:spPr>
          <a:xfrm>
            <a:off x="483636" y="1330963"/>
            <a:ext cx="2986019" cy="1076636"/>
          </a:xfrm>
        </p:spPr>
        <p:txBody>
          <a:bodyPr rtlCol="0"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10" name="Rectángulo 9">
            <a:extLst>
              <a:ext uri="{FF2B5EF4-FFF2-40B4-BE49-F238E27FC236}">
                <a16:creationId xmlns:a16="http://schemas.microsoft.com/office/drawing/2014/main" id="{735AFBAA-25FF-494A-937E-3DFC5F737803}"/>
              </a:ext>
            </a:extLst>
          </p:cNvPr>
          <p:cNvSpPr/>
          <p:nvPr userDrawn="1"/>
        </p:nvSpPr>
        <p:spPr>
          <a:xfrm>
            <a:off x="371475"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contenido 3">
            <a:extLst>
              <a:ext uri="{FF2B5EF4-FFF2-40B4-BE49-F238E27FC236}">
                <a16:creationId xmlns:a16="http://schemas.microsoft.com/office/drawing/2014/main" id="{CDF57B0C-62A3-4053-936D-9841C7D76D8B}"/>
              </a:ext>
            </a:extLst>
          </p:cNvPr>
          <p:cNvSpPr>
            <a:spLocks noGrp="1"/>
          </p:cNvSpPr>
          <p:nvPr>
            <p:ph sz="half" idx="2"/>
          </p:nvPr>
        </p:nvSpPr>
        <p:spPr>
          <a:xfrm>
            <a:off x="483636" y="2623930"/>
            <a:ext cx="2986019" cy="3448880"/>
          </a:xfrm>
        </p:spPr>
        <p:txBody>
          <a:bodyPr rtlCol="0">
            <a:normAutofit/>
          </a:bodyPr>
          <a:lstStyle>
            <a:lvl1pPr>
              <a:defRPr sz="1800"/>
            </a:lvl1pPr>
            <a:lvl2pPr>
              <a:defRPr sz="1600"/>
            </a:lvl2pPr>
            <a:lvl3pPr>
              <a:defRPr sz="1400"/>
            </a:lvl3pPr>
            <a:lvl4pPr>
              <a:defRPr sz="1200"/>
            </a:lvl4pPr>
            <a:lvl5pPr>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Rectángulo 11">
            <a:extLst>
              <a:ext uri="{FF2B5EF4-FFF2-40B4-BE49-F238E27FC236}">
                <a16:creationId xmlns:a16="http://schemas.microsoft.com/office/drawing/2014/main" id="{7CD8F79B-BFE6-4B3E-8853-5C61FDFF46D9}"/>
              </a:ext>
            </a:extLst>
          </p:cNvPr>
          <p:cNvSpPr/>
          <p:nvPr userDrawn="1"/>
        </p:nvSpPr>
        <p:spPr>
          <a:xfrm>
            <a:off x="3717652" y="1233488"/>
            <a:ext cx="3210339"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solidFill>
                <a:schemeClr val="bg1"/>
              </a:solidFill>
            </a:endParaRPr>
          </a:p>
        </p:txBody>
      </p:sp>
      <p:sp>
        <p:nvSpPr>
          <p:cNvPr id="13" name="Rectángulo 12">
            <a:extLst>
              <a:ext uri="{FF2B5EF4-FFF2-40B4-BE49-F238E27FC236}">
                <a16:creationId xmlns:a16="http://schemas.microsoft.com/office/drawing/2014/main" id="{33B3569E-E4EC-433C-AFDA-E50961675D8F}"/>
              </a:ext>
            </a:extLst>
          </p:cNvPr>
          <p:cNvSpPr/>
          <p:nvPr userDrawn="1"/>
        </p:nvSpPr>
        <p:spPr>
          <a:xfrm>
            <a:off x="3717651" y="2542916"/>
            <a:ext cx="3210339"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posición de texto 4">
            <a:extLst>
              <a:ext uri="{FF2B5EF4-FFF2-40B4-BE49-F238E27FC236}">
                <a16:creationId xmlns:a16="http://schemas.microsoft.com/office/drawing/2014/main" id="{BA2A6524-3EAC-4E27-BF8E-8F87E480F902}"/>
              </a:ext>
            </a:extLst>
          </p:cNvPr>
          <p:cNvSpPr>
            <a:spLocks noGrp="1"/>
          </p:cNvSpPr>
          <p:nvPr>
            <p:ph type="body" sz="quarter" idx="3"/>
          </p:nvPr>
        </p:nvSpPr>
        <p:spPr>
          <a:xfrm>
            <a:off x="3830620" y="1333189"/>
            <a:ext cx="2984400" cy="1074410"/>
          </a:xfrm>
        </p:spPr>
        <p:txBody>
          <a:bodyPr rtlCol="0" anchor="ctr"/>
          <a:lstStyle>
            <a:lvl1pPr marL="0" indent="0">
              <a:buNone/>
              <a:defRPr sz="24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61FB94EC-1786-4ACB-B9A8-28216C7AB699}"/>
              </a:ext>
            </a:extLst>
          </p:cNvPr>
          <p:cNvSpPr>
            <a:spLocks noGrp="1"/>
          </p:cNvSpPr>
          <p:nvPr>
            <p:ph sz="quarter" idx="4"/>
          </p:nvPr>
        </p:nvSpPr>
        <p:spPr>
          <a:xfrm>
            <a:off x="3830620" y="2623930"/>
            <a:ext cx="2984400" cy="3448881"/>
          </a:xfrm>
        </p:spPr>
        <p:txBody>
          <a:bodyPr rtlCol="0">
            <a:normAutofit/>
          </a:bodyPr>
          <a:lstStyle>
            <a:lvl1pPr>
              <a:defRPr sz="1800"/>
            </a:lvl1pPr>
            <a:lvl2pPr>
              <a:defRPr sz="1600"/>
            </a:lvl2pPr>
            <a:lvl3pPr>
              <a:defRPr sz="1400"/>
            </a:lvl3pPr>
            <a:lvl4pPr>
              <a:defRPr sz="1200"/>
            </a:lvl4pPr>
            <a:lvl5pPr>
              <a:defRPr sz="1200"/>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2588519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rtlCol="0"/>
          <a:lstStyle/>
          <a:p>
            <a:pPr rtl="0"/>
            <a:r>
              <a:rPr lang="es-ES" noProof="0"/>
              <a:t>Haga clic para modificar el estilo de título del patrón</a:t>
            </a:r>
          </a:p>
        </p:txBody>
      </p:sp>
      <p:sp>
        <p:nvSpPr>
          <p:cNvPr id="9" name="Marcador de número de diapositiva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8" name="Marcador de posición de imagen 6">
            <a:extLst>
              <a:ext uri="{FF2B5EF4-FFF2-40B4-BE49-F238E27FC236}">
                <a16:creationId xmlns:a16="http://schemas.microsoft.com/office/drawing/2014/main" id="{39EF0319-0CF7-4AB8-BE69-FEE9B6C298FE}"/>
              </a:ext>
            </a:extLst>
          </p:cNvPr>
          <p:cNvSpPr>
            <a:spLocks noGrp="1"/>
          </p:cNvSpPr>
          <p:nvPr>
            <p:ph type="pic" sz="quarter" idx="13"/>
          </p:nvPr>
        </p:nvSpPr>
        <p:spPr>
          <a:xfrm>
            <a:off x="371475" y="1233488"/>
            <a:ext cx="11520487" cy="49672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5" name="Marcador de posición de texto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8" y="2910543"/>
            <a:ext cx="5058000" cy="518457"/>
          </a:xfrm>
        </p:spPr>
        <p:txBody>
          <a:bodyPr rtlCol="0"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61FB94EC-1786-4ACB-B9A8-28216C7AB699}"/>
              </a:ext>
            </a:extLst>
          </p:cNvPr>
          <p:cNvSpPr>
            <a:spLocks noGrp="1"/>
          </p:cNvSpPr>
          <p:nvPr>
            <p:ph sz="quarter" idx="4"/>
          </p:nvPr>
        </p:nvSpPr>
        <p:spPr>
          <a:xfrm>
            <a:off x="6261798" y="3523420"/>
            <a:ext cx="5058000" cy="2181641"/>
          </a:xfrm>
        </p:spPr>
        <p:txBody>
          <a:bodyPr rtlCol="0">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3" name="Marcador de texto 2">
            <a:extLst>
              <a:ext uri="{FF2B5EF4-FFF2-40B4-BE49-F238E27FC236}">
                <a16:creationId xmlns:a16="http://schemas.microsoft.com/office/drawing/2014/main" id="{9DA658D4-2F70-44A3-A7C3-BF6A1D7BE2A9}"/>
              </a:ext>
            </a:extLst>
          </p:cNvPr>
          <p:cNvSpPr>
            <a:spLocks noGrp="1"/>
          </p:cNvSpPr>
          <p:nvPr>
            <p:ph type="body" idx="1"/>
          </p:nvPr>
        </p:nvSpPr>
        <p:spPr>
          <a:xfrm>
            <a:off x="895142" y="2910543"/>
            <a:ext cx="5058397" cy="518457"/>
          </a:xfrm>
        </p:spPr>
        <p:txBody>
          <a:bodyPr rtlCol="0"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CDF57B0C-62A3-4053-936D-9841C7D76D8B}"/>
              </a:ext>
            </a:extLst>
          </p:cNvPr>
          <p:cNvSpPr>
            <a:spLocks noGrp="1"/>
          </p:cNvSpPr>
          <p:nvPr>
            <p:ph sz="half" idx="2"/>
          </p:nvPr>
        </p:nvSpPr>
        <p:spPr>
          <a:xfrm>
            <a:off x="895142" y="3523420"/>
            <a:ext cx="5058397" cy="2181641"/>
          </a:xfrm>
        </p:spPr>
        <p:txBody>
          <a:bodyPr rtlCol="0">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36864194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mparación">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4DB43705-0B3F-4F77-A8BB-08EC09D36A56}"/>
              </a:ext>
            </a:extLst>
          </p:cNvPr>
          <p:cNvSpPr/>
          <p:nvPr userDrawn="1"/>
        </p:nvSpPr>
        <p:spPr>
          <a:xfrm>
            <a:off x="0" y="0"/>
            <a:ext cx="12192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rtlCol="0"/>
          <a:lstStyle>
            <a:lvl1pPr algn="ctr">
              <a:defRPr>
                <a:solidFill>
                  <a:schemeClr val="bg1"/>
                </a:solidFill>
              </a:defRPr>
            </a:lvl1pPr>
          </a:lstStyle>
          <a:p>
            <a:pPr rtl="0"/>
            <a:r>
              <a:rPr lang="es-ES" noProof="0"/>
              <a:t>Haga clic para modificar el estilo de título del patrón</a:t>
            </a:r>
          </a:p>
        </p:txBody>
      </p:sp>
      <p:sp>
        <p:nvSpPr>
          <p:cNvPr id="9" name="Marcador de número de diapositiva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5" name="Marcador de posición de texto 4">
            <a:extLst>
              <a:ext uri="{FF2B5EF4-FFF2-40B4-BE49-F238E27FC236}">
                <a16:creationId xmlns:a16="http://schemas.microsoft.com/office/drawing/2014/main" id="{BA2A6524-3EAC-4E27-BF8E-8F87E480F902}"/>
              </a:ext>
            </a:extLst>
          </p:cNvPr>
          <p:cNvSpPr>
            <a:spLocks noGrp="1"/>
          </p:cNvSpPr>
          <p:nvPr>
            <p:ph type="body" sz="quarter" idx="3"/>
          </p:nvPr>
        </p:nvSpPr>
        <p:spPr>
          <a:xfrm>
            <a:off x="6261797" y="3634443"/>
            <a:ext cx="5630165" cy="518457"/>
          </a:xfrm>
        </p:spPr>
        <p:txBody>
          <a:bodyPr rtlCol="0" anchor="ctr">
            <a:normAutofit/>
          </a:bodyP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61FB94EC-1786-4ACB-B9A8-28216C7AB699}"/>
              </a:ext>
            </a:extLst>
          </p:cNvPr>
          <p:cNvSpPr>
            <a:spLocks noGrp="1"/>
          </p:cNvSpPr>
          <p:nvPr>
            <p:ph sz="quarter" idx="4"/>
          </p:nvPr>
        </p:nvSpPr>
        <p:spPr>
          <a:xfrm>
            <a:off x="6261797" y="4247320"/>
            <a:ext cx="5630165" cy="1953455"/>
          </a:xfrm>
        </p:spPr>
        <p:txBody>
          <a:bodyPr rtlCol="0">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3" name="Marcador de texto 2">
            <a:extLst>
              <a:ext uri="{FF2B5EF4-FFF2-40B4-BE49-F238E27FC236}">
                <a16:creationId xmlns:a16="http://schemas.microsoft.com/office/drawing/2014/main" id="{9DA658D4-2F70-44A3-A7C3-BF6A1D7BE2A9}"/>
              </a:ext>
            </a:extLst>
          </p:cNvPr>
          <p:cNvSpPr>
            <a:spLocks noGrp="1"/>
          </p:cNvSpPr>
          <p:nvPr>
            <p:ph type="body" idx="1"/>
          </p:nvPr>
        </p:nvSpPr>
        <p:spPr>
          <a:xfrm>
            <a:off x="371476" y="3634443"/>
            <a:ext cx="5582064" cy="518457"/>
          </a:xfrm>
        </p:spPr>
        <p:txBody>
          <a:bodyPr rtlCol="0" anchor="ctr"/>
          <a:lstStyle>
            <a:lvl1pPr marL="0" indent="0">
              <a:buNone/>
              <a:defRPr sz="2000" b="1">
                <a:solidFill>
                  <a:schemeClr val="tx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CDF57B0C-62A3-4053-936D-9841C7D76D8B}"/>
              </a:ext>
            </a:extLst>
          </p:cNvPr>
          <p:cNvSpPr>
            <a:spLocks noGrp="1"/>
          </p:cNvSpPr>
          <p:nvPr>
            <p:ph sz="half" idx="2"/>
          </p:nvPr>
        </p:nvSpPr>
        <p:spPr>
          <a:xfrm>
            <a:off x="371476" y="4247320"/>
            <a:ext cx="5582064" cy="1953455"/>
          </a:xfrm>
        </p:spPr>
        <p:txBody>
          <a:bodyPr rtlCol="0">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1" name="Marcador de posición de imagen 6">
            <a:extLst>
              <a:ext uri="{FF2B5EF4-FFF2-40B4-BE49-F238E27FC236}">
                <a16:creationId xmlns:a16="http://schemas.microsoft.com/office/drawing/2014/main" id="{16CD8AAD-701B-4F23-AB47-6FC680787135}"/>
              </a:ext>
            </a:extLst>
          </p:cNvPr>
          <p:cNvSpPr>
            <a:spLocks noGrp="1"/>
          </p:cNvSpPr>
          <p:nvPr>
            <p:ph type="pic" sz="quarter" idx="13"/>
          </p:nvPr>
        </p:nvSpPr>
        <p:spPr>
          <a:xfrm>
            <a:off x="371476" y="1593851"/>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6" name="Marcador de posición de imagen 6">
            <a:extLst>
              <a:ext uri="{FF2B5EF4-FFF2-40B4-BE49-F238E27FC236}">
                <a16:creationId xmlns:a16="http://schemas.microsoft.com/office/drawing/2014/main" id="{2B9551A7-E41A-4D0E-925B-71270CA0F339}"/>
              </a:ext>
            </a:extLst>
          </p:cNvPr>
          <p:cNvSpPr>
            <a:spLocks noGrp="1"/>
          </p:cNvSpPr>
          <p:nvPr>
            <p:ph type="pic" sz="quarter" idx="14"/>
          </p:nvPr>
        </p:nvSpPr>
        <p:spPr>
          <a:xfrm>
            <a:off x="6281738" y="1593850"/>
            <a:ext cx="5582064" cy="1929569"/>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38154248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Comparación">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990C1024-E4C7-44C6-ADC4-870B3D482C3F}"/>
              </a:ext>
            </a:extLst>
          </p:cNvPr>
          <p:cNvSpPr/>
          <p:nvPr userDrawn="1"/>
        </p:nvSpPr>
        <p:spPr>
          <a:xfrm>
            <a:off x="6441279" y="3761720"/>
            <a:ext cx="54468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7" name="Rectángulo 6">
            <a:extLst>
              <a:ext uri="{FF2B5EF4-FFF2-40B4-BE49-F238E27FC236}">
                <a16:creationId xmlns:a16="http://schemas.microsoft.com/office/drawing/2014/main" id="{4DB43705-0B3F-4F77-A8BB-08EC09D36A56}"/>
              </a:ext>
            </a:extLst>
          </p:cNvPr>
          <p:cNvSpPr/>
          <p:nvPr userDrawn="1"/>
        </p:nvSpPr>
        <p:spPr>
          <a:xfrm>
            <a:off x="371474" y="1271588"/>
            <a:ext cx="5445125"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9B2BA5B3-8B1C-4C1C-B4EB-C9A8AC24AEDE}"/>
              </a:ext>
            </a:extLst>
          </p:cNvPr>
          <p:cNvSpPr>
            <a:spLocks noGrp="1"/>
          </p:cNvSpPr>
          <p:nvPr>
            <p:ph type="title"/>
          </p:nvPr>
        </p:nvSpPr>
        <p:spPr>
          <a:xfrm>
            <a:off x="371475" y="260351"/>
            <a:ext cx="11520487" cy="755649"/>
          </a:xfrm>
        </p:spPr>
        <p:txBody>
          <a:bodyPr rtlCol="0"/>
          <a:lstStyle>
            <a:lvl1pPr algn="l">
              <a:defRPr>
                <a:solidFill>
                  <a:schemeClr val="tx1"/>
                </a:solidFill>
              </a:defRPr>
            </a:lvl1pPr>
          </a:lstStyle>
          <a:p>
            <a:pPr rtl="0"/>
            <a:r>
              <a:rPr lang="es-ES" noProof="0"/>
              <a:t>Haga clic para modificar el estilo de título del patrón</a:t>
            </a:r>
          </a:p>
        </p:txBody>
      </p:sp>
      <p:sp>
        <p:nvSpPr>
          <p:cNvPr id="9" name="Marcador de número de diapositiva 8">
            <a:extLst>
              <a:ext uri="{FF2B5EF4-FFF2-40B4-BE49-F238E27FC236}">
                <a16:creationId xmlns:a16="http://schemas.microsoft.com/office/drawing/2014/main" id="{6B54C622-8EF1-4AE4-AB25-19D71A5C547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5" name="Marcador de texto 4">
            <a:extLst>
              <a:ext uri="{FF2B5EF4-FFF2-40B4-BE49-F238E27FC236}">
                <a16:creationId xmlns:a16="http://schemas.microsoft.com/office/drawing/2014/main" id="{BA2A6524-3EAC-4E27-BF8E-8F87E480F902}"/>
              </a:ext>
            </a:extLst>
          </p:cNvPr>
          <p:cNvSpPr>
            <a:spLocks noGrp="1"/>
          </p:cNvSpPr>
          <p:nvPr>
            <p:ph type="body" sz="quarter" idx="3"/>
          </p:nvPr>
        </p:nvSpPr>
        <p:spPr>
          <a:xfrm>
            <a:off x="6610169" y="3956706"/>
            <a:ext cx="5109021" cy="518457"/>
          </a:xfrm>
        </p:spPr>
        <p:txBody>
          <a:bodyPr rtlCol="0" anchor="ctr">
            <a:normAutofit/>
          </a:bodyP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61FB94EC-1786-4ACB-B9A8-28216C7AB699}"/>
              </a:ext>
            </a:extLst>
          </p:cNvPr>
          <p:cNvSpPr>
            <a:spLocks noGrp="1"/>
          </p:cNvSpPr>
          <p:nvPr>
            <p:ph sz="quarter" idx="4"/>
          </p:nvPr>
        </p:nvSpPr>
        <p:spPr>
          <a:xfrm>
            <a:off x="6610169" y="4569583"/>
            <a:ext cx="5109021" cy="1412117"/>
          </a:xfrm>
        </p:spPr>
        <p:txBody>
          <a:bodyPr rtlCol="0">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3" name="Marcador de texto 2">
            <a:extLst>
              <a:ext uri="{FF2B5EF4-FFF2-40B4-BE49-F238E27FC236}">
                <a16:creationId xmlns:a16="http://schemas.microsoft.com/office/drawing/2014/main" id="{9DA658D4-2F70-44A3-A7C3-BF6A1D7BE2A9}"/>
              </a:ext>
            </a:extLst>
          </p:cNvPr>
          <p:cNvSpPr>
            <a:spLocks noGrp="1"/>
          </p:cNvSpPr>
          <p:nvPr>
            <p:ph type="body" idx="1"/>
          </p:nvPr>
        </p:nvSpPr>
        <p:spPr>
          <a:xfrm>
            <a:off x="539836" y="1462743"/>
            <a:ext cx="5108400" cy="518457"/>
          </a:xfrm>
        </p:spPr>
        <p:txBody>
          <a:bodyPr rtlCol="0" anchor="ctr"/>
          <a:lstStyle>
            <a:lvl1pPr marL="0" indent="0">
              <a:buNone/>
              <a:defRPr sz="2000" b="1">
                <a:solidFill>
                  <a:schemeClr val="bg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CDF57B0C-62A3-4053-936D-9841C7D76D8B}"/>
              </a:ext>
            </a:extLst>
          </p:cNvPr>
          <p:cNvSpPr>
            <a:spLocks noGrp="1"/>
          </p:cNvSpPr>
          <p:nvPr>
            <p:ph sz="half" idx="2"/>
          </p:nvPr>
        </p:nvSpPr>
        <p:spPr>
          <a:xfrm>
            <a:off x="539836" y="2075621"/>
            <a:ext cx="5108400" cy="1391480"/>
          </a:xfrm>
        </p:spPr>
        <p:txBody>
          <a:bodyPr rtlCol="0">
            <a:normAutofit/>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7" name="Marcador de posición de imagen 6">
            <a:extLst>
              <a:ext uri="{FF2B5EF4-FFF2-40B4-BE49-F238E27FC236}">
                <a16:creationId xmlns:a16="http://schemas.microsoft.com/office/drawing/2014/main" id="{9DFBCB44-5019-402B-BEC3-12F7F5526F0E}"/>
              </a:ext>
            </a:extLst>
          </p:cNvPr>
          <p:cNvSpPr>
            <a:spLocks noGrp="1"/>
          </p:cNvSpPr>
          <p:nvPr>
            <p:ph type="pic" sz="quarter" idx="13"/>
          </p:nvPr>
        </p:nvSpPr>
        <p:spPr>
          <a:xfrm>
            <a:off x="5880101" y="1271588"/>
            <a:ext cx="60120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8" name="Marcador de posición de imagen 6">
            <a:extLst>
              <a:ext uri="{FF2B5EF4-FFF2-40B4-BE49-F238E27FC236}">
                <a16:creationId xmlns:a16="http://schemas.microsoft.com/office/drawing/2014/main" id="{8CD826C9-080C-4638-B261-376BD8B31622}"/>
              </a:ext>
            </a:extLst>
          </p:cNvPr>
          <p:cNvSpPr>
            <a:spLocks noGrp="1"/>
          </p:cNvSpPr>
          <p:nvPr>
            <p:ph type="pic" sz="quarter" idx="14"/>
          </p:nvPr>
        </p:nvSpPr>
        <p:spPr>
          <a:xfrm>
            <a:off x="371475" y="3758268"/>
            <a:ext cx="6011800" cy="2400955"/>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356549031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hasCustomPrompt="1"/>
          </p:nvPr>
        </p:nvSpPr>
        <p:spPr/>
        <p:txBody>
          <a:bodyPr rtlCol="0"/>
          <a:lstStyle/>
          <a:p>
            <a:pPr rtl="0"/>
            <a:r>
              <a:rPr lang="es-ES" noProof="0"/>
              <a:t>Haga clic para editar el estilo de título del patrón</a:t>
            </a:r>
          </a:p>
        </p:txBody>
      </p:sp>
      <p:sp>
        <p:nvSpPr>
          <p:cNvPr id="5" name="Marcador de posición de número de diapositiva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4" name="Marcador de posición de imagen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1233488"/>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6" name="Marcador de posición de imagen 6">
            <a:extLst>
              <a:ext uri="{FF2B5EF4-FFF2-40B4-BE49-F238E27FC236}">
                <a16:creationId xmlns:a16="http://schemas.microsoft.com/office/drawing/2014/main" id="{B6811C8C-D1DA-4EE5-888B-A30D6285BA5D}"/>
              </a:ext>
            </a:extLst>
          </p:cNvPr>
          <p:cNvSpPr>
            <a:spLocks noGrp="1"/>
          </p:cNvSpPr>
          <p:nvPr>
            <p:ph type="pic" sz="quarter" idx="14"/>
          </p:nvPr>
        </p:nvSpPr>
        <p:spPr>
          <a:xfrm>
            <a:off x="6319837" y="2227263"/>
            <a:ext cx="5572125" cy="3973512"/>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7" name="Rectángulo 6">
            <a:extLst>
              <a:ext uri="{FF2B5EF4-FFF2-40B4-BE49-F238E27FC236}">
                <a16:creationId xmlns:a16="http://schemas.microsoft.com/office/drawing/2014/main" id="{85661614-E5E5-43DF-A12A-7BE84E58EE3B}"/>
              </a:ext>
            </a:extLst>
          </p:cNvPr>
          <p:cNvSpPr/>
          <p:nvPr userDrawn="1"/>
        </p:nvSpPr>
        <p:spPr>
          <a:xfrm>
            <a:off x="371475" y="5271760"/>
            <a:ext cx="5572125"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9161B260-71A2-402A-A38D-FE2C484B7F99}"/>
              </a:ext>
            </a:extLst>
          </p:cNvPr>
          <p:cNvSpPr/>
          <p:nvPr userDrawn="1"/>
        </p:nvSpPr>
        <p:spPr>
          <a:xfrm>
            <a:off x="6319836" y="1233488"/>
            <a:ext cx="5572125"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texto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34987" y="5380667"/>
            <a:ext cx="5245100" cy="711200"/>
          </a:xfrm>
        </p:spPr>
        <p:txBody>
          <a:bodyPr rtlCol="0"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
        <p:nvSpPr>
          <p:cNvPr id="10" name="Marcador de texto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483348" y="1342395"/>
            <a:ext cx="5245100" cy="711200"/>
          </a:xfrm>
        </p:spPr>
        <p:txBody>
          <a:bodyPr rtlCol="0" anchor="ctr">
            <a:noAutofit/>
          </a:bodyPr>
          <a:lstStyle>
            <a:lvl1pPr marL="0" indent="0" algn="ctr">
              <a:buNone/>
              <a:defRPr sz="2400" b="1">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Tree>
    <p:extLst>
      <p:ext uri="{BB962C8B-B14F-4D97-AF65-F5344CB8AC3E}">
        <p14:creationId xmlns:p14="http://schemas.microsoft.com/office/powerpoint/2010/main" val="28786417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Solo el título">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texto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451739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
        <p:nvSpPr>
          <p:cNvPr id="10" name="Marcador de texto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9" y="164210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
        <p:nvSpPr>
          <p:cNvPr id="12" name="Rectángulo 11">
            <a:extLst>
              <a:ext uri="{FF2B5EF4-FFF2-40B4-BE49-F238E27FC236}">
                <a16:creationId xmlns:a16="http://schemas.microsoft.com/office/drawing/2014/main" id="{6F023CF6-0A85-4867-A5CF-F75DDBC4C20A}"/>
              </a:ext>
            </a:extLst>
          </p:cNvPr>
          <p:cNvSpPr/>
          <p:nvPr userDrawn="1"/>
        </p:nvSpPr>
        <p:spPr>
          <a:xfrm>
            <a:off x="0" y="0"/>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Rectángulo 12">
            <a:extLst>
              <a:ext uri="{FF2B5EF4-FFF2-40B4-BE49-F238E27FC236}">
                <a16:creationId xmlns:a16="http://schemas.microsoft.com/office/drawing/2014/main" id="{AF9F3577-4130-4F32-9302-DA8838D30560}"/>
              </a:ext>
            </a:extLst>
          </p:cNvPr>
          <p:cNvSpPr/>
          <p:nvPr userDrawn="1"/>
        </p:nvSpPr>
        <p:spPr>
          <a:xfrm>
            <a:off x="10337800" y="5122548"/>
            <a:ext cx="185419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571500"/>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6" name="Marcador de posición de imagen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2429505"/>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2681869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Solo el título">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a:extLst>
              <a:ext uri="{FF2B5EF4-FFF2-40B4-BE49-F238E27FC236}">
                <a16:creationId xmlns:a16="http://schemas.microsoft.com/office/drawing/2014/main" id="{6F023CF6-0A85-4867-A5CF-F75DDBC4C20A}"/>
              </a:ext>
            </a:extLst>
          </p:cNvPr>
          <p:cNvSpPr/>
          <p:nvPr userDrawn="1"/>
        </p:nvSpPr>
        <p:spPr>
          <a:xfrm>
            <a:off x="0" y="1932303"/>
            <a:ext cx="12192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7E138685-E3C5-48A4-8460-3BEDDDEDA6AD}"/>
              </a:ext>
            </a:extLst>
          </p:cNvPr>
          <p:cNvSpPr>
            <a:spLocks noGrp="1"/>
          </p:cNvSpPr>
          <p:nvPr>
            <p:ph type="pic" sz="quarter" idx="13"/>
          </p:nvPr>
        </p:nvSpPr>
        <p:spPr>
          <a:xfrm>
            <a:off x="647699" y="1470977"/>
            <a:ext cx="5372097" cy="383984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6" name="Marcador de posición de imagen 6">
            <a:extLst>
              <a:ext uri="{FF2B5EF4-FFF2-40B4-BE49-F238E27FC236}">
                <a16:creationId xmlns:a16="http://schemas.microsoft.com/office/drawing/2014/main" id="{B6811C8C-D1DA-4EE5-888B-A30D6285BA5D}"/>
              </a:ext>
            </a:extLst>
          </p:cNvPr>
          <p:cNvSpPr>
            <a:spLocks noGrp="1"/>
          </p:cNvSpPr>
          <p:nvPr>
            <p:ph type="pic" sz="quarter" idx="14"/>
          </p:nvPr>
        </p:nvSpPr>
        <p:spPr>
          <a:xfrm>
            <a:off x="6254748" y="1462403"/>
            <a:ext cx="5372097" cy="3856995"/>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9" name="Marcador de texto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647699" y="5451475"/>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
        <p:nvSpPr>
          <p:cNvPr id="10" name="Marcador de texto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254748" y="591502"/>
            <a:ext cx="5372096"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grpSp>
        <p:nvGrpSpPr>
          <p:cNvPr id="14" name="Grupo 13">
            <a:extLst>
              <a:ext uri="{FF2B5EF4-FFF2-40B4-BE49-F238E27FC236}">
                <a16:creationId xmlns:a16="http://schemas.microsoft.com/office/drawing/2014/main" id="{AF4B4D45-80E3-42F8-B437-4182608210C3}"/>
              </a:ext>
            </a:extLst>
          </p:cNvPr>
          <p:cNvGrpSpPr/>
          <p:nvPr userDrawn="1"/>
        </p:nvGrpSpPr>
        <p:grpSpPr>
          <a:xfrm>
            <a:off x="5387974" y="422433"/>
            <a:ext cx="644525" cy="973138"/>
            <a:chOff x="371475" y="671713"/>
            <a:chExt cx="496540" cy="836738"/>
          </a:xfrm>
          <a:solidFill>
            <a:schemeClr val="accent6"/>
          </a:solidFill>
        </p:grpSpPr>
        <p:sp>
          <p:nvSpPr>
            <p:cNvPr id="15" name="Rectángulo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6" name="Rectángulo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grpSp>
        <p:nvGrpSpPr>
          <p:cNvPr id="17" name="Grupo 16">
            <a:extLst>
              <a:ext uri="{FF2B5EF4-FFF2-40B4-BE49-F238E27FC236}">
                <a16:creationId xmlns:a16="http://schemas.microsoft.com/office/drawing/2014/main" id="{FA147081-5AFB-463F-B27C-7A0C4CA0573B}"/>
              </a:ext>
            </a:extLst>
          </p:cNvPr>
          <p:cNvGrpSpPr/>
          <p:nvPr userDrawn="1"/>
        </p:nvGrpSpPr>
        <p:grpSpPr>
          <a:xfrm flipH="1">
            <a:off x="6248401" y="5451475"/>
            <a:ext cx="644525" cy="973138"/>
            <a:chOff x="371475" y="671713"/>
            <a:chExt cx="496540" cy="836738"/>
          </a:xfrm>
          <a:solidFill>
            <a:schemeClr val="accent6"/>
          </a:solidFill>
        </p:grpSpPr>
        <p:sp>
          <p:nvSpPr>
            <p:cNvPr id="18" name="Rectángulo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9" name="Rectángulo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spTree>
    <p:extLst>
      <p:ext uri="{BB962C8B-B14F-4D97-AF65-F5344CB8AC3E}">
        <p14:creationId xmlns:p14="http://schemas.microsoft.com/office/powerpoint/2010/main" val="4933882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Solo el título">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6019200"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6" name="Marcador de posición de imagen 6">
            <a:extLst>
              <a:ext uri="{FF2B5EF4-FFF2-40B4-BE49-F238E27FC236}">
                <a16:creationId xmlns:a16="http://schemas.microsoft.com/office/drawing/2014/main" id="{B6811C8C-D1DA-4EE5-888B-A30D6285BA5D}"/>
              </a:ext>
            </a:extLst>
          </p:cNvPr>
          <p:cNvSpPr>
            <a:spLocks noGrp="1"/>
          </p:cNvSpPr>
          <p:nvPr>
            <p:ph type="pic" sz="quarter" idx="14"/>
          </p:nvPr>
        </p:nvSpPr>
        <p:spPr>
          <a:xfrm>
            <a:off x="6172201" y="0"/>
            <a:ext cx="6019799" cy="6858000"/>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9" name="Marcador de texto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
        <p:nvSpPr>
          <p:cNvPr id="10" name="Marcador de texto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Tree>
    <p:extLst>
      <p:ext uri="{BB962C8B-B14F-4D97-AF65-F5344CB8AC3E}">
        <p14:creationId xmlns:p14="http://schemas.microsoft.com/office/powerpoint/2010/main" val="33037322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Solo el título">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565E0AE-C9AC-4E26-B4A4-DDEE620D8979}"/>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2" name="Rectángulo 11">
            <a:extLst>
              <a:ext uri="{FF2B5EF4-FFF2-40B4-BE49-F238E27FC236}">
                <a16:creationId xmlns:a16="http://schemas.microsoft.com/office/drawing/2014/main" id="{6F023CF6-0A85-4867-A5CF-F75DDBC4C20A}"/>
              </a:ext>
            </a:extLst>
          </p:cNvPr>
          <p:cNvSpPr/>
          <p:nvPr userDrawn="1"/>
        </p:nvSpPr>
        <p:spPr>
          <a:xfrm>
            <a:off x="0" y="0"/>
            <a:ext cx="5372096"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Marcador de posición de imagen 6">
            <a:extLst>
              <a:ext uri="{FF2B5EF4-FFF2-40B4-BE49-F238E27FC236}">
                <a16:creationId xmlns:a16="http://schemas.microsoft.com/office/drawing/2014/main" id="{7E138685-E3C5-48A4-8460-3BEDDDEDA6AD}"/>
              </a:ext>
            </a:extLst>
          </p:cNvPr>
          <p:cNvSpPr>
            <a:spLocks noGrp="1"/>
          </p:cNvSpPr>
          <p:nvPr>
            <p:ph type="pic" sz="quarter" idx="13"/>
          </p:nvPr>
        </p:nvSpPr>
        <p:spPr>
          <a:xfrm>
            <a:off x="371475" y="260350"/>
            <a:ext cx="5618153"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20" name="Rectángulo 19">
            <a:extLst>
              <a:ext uri="{FF2B5EF4-FFF2-40B4-BE49-F238E27FC236}">
                <a16:creationId xmlns:a16="http://schemas.microsoft.com/office/drawing/2014/main" id="{97E2F46B-C34E-40D3-9D43-BBA43EDFC924}"/>
              </a:ext>
            </a:extLst>
          </p:cNvPr>
          <p:cNvSpPr/>
          <p:nvPr userDrawn="1"/>
        </p:nvSpPr>
        <p:spPr>
          <a:xfrm>
            <a:off x="6819906" y="-18257"/>
            <a:ext cx="5372096"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Marcador de posición de imagen 6">
            <a:extLst>
              <a:ext uri="{FF2B5EF4-FFF2-40B4-BE49-F238E27FC236}">
                <a16:creationId xmlns:a16="http://schemas.microsoft.com/office/drawing/2014/main" id="{B6811C8C-D1DA-4EE5-888B-A30D6285BA5D}"/>
              </a:ext>
            </a:extLst>
          </p:cNvPr>
          <p:cNvSpPr>
            <a:spLocks noGrp="1"/>
          </p:cNvSpPr>
          <p:nvPr>
            <p:ph type="pic" sz="quarter" idx="14"/>
          </p:nvPr>
        </p:nvSpPr>
        <p:spPr>
          <a:xfrm>
            <a:off x="6280147" y="260350"/>
            <a:ext cx="5619600" cy="6300787"/>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9" name="Marcador de texto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725351" y="5008563"/>
            <a:ext cx="4910400"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
        <p:nvSpPr>
          <p:cNvPr id="10" name="Marcador de texto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6635593" y="5008563"/>
            <a:ext cx="4908708" cy="711200"/>
          </a:xfrm>
        </p:spPr>
        <p:txBody>
          <a:bodyPr rtlCol="0" anchor="ctr">
            <a:noAutofit/>
          </a:bodyPr>
          <a:lstStyle>
            <a:lvl1pPr marL="0" indent="0" algn="ctr">
              <a:buNone/>
              <a:defRPr sz="2400" b="1">
                <a:solidFill>
                  <a:schemeClr val="tx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stStyle>
          <a:p>
            <a:pPr lvl="0" rtl="0"/>
            <a:r>
              <a:rPr lang="es-ES" noProof="0"/>
              <a:t>Agregue texto aquí</a:t>
            </a:r>
          </a:p>
        </p:txBody>
      </p:sp>
    </p:spTree>
    <p:extLst>
      <p:ext uri="{BB962C8B-B14F-4D97-AF65-F5344CB8AC3E}">
        <p14:creationId xmlns:p14="http://schemas.microsoft.com/office/powerpoint/2010/main" val="3633710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hasCustomPrompt="1"/>
          </p:nvPr>
        </p:nvSpPr>
        <p:spPr/>
        <p:txBody>
          <a:bodyPr rtlCol="0"/>
          <a:lstStyle/>
          <a:p>
            <a:pPr rtl="0"/>
            <a:r>
              <a:rPr lang="es-ES" noProof="0"/>
              <a:t>Haga clic para editar el estilo de título del patrón</a:t>
            </a:r>
          </a:p>
        </p:txBody>
      </p:sp>
      <p:sp>
        <p:nvSpPr>
          <p:cNvPr id="5" name="Marcador de posición de número de diapositiva 4">
            <a:extLst>
              <a:ext uri="{FF2B5EF4-FFF2-40B4-BE49-F238E27FC236}">
                <a16:creationId xmlns:a16="http://schemas.microsoft.com/office/drawing/2014/main" id="{6E5460C4-49C1-4270-BC58-5EEBC77615CD}"/>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
        <p:nvSpPr>
          <p:cNvPr id="24" name="Rectángulo 23">
            <a:extLst>
              <a:ext uri="{FF2B5EF4-FFF2-40B4-BE49-F238E27FC236}">
                <a16:creationId xmlns:a16="http://schemas.microsoft.com/office/drawing/2014/main" id="{E2950CCA-59F9-4C47-A5BA-294E9EDCBABE}"/>
              </a:ext>
            </a:extLst>
          </p:cNvPr>
          <p:cNvSpPr/>
          <p:nvPr userDrawn="1"/>
        </p:nvSpPr>
        <p:spPr>
          <a:xfrm>
            <a:off x="371475" y="1233488"/>
            <a:ext cx="2776354"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Rectángulo 24">
            <a:extLst>
              <a:ext uri="{FF2B5EF4-FFF2-40B4-BE49-F238E27FC236}">
                <a16:creationId xmlns:a16="http://schemas.microsoft.com/office/drawing/2014/main" id="{EB5BF167-B9E6-4F02-9FA8-3CA79D552F0E}"/>
              </a:ext>
            </a:extLst>
          </p:cNvPr>
          <p:cNvSpPr/>
          <p:nvPr userDrawn="1"/>
        </p:nvSpPr>
        <p:spPr>
          <a:xfrm>
            <a:off x="3286186" y="1233488"/>
            <a:ext cx="2776354"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6" name="Rectángulo 25">
            <a:extLst>
              <a:ext uri="{FF2B5EF4-FFF2-40B4-BE49-F238E27FC236}">
                <a16:creationId xmlns:a16="http://schemas.microsoft.com/office/drawing/2014/main" id="{B48694DE-D82B-49DB-8A45-D1DD4C9BCEF1}"/>
              </a:ext>
            </a:extLst>
          </p:cNvPr>
          <p:cNvSpPr/>
          <p:nvPr userDrawn="1"/>
        </p:nvSpPr>
        <p:spPr>
          <a:xfrm>
            <a:off x="6200897" y="1233488"/>
            <a:ext cx="2776354"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7" name="Rectángulo 26">
            <a:extLst>
              <a:ext uri="{FF2B5EF4-FFF2-40B4-BE49-F238E27FC236}">
                <a16:creationId xmlns:a16="http://schemas.microsoft.com/office/drawing/2014/main" id="{407C1370-8D38-4641-8D37-30A1218A4372}"/>
              </a:ext>
            </a:extLst>
          </p:cNvPr>
          <p:cNvSpPr/>
          <p:nvPr userDrawn="1"/>
        </p:nvSpPr>
        <p:spPr>
          <a:xfrm>
            <a:off x="9115608" y="1246188"/>
            <a:ext cx="2776354"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cxnSp>
        <p:nvCxnSpPr>
          <p:cNvPr id="29" name="Conector recto 28">
            <a:extLst>
              <a:ext uri="{FF2B5EF4-FFF2-40B4-BE49-F238E27FC236}">
                <a16:creationId xmlns:a16="http://schemas.microsoft.com/office/drawing/2014/main" id="{CE3EDDE5-9B23-44D7-8546-0B2365B42B16}"/>
              </a:ext>
            </a:extLst>
          </p:cNvPr>
          <p:cNvCxnSpPr/>
          <p:nvPr userDrawn="1"/>
        </p:nvCxnSpPr>
        <p:spPr>
          <a:xfrm>
            <a:off x="591252"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B9D259D5-D3C0-4B60-B2D9-9B6DFFD270D8}"/>
              </a:ext>
            </a:extLst>
          </p:cNvPr>
          <p:cNvCxnSpPr/>
          <p:nvPr userDrawn="1"/>
        </p:nvCxnSpPr>
        <p:spPr>
          <a:xfrm>
            <a:off x="3505963"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0710C392-9E34-4640-AC70-210A1B8C47B5}"/>
              </a:ext>
            </a:extLst>
          </p:cNvPr>
          <p:cNvCxnSpPr/>
          <p:nvPr userDrawn="1"/>
        </p:nvCxnSpPr>
        <p:spPr>
          <a:xfrm>
            <a:off x="6420674"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Conector recto 31">
            <a:extLst>
              <a:ext uri="{FF2B5EF4-FFF2-40B4-BE49-F238E27FC236}">
                <a16:creationId xmlns:a16="http://schemas.microsoft.com/office/drawing/2014/main" id="{D7A92E0B-B060-48FA-A650-36894FF4B216}"/>
              </a:ext>
            </a:extLst>
          </p:cNvPr>
          <p:cNvCxnSpPr/>
          <p:nvPr userDrawn="1"/>
        </p:nvCxnSpPr>
        <p:spPr>
          <a:xfrm>
            <a:off x="9335385" y="3721100"/>
            <a:ext cx="2336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Marcador de posición de imagen 33">
            <a:extLst>
              <a:ext uri="{FF2B5EF4-FFF2-40B4-BE49-F238E27FC236}">
                <a16:creationId xmlns:a16="http://schemas.microsoft.com/office/drawing/2014/main" id="{D9056F2B-EAFD-4A57-BB92-D14816C84DDE}"/>
              </a:ext>
            </a:extLst>
          </p:cNvPr>
          <p:cNvSpPr>
            <a:spLocks noGrp="1"/>
          </p:cNvSpPr>
          <p:nvPr>
            <p:ph type="pic" sz="quarter" idx="13"/>
          </p:nvPr>
        </p:nvSpPr>
        <p:spPr>
          <a:xfrm>
            <a:off x="876300" y="1739900"/>
            <a:ext cx="1689100" cy="1397000"/>
          </a:xfrm>
        </p:spPr>
        <p:txBody>
          <a:bodyPr rtlCol="0"/>
          <a:lstStyle>
            <a:lvl1pPr marL="0" indent="0" algn="ctr">
              <a:buNone/>
              <a:defRPr>
                <a:solidFill>
                  <a:schemeClr val="bg1"/>
                </a:solidFill>
              </a:defRPr>
            </a:lvl1pPr>
          </a:lstStyle>
          <a:p>
            <a:pPr rtl="0"/>
            <a:r>
              <a:rPr lang="es-ES" noProof="0"/>
              <a:t>Haga clic en el icono para agregar una imagen</a:t>
            </a:r>
          </a:p>
        </p:txBody>
      </p:sp>
      <p:sp>
        <p:nvSpPr>
          <p:cNvPr id="35" name="Marcador de posición de imagen 33">
            <a:extLst>
              <a:ext uri="{FF2B5EF4-FFF2-40B4-BE49-F238E27FC236}">
                <a16:creationId xmlns:a16="http://schemas.microsoft.com/office/drawing/2014/main" id="{E65006DE-F797-4019-BB72-F484F9FE7E58}"/>
              </a:ext>
            </a:extLst>
          </p:cNvPr>
          <p:cNvSpPr>
            <a:spLocks noGrp="1"/>
          </p:cNvSpPr>
          <p:nvPr>
            <p:ph type="pic" sz="quarter" idx="14"/>
          </p:nvPr>
        </p:nvSpPr>
        <p:spPr>
          <a:xfrm>
            <a:off x="3829813" y="4263232"/>
            <a:ext cx="1689100" cy="1397000"/>
          </a:xfrm>
        </p:spPr>
        <p:txBody>
          <a:bodyPr rtlCol="0"/>
          <a:lstStyle>
            <a:lvl1pPr marL="0" indent="0" algn="ctr">
              <a:buNone/>
              <a:defRPr>
                <a:solidFill>
                  <a:schemeClr val="bg1"/>
                </a:solidFill>
              </a:defRPr>
            </a:lvl1pPr>
          </a:lstStyle>
          <a:p>
            <a:pPr rtl="0"/>
            <a:r>
              <a:rPr lang="es-ES" noProof="0"/>
              <a:t>Haga clic en el icono para agregar una imagen</a:t>
            </a:r>
          </a:p>
        </p:txBody>
      </p:sp>
      <p:sp>
        <p:nvSpPr>
          <p:cNvPr id="36" name="Marcador de posición de imagen 33">
            <a:extLst>
              <a:ext uri="{FF2B5EF4-FFF2-40B4-BE49-F238E27FC236}">
                <a16:creationId xmlns:a16="http://schemas.microsoft.com/office/drawing/2014/main" id="{0947D252-5545-4406-8764-B7712464DA56}"/>
              </a:ext>
            </a:extLst>
          </p:cNvPr>
          <p:cNvSpPr>
            <a:spLocks noGrp="1"/>
          </p:cNvSpPr>
          <p:nvPr>
            <p:ph type="pic" sz="quarter" idx="15"/>
          </p:nvPr>
        </p:nvSpPr>
        <p:spPr>
          <a:xfrm>
            <a:off x="6744524" y="1739900"/>
            <a:ext cx="1689100" cy="1397000"/>
          </a:xfrm>
        </p:spPr>
        <p:txBody>
          <a:bodyPr rtlCol="0"/>
          <a:lstStyle>
            <a:lvl1pPr marL="0" indent="0" algn="ctr">
              <a:buNone/>
              <a:defRPr>
                <a:solidFill>
                  <a:schemeClr val="bg1"/>
                </a:solidFill>
              </a:defRPr>
            </a:lvl1pPr>
          </a:lstStyle>
          <a:p>
            <a:pPr rtl="0"/>
            <a:r>
              <a:rPr lang="es-ES" noProof="0"/>
              <a:t>Haga clic en el icono para agregar una imagen</a:t>
            </a:r>
          </a:p>
        </p:txBody>
      </p:sp>
      <p:sp>
        <p:nvSpPr>
          <p:cNvPr id="38" name="Marcador de posición de imagen 33">
            <a:extLst>
              <a:ext uri="{FF2B5EF4-FFF2-40B4-BE49-F238E27FC236}">
                <a16:creationId xmlns:a16="http://schemas.microsoft.com/office/drawing/2014/main" id="{DD89F80C-C1D7-4F63-BAD2-F4EE1F9A162F}"/>
              </a:ext>
            </a:extLst>
          </p:cNvPr>
          <p:cNvSpPr>
            <a:spLocks noGrp="1"/>
          </p:cNvSpPr>
          <p:nvPr>
            <p:ph type="pic" sz="quarter" idx="17"/>
          </p:nvPr>
        </p:nvSpPr>
        <p:spPr>
          <a:xfrm>
            <a:off x="9659235" y="4263232"/>
            <a:ext cx="1689100" cy="1397000"/>
          </a:xfrm>
        </p:spPr>
        <p:txBody>
          <a:bodyPr rtlCol="0"/>
          <a:lstStyle>
            <a:lvl1pPr marL="0" indent="0" algn="ctr">
              <a:buNone/>
              <a:defRPr>
                <a:solidFill>
                  <a:schemeClr val="bg1"/>
                </a:solidFill>
              </a:defRPr>
            </a:lvl1pPr>
          </a:lstStyle>
          <a:p>
            <a:pPr rtl="0"/>
            <a:r>
              <a:rPr lang="es-ES" noProof="0"/>
              <a:t>Haga clic en el icono para agregar una imagen</a:t>
            </a:r>
          </a:p>
        </p:txBody>
      </p:sp>
      <p:sp>
        <p:nvSpPr>
          <p:cNvPr id="40" name="Marcador de texto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590550" y="3949700"/>
            <a:ext cx="2336800" cy="1854200"/>
          </a:xfrm>
        </p:spPr>
        <p:txBody>
          <a:bodyPr rtlCol="0">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1" name="Marcador de texto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3505963" y="1595835"/>
            <a:ext cx="2336800" cy="1854200"/>
          </a:xfrm>
        </p:spPr>
        <p:txBody>
          <a:bodyPr rtlCol="0"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2" name="Marcador de texto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6420674" y="3949700"/>
            <a:ext cx="2336800" cy="1854200"/>
          </a:xfrm>
        </p:spPr>
        <p:txBody>
          <a:bodyPr rtlCol="0">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3" name="Marcador de texto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9335385" y="1595835"/>
            <a:ext cx="2336800" cy="1854200"/>
          </a:xfrm>
        </p:spPr>
        <p:txBody>
          <a:bodyPr rtlCol="0" anchor="b">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Tree>
    <p:extLst>
      <p:ext uri="{BB962C8B-B14F-4D97-AF65-F5344CB8AC3E}">
        <p14:creationId xmlns:p14="http://schemas.microsoft.com/office/powerpoint/2010/main" val="21080789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Solo el título">
    <p:spTree>
      <p:nvGrpSpPr>
        <p:cNvPr id="1" name=""/>
        <p:cNvGrpSpPr/>
        <p:nvPr/>
      </p:nvGrpSpPr>
      <p:grpSpPr>
        <a:xfrm>
          <a:off x="0" y="0"/>
          <a:ext cx="0" cy="0"/>
          <a:chOff x="0" y="0"/>
          <a:chExt cx="0" cy="0"/>
        </a:xfrm>
      </p:grpSpPr>
      <p:sp>
        <p:nvSpPr>
          <p:cNvPr id="21" name="Rectángulo 20">
            <a:extLst>
              <a:ext uri="{FF2B5EF4-FFF2-40B4-BE49-F238E27FC236}">
                <a16:creationId xmlns:a16="http://schemas.microsoft.com/office/drawing/2014/main" id="{6B607F24-5B01-4964-9736-E876BC347E5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BADB3C88-F13B-4B5F-920D-B4EFFAA592E5}"/>
              </a:ext>
            </a:extLst>
          </p:cNvPr>
          <p:cNvSpPr>
            <a:spLocks noGrp="1"/>
          </p:cNvSpPr>
          <p:nvPr>
            <p:ph type="title" hasCustomPrompt="1"/>
          </p:nvPr>
        </p:nvSpPr>
        <p:spPr>
          <a:xfrm>
            <a:off x="371475" y="260351"/>
            <a:ext cx="6168473" cy="758824"/>
          </a:xfrm>
        </p:spPr>
        <p:txBody>
          <a:bodyPr rtlCol="0"/>
          <a:lstStyle/>
          <a:p>
            <a:pPr rtl="0"/>
            <a:r>
              <a:rPr lang="es-ES" noProof="0"/>
              <a:t>Haga clic para editar el estilo de título del patrón</a:t>
            </a:r>
          </a:p>
        </p:txBody>
      </p:sp>
      <p:sp>
        <p:nvSpPr>
          <p:cNvPr id="24" name="Rectángulo 23">
            <a:extLst>
              <a:ext uri="{FF2B5EF4-FFF2-40B4-BE49-F238E27FC236}">
                <a16:creationId xmlns:a16="http://schemas.microsoft.com/office/drawing/2014/main" id="{E2950CCA-59F9-4C47-A5BA-294E9EDCBABE}"/>
              </a:ext>
            </a:extLst>
          </p:cNvPr>
          <p:cNvSpPr/>
          <p:nvPr userDrawn="1"/>
        </p:nvSpPr>
        <p:spPr>
          <a:xfrm>
            <a:off x="6769101" y="0"/>
            <a:ext cx="271108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Rectángulo 21">
            <a:extLst>
              <a:ext uri="{FF2B5EF4-FFF2-40B4-BE49-F238E27FC236}">
                <a16:creationId xmlns:a16="http://schemas.microsoft.com/office/drawing/2014/main" id="{F44232AA-36A1-4A85-8868-9D12848EB106}"/>
              </a:ext>
            </a:extLst>
          </p:cNvPr>
          <p:cNvSpPr/>
          <p:nvPr userDrawn="1"/>
        </p:nvSpPr>
        <p:spPr>
          <a:xfrm>
            <a:off x="9480918" y="2286000"/>
            <a:ext cx="271108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Rectángulo 22">
            <a:extLst>
              <a:ext uri="{FF2B5EF4-FFF2-40B4-BE49-F238E27FC236}">
                <a16:creationId xmlns:a16="http://schemas.microsoft.com/office/drawing/2014/main" id="{0B045D93-056D-486E-A634-890ECB9AF9C2}"/>
              </a:ext>
            </a:extLst>
          </p:cNvPr>
          <p:cNvSpPr/>
          <p:nvPr userDrawn="1"/>
        </p:nvSpPr>
        <p:spPr>
          <a:xfrm>
            <a:off x="6769100" y="4572000"/>
            <a:ext cx="271108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8" name="Rectángulo 27">
            <a:extLst>
              <a:ext uri="{FF2B5EF4-FFF2-40B4-BE49-F238E27FC236}">
                <a16:creationId xmlns:a16="http://schemas.microsoft.com/office/drawing/2014/main" id="{567CD5E4-19A9-4EFD-BBF1-2B1FBC9BB9BD}"/>
              </a:ext>
            </a:extLst>
          </p:cNvPr>
          <p:cNvSpPr/>
          <p:nvPr userDrawn="1"/>
        </p:nvSpPr>
        <p:spPr>
          <a:xfrm>
            <a:off x="9480918" y="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3" name="Rectángulo 32">
            <a:extLst>
              <a:ext uri="{FF2B5EF4-FFF2-40B4-BE49-F238E27FC236}">
                <a16:creationId xmlns:a16="http://schemas.microsoft.com/office/drawing/2014/main" id="{AA533582-AC3E-4F3B-9602-085EB97AD294}"/>
              </a:ext>
            </a:extLst>
          </p:cNvPr>
          <p:cNvSpPr/>
          <p:nvPr userDrawn="1"/>
        </p:nvSpPr>
        <p:spPr>
          <a:xfrm>
            <a:off x="6768364" y="2286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7" name="Rectángulo 36">
            <a:extLst>
              <a:ext uri="{FF2B5EF4-FFF2-40B4-BE49-F238E27FC236}">
                <a16:creationId xmlns:a16="http://schemas.microsoft.com/office/drawing/2014/main" id="{CF0B1BD9-4AC2-4549-9001-383664C7F224}"/>
              </a:ext>
            </a:extLst>
          </p:cNvPr>
          <p:cNvSpPr/>
          <p:nvPr userDrawn="1"/>
        </p:nvSpPr>
        <p:spPr>
          <a:xfrm>
            <a:off x="9480918" y="4572000"/>
            <a:ext cx="271108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 name="Triángulo isósceles 3">
            <a:extLst>
              <a:ext uri="{FF2B5EF4-FFF2-40B4-BE49-F238E27FC236}">
                <a16:creationId xmlns:a16="http://schemas.microsoft.com/office/drawing/2014/main" id="{32B2DC05-AAD7-458D-B737-BE8CCA1FFA99}"/>
              </a:ext>
            </a:extLst>
          </p:cNvPr>
          <p:cNvSpPr/>
          <p:nvPr userDrawn="1"/>
        </p:nvSpPr>
        <p:spPr>
          <a:xfrm rot="5400000">
            <a:off x="9422986" y="1050373"/>
            <a:ext cx="298174" cy="18525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9" name="Triángulo isósceles 38">
            <a:extLst>
              <a:ext uri="{FF2B5EF4-FFF2-40B4-BE49-F238E27FC236}">
                <a16:creationId xmlns:a16="http://schemas.microsoft.com/office/drawing/2014/main" id="{E423C01B-EB10-48EF-8F1C-C2A7E1923E3E}"/>
              </a:ext>
            </a:extLst>
          </p:cNvPr>
          <p:cNvSpPr/>
          <p:nvPr userDrawn="1"/>
        </p:nvSpPr>
        <p:spPr>
          <a:xfrm rot="16200000">
            <a:off x="9238100" y="3336373"/>
            <a:ext cx="298174" cy="185254"/>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4" name="Triángulo isósceles 43">
            <a:extLst>
              <a:ext uri="{FF2B5EF4-FFF2-40B4-BE49-F238E27FC236}">
                <a16:creationId xmlns:a16="http://schemas.microsoft.com/office/drawing/2014/main" id="{BB0D5D5D-BB46-489A-A006-03E52FDA0AB6}"/>
              </a:ext>
            </a:extLst>
          </p:cNvPr>
          <p:cNvSpPr/>
          <p:nvPr userDrawn="1"/>
        </p:nvSpPr>
        <p:spPr>
          <a:xfrm rot="5400000">
            <a:off x="9422986" y="5622373"/>
            <a:ext cx="298174" cy="185254"/>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5" name="Marcador de posición de imagen 33">
            <a:extLst>
              <a:ext uri="{FF2B5EF4-FFF2-40B4-BE49-F238E27FC236}">
                <a16:creationId xmlns:a16="http://schemas.microsoft.com/office/drawing/2014/main" id="{2D0DCA06-9544-45C9-BE22-EBB853AE757C}"/>
              </a:ext>
            </a:extLst>
          </p:cNvPr>
          <p:cNvSpPr>
            <a:spLocks noGrp="1"/>
          </p:cNvSpPr>
          <p:nvPr>
            <p:ph type="pic" sz="quarter" idx="13"/>
          </p:nvPr>
        </p:nvSpPr>
        <p:spPr>
          <a:xfrm>
            <a:off x="10133588" y="561678"/>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46" name="Marcador de posición de imagen 33">
            <a:extLst>
              <a:ext uri="{FF2B5EF4-FFF2-40B4-BE49-F238E27FC236}">
                <a16:creationId xmlns:a16="http://schemas.microsoft.com/office/drawing/2014/main" id="{21403A13-F195-405D-B352-4B77969E358B}"/>
              </a:ext>
            </a:extLst>
          </p:cNvPr>
          <p:cNvSpPr>
            <a:spLocks noGrp="1"/>
          </p:cNvSpPr>
          <p:nvPr>
            <p:ph type="pic" sz="quarter" idx="14"/>
          </p:nvPr>
        </p:nvSpPr>
        <p:spPr>
          <a:xfrm>
            <a:off x="7421034" y="2847678"/>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47" name="Marcador de posición de imagen 33">
            <a:extLst>
              <a:ext uri="{FF2B5EF4-FFF2-40B4-BE49-F238E27FC236}">
                <a16:creationId xmlns:a16="http://schemas.microsoft.com/office/drawing/2014/main" id="{390C9BE2-4328-41D9-82FB-F6FEE7026C55}"/>
              </a:ext>
            </a:extLst>
          </p:cNvPr>
          <p:cNvSpPr>
            <a:spLocks noGrp="1"/>
          </p:cNvSpPr>
          <p:nvPr>
            <p:ph type="pic" sz="quarter" idx="15"/>
          </p:nvPr>
        </p:nvSpPr>
        <p:spPr>
          <a:xfrm>
            <a:off x="10133588" y="5133678"/>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48" name="Marcador de posición de imagen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6168473" cy="5624512"/>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7" name="Marcador de texto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6956242" y="215900"/>
            <a:ext cx="2336800" cy="1854200"/>
          </a:xfrm>
        </p:spPr>
        <p:txBody>
          <a:bodyPr rtlCol="0"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18" name="Marcador de texto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9668059" y="2501900"/>
            <a:ext cx="2336800" cy="1854200"/>
          </a:xfrm>
        </p:spPr>
        <p:txBody>
          <a:bodyPr rtlCol="0"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19" name="Marcador de texto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6956241" y="4787900"/>
            <a:ext cx="2336800" cy="1854200"/>
          </a:xfrm>
        </p:spPr>
        <p:txBody>
          <a:bodyPr rtlCol="0" anchor="ctr">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Tree>
    <p:extLst>
      <p:ext uri="{BB962C8B-B14F-4D97-AF65-F5344CB8AC3E}">
        <p14:creationId xmlns:p14="http://schemas.microsoft.com/office/powerpoint/2010/main" val="2014259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48" name="Marcador de posición de imagen 6">
            <a:extLst>
              <a:ext uri="{FF2B5EF4-FFF2-40B4-BE49-F238E27FC236}">
                <a16:creationId xmlns:a16="http://schemas.microsoft.com/office/drawing/2014/main" id="{7E57D58E-479C-4409-8D5F-7CAC3178A771}"/>
              </a:ext>
            </a:extLst>
          </p:cNvPr>
          <p:cNvSpPr>
            <a:spLocks noGrp="1"/>
          </p:cNvSpPr>
          <p:nvPr>
            <p:ph type="pic" sz="quarter" idx="16"/>
          </p:nvPr>
        </p:nvSpPr>
        <p:spPr>
          <a:xfrm>
            <a:off x="371475" y="1233488"/>
            <a:ext cx="11520487" cy="3049754"/>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sp>
        <p:nvSpPr>
          <p:cNvPr id="20" name="Marcador de posición de imagen 33">
            <a:extLst>
              <a:ext uri="{FF2B5EF4-FFF2-40B4-BE49-F238E27FC236}">
                <a16:creationId xmlns:a16="http://schemas.microsoft.com/office/drawing/2014/main" id="{917F3183-F8DC-409E-BDAF-E3190E5CC10A}"/>
              </a:ext>
            </a:extLst>
          </p:cNvPr>
          <p:cNvSpPr>
            <a:spLocks noGrp="1"/>
          </p:cNvSpPr>
          <p:nvPr>
            <p:ph type="pic" sz="quarter" idx="13"/>
          </p:nvPr>
        </p:nvSpPr>
        <p:spPr>
          <a:xfrm>
            <a:off x="1466711" y="2999731"/>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25" name="Marcador de posición de imagen 33">
            <a:extLst>
              <a:ext uri="{FF2B5EF4-FFF2-40B4-BE49-F238E27FC236}">
                <a16:creationId xmlns:a16="http://schemas.microsoft.com/office/drawing/2014/main" id="{8DCF90EE-8A0F-46BB-A8EC-27CB7826EB0D}"/>
              </a:ext>
            </a:extLst>
          </p:cNvPr>
          <p:cNvSpPr>
            <a:spLocks noGrp="1"/>
          </p:cNvSpPr>
          <p:nvPr>
            <p:ph type="pic" sz="quarter" idx="17"/>
          </p:nvPr>
        </p:nvSpPr>
        <p:spPr>
          <a:xfrm>
            <a:off x="4108135" y="2999731"/>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26" name="Marcador de posición de imagen 33">
            <a:extLst>
              <a:ext uri="{FF2B5EF4-FFF2-40B4-BE49-F238E27FC236}">
                <a16:creationId xmlns:a16="http://schemas.microsoft.com/office/drawing/2014/main" id="{4B6BCE84-A7A7-4701-966F-9F969C523C51}"/>
              </a:ext>
            </a:extLst>
          </p:cNvPr>
          <p:cNvSpPr>
            <a:spLocks noGrp="1"/>
          </p:cNvSpPr>
          <p:nvPr>
            <p:ph type="pic" sz="quarter" idx="18"/>
          </p:nvPr>
        </p:nvSpPr>
        <p:spPr>
          <a:xfrm>
            <a:off x="6749558" y="2999731"/>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27" name="Marcador de posición de imagen 33">
            <a:extLst>
              <a:ext uri="{FF2B5EF4-FFF2-40B4-BE49-F238E27FC236}">
                <a16:creationId xmlns:a16="http://schemas.microsoft.com/office/drawing/2014/main" id="{2F810615-16AA-4D3F-93BB-1074BABE1234}"/>
              </a:ext>
            </a:extLst>
          </p:cNvPr>
          <p:cNvSpPr>
            <a:spLocks noGrp="1"/>
          </p:cNvSpPr>
          <p:nvPr>
            <p:ph type="pic" sz="quarter" idx="19"/>
          </p:nvPr>
        </p:nvSpPr>
        <p:spPr>
          <a:xfrm>
            <a:off x="9435088" y="2999731"/>
            <a:ext cx="1405742" cy="1162644"/>
          </a:xfrm>
        </p:spPr>
        <p:txBody>
          <a:bodyPr rtlCol="0">
            <a:normAutofit/>
          </a:bodyPr>
          <a:lstStyle>
            <a:lvl1pPr marL="0" indent="0" algn="ctr">
              <a:buNone/>
              <a:defRPr sz="2000">
                <a:solidFill>
                  <a:schemeClr val="tx1"/>
                </a:solidFill>
              </a:defRPr>
            </a:lvl1pPr>
          </a:lstStyle>
          <a:p>
            <a:pPr rtl="0"/>
            <a:r>
              <a:rPr lang="es-ES" noProof="0"/>
              <a:t>Haga clic en el icono para agregar una imagen</a:t>
            </a:r>
          </a:p>
        </p:txBody>
      </p:sp>
      <p:sp>
        <p:nvSpPr>
          <p:cNvPr id="32" name="Rectángulo 31">
            <a:extLst>
              <a:ext uri="{FF2B5EF4-FFF2-40B4-BE49-F238E27FC236}">
                <a16:creationId xmlns:a16="http://schemas.microsoft.com/office/drawing/2014/main" id="{E9E999B4-BC91-4EF5-915C-59E58E141134}"/>
              </a:ext>
            </a:extLst>
          </p:cNvPr>
          <p:cNvSpPr/>
          <p:nvPr userDrawn="1"/>
        </p:nvSpPr>
        <p:spPr>
          <a:xfrm>
            <a:off x="979920" y="4514247"/>
            <a:ext cx="2379325"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Rectángulo 33">
            <a:extLst>
              <a:ext uri="{FF2B5EF4-FFF2-40B4-BE49-F238E27FC236}">
                <a16:creationId xmlns:a16="http://schemas.microsoft.com/office/drawing/2014/main" id="{8E3D72D1-545E-4FA9-B18F-DBE257DA9472}"/>
              </a:ext>
            </a:extLst>
          </p:cNvPr>
          <p:cNvSpPr/>
          <p:nvPr userDrawn="1"/>
        </p:nvSpPr>
        <p:spPr>
          <a:xfrm>
            <a:off x="3621344" y="4514247"/>
            <a:ext cx="2379325"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5" name="Rectángulo 34">
            <a:extLst>
              <a:ext uri="{FF2B5EF4-FFF2-40B4-BE49-F238E27FC236}">
                <a16:creationId xmlns:a16="http://schemas.microsoft.com/office/drawing/2014/main" id="{A1FF2C74-7F94-4D15-9530-4844CA0ABABA}"/>
              </a:ext>
            </a:extLst>
          </p:cNvPr>
          <p:cNvSpPr/>
          <p:nvPr userDrawn="1"/>
        </p:nvSpPr>
        <p:spPr>
          <a:xfrm>
            <a:off x="6262766" y="4514247"/>
            <a:ext cx="2379325"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6" name="Rectángulo 35">
            <a:extLst>
              <a:ext uri="{FF2B5EF4-FFF2-40B4-BE49-F238E27FC236}">
                <a16:creationId xmlns:a16="http://schemas.microsoft.com/office/drawing/2014/main" id="{D65048BF-5755-467D-94DA-799CD1A9ED70}"/>
              </a:ext>
            </a:extLst>
          </p:cNvPr>
          <p:cNvSpPr/>
          <p:nvPr userDrawn="1"/>
        </p:nvSpPr>
        <p:spPr>
          <a:xfrm>
            <a:off x="8904188" y="4514247"/>
            <a:ext cx="2379325"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8" name="Marcador de texto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1091465" y="4598182"/>
            <a:ext cx="2156235" cy="1330436"/>
          </a:xfrm>
        </p:spPr>
        <p:txBody>
          <a:bodyPr rtlCol="0">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0" name="Marcador de texto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3732888" y="4598182"/>
            <a:ext cx="2156235" cy="1330436"/>
          </a:xfrm>
        </p:spPr>
        <p:txBody>
          <a:bodyPr rtlCol="0">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1" name="Marcador de texto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6374310" y="4598182"/>
            <a:ext cx="2156235" cy="1330436"/>
          </a:xfrm>
        </p:spPr>
        <p:txBody>
          <a:bodyPr rtlCol="0">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2" name="Marcador de texto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9015732" y="4598182"/>
            <a:ext cx="2156235" cy="1330436"/>
          </a:xfrm>
        </p:spPr>
        <p:txBody>
          <a:bodyPr rtlCol="0">
            <a:noAutofit/>
          </a:bodyPr>
          <a:lstStyle>
            <a:lvl1pPr marL="0" indent="0" algn="ctr">
              <a:buNone/>
              <a:defRPr sz="1800">
                <a:solidFill>
                  <a:schemeClr val="bg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cxnSp>
        <p:nvCxnSpPr>
          <p:cNvPr id="6" name="Conector recto 5">
            <a:extLst>
              <a:ext uri="{FF2B5EF4-FFF2-40B4-BE49-F238E27FC236}">
                <a16:creationId xmlns:a16="http://schemas.microsoft.com/office/drawing/2014/main" id="{62ECF54D-C7AE-4FFE-A9FA-ECD663CD2A09}"/>
              </a:ext>
            </a:extLst>
          </p:cNvPr>
          <p:cNvCxnSpPr>
            <a:cxnSpLocks/>
          </p:cNvCxnSpPr>
          <p:nvPr userDrawn="1"/>
        </p:nvCxnSpPr>
        <p:spPr>
          <a:xfrm>
            <a:off x="979920" y="4357837"/>
            <a:ext cx="2379325"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Conector recto 28">
            <a:extLst>
              <a:ext uri="{FF2B5EF4-FFF2-40B4-BE49-F238E27FC236}">
                <a16:creationId xmlns:a16="http://schemas.microsoft.com/office/drawing/2014/main" id="{7FB84BED-8481-4D23-AE06-31529215FE6C}"/>
              </a:ext>
            </a:extLst>
          </p:cNvPr>
          <p:cNvCxnSpPr>
            <a:cxnSpLocks/>
          </p:cNvCxnSpPr>
          <p:nvPr userDrawn="1"/>
        </p:nvCxnSpPr>
        <p:spPr>
          <a:xfrm>
            <a:off x="3621344" y="4357837"/>
            <a:ext cx="2379325"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Conector recto 29">
            <a:extLst>
              <a:ext uri="{FF2B5EF4-FFF2-40B4-BE49-F238E27FC236}">
                <a16:creationId xmlns:a16="http://schemas.microsoft.com/office/drawing/2014/main" id="{4A09D405-9228-4697-A91F-4E5A2B5B6512}"/>
              </a:ext>
            </a:extLst>
          </p:cNvPr>
          <p:cNvCxnSpPr>
            <a:cxnSpLocks/>
          </p:cNvCxnSpPr>
          <p:nvPr userDrawn="1"/>
        </p:nvCxnSpPr>
        <p:spPr>
          <a:xfrm>
            <a:off x="6262767" y="4357837"/>
            <a:ext cx="2379325"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9645748A-37E1-4661-B50F-D1FCAF7F3088}"/>
              </a:ext>
            </a:extLst>
          </p:cNvPr>
          <p:cNvCxnSpPr>
            <a:cxnSpLocks/>
          </p:cNvCxnSpPr>
          <p:nvPr userDrawn="1"/>
        </p:nvCxnSpPr>
        <p:spPr>
          <a:xfrm>
            <a:off x="8904191" y="4357837"/>
            <a:ext cx="2379325"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087214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8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48" name="Marcador de posición de imagen 6">
            <a:extLst>
              <a:ext uri="{FF2B5EF4-FFF2-40B4-BE49-F238E27FC236}">
                <a16:creationId xmlns:a16="http://schemas.microsoft.com/office/drawing/2014/main" id="{7E57D58E-479C-4409-8D5F-7CAC3178A771}"/>
              </a:ext>
            </a:extLst>
          </p:cNvPr>
          <p:cNvSpPr>
            <a:spLocks noGrp="1"/>
          </p:cNvSpPr>
          <p:nvPr>
            <p:ph type="pic" sz="quarter" idx="16"/>
          </p:nvPr>
        </p:nvSpPr>
        <p:spPr>
          <a:xfrm>
            <a:off x="371476" y="1233488"/>
            <a:ext cx="4140890" cy="5148262"/>
          </a:xfrm>
          <a:solidFill>
            <a:schemeClr val="bg1">
              <a:lumMod val="95000"/>
            </a:schemeClr>
          </a:solidFill>
        </p:spPr>
        <p:txBody>
          <a:bodyPr vert="horz" lIns="91440" tIns="45720" rIns="91440" bIns="45720" rtlCol="0">
            <a:normAutofit/>
          </a:bodyPr>
          <a:lstStyle>
            <a:lvl1pPr>
              <a:defRPr lang="en-US" sz="1800"/>
            </a:lvl1pPr>
          </a:lstStyle>
          <a:p>
            <a:pPr marL="0" lvl="0" indent="0" algn="ctr" rtl="0">
              <a:buNone/>
            </a:pPr>
            <a:r>
              <a:rPr lang="es-ES" noProof="0"/>
              <a:t>Haga clic en el icono para agregar una imagen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sp>
        <p:nvSpPr>
          <p:cNvPr id="18" name="Rectángulo 17">
            <a:extLst>
              <a:ext uri="{FF2B5EF4-FFF2-40B4-BE49-F238E27FC236}">
                <a16:creationId xmlns:a16="http://schemas.microsoft.com/office/drawing/2014/main" id="{1DD2DC66-11E4-4714-A8DE-E8AC34D49655}"/>
              </a:ext>
            </a:extLst>
          </p:cNvPr>
          <p:cNvSpPr/>
          <p:nvPr userDrawn="1"/>
        </p:nvSpPr>
        <p:spPr>
          <a:xfrm>
            <a:off x="4615257" y="1233489"/>
            <a:ext cx="2371952"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grpSp>
        <p:nvGrpSpPr>
          <p:cNvPr id="5" name="Grupo 4">
            <a:extLst>
              <a:ext uri="{FF2B5EF4-FFF2-40B4-BE49-F238E27FC236}">
                <a16:creationId xmlns:a16="http://schemas.microsoft.com/office/drawing/2014/main" id="{B6748F93-9B1D-4874-A164-A654BF7D6C8C}"/>
              </a:ext>
            </a:extLst>
          </p:cNvPr>
          <p:cNvGrpSpPr/>
          <p:nvPr userDrawn="1"/>
        </p:nvGrpSpPr>
        <p:grpSpPr>
          <a:xfrm>
            <a:off x="4842107" y="2462886"/>
            <a:ext cx="1918252" cy="2689468"/>
            <a:chOff x="4790661" y="2266122"/>
            <a:chExt cx="1918252" cy="2852530"/>
          </a:xfrm>
        </p:grpSpPr>
        <p:cxnSp>
          <p:nvCxnSpPr>
            <p:cNvPr id="4" name="Conector recto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Conector recto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upo 27">
            <a:extLst>
              <a:ext uri="{FF2B5EF4-FFF2-40B4-BE49-F238E27FC236}">
                <a16:creationId xmlns:a16="http://schemas.microsoft.com/office/drawing/2014/main" id="{F894F998-0FDF-4CA2-802E-4FCFA7674171}"/>
              </a:ext>
            </a:extLst>
          </p:cNvPr>
          <p:cNvGrpSpPr/>
          <p:nvPr userDrawn="1"/>
        </p:nvGrpSpPr>
        <p:grpSpPr>
          <a:xfrm>
            <a:off x="7090100" y="2462886"/>
            <a:ext cx="4801862" cy="2689468"/>
            <a:chOff x="4790661" y="2266122"/>
            <a:chExt cx="1918252" cy="2852530"/>
          </a:xfrm>
        </p:grpSpPr>
        <p:cxnSp>
          <p:nvCxnSpPr>
            <p:cNvPr id="33" name="Conector recto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Conector recto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Conector recto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Marcador de texto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7166507" y="1463643"/>
            <a:ext cx="4725455" cy="758822"/>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0" name="Marcador de texto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7166507" y="2741755"/>
            <a:ext cx="4725455" cy="758822"/>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1" name="Marcador de texto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7166507" y="4069997"/>
            <a:ext cx="4725455" cy="758822"/>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2" name="Marcador de texto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7166507" y="5394355"/>
            <a:ext cx="4725455" cy="758822"/>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3" name="Marcador de posición de imagen 33">
            <a:extLst>
              <a:ext uri="{FF2B5EF4-FFF2-40B4-BE49-F238E27FC236}">
                <a16:creationId xmlns:a16="http://schemas.microsoft.com/office/drawing/2014/main" id="{1644FD94-AD03-4C4F-A1A5-085DD8F56646}"/>
              </a:ext>
            </a:extLst>
          </p:cNvPr>
          <p:cNvSpPr>
            <a:spLocks noGrp="1"/>
          </p:cNvSpPr>
          <p:nvPr>
            <p:ph type="pic" sz="quarter" idx="13"/>
          </p:nvPr>
        </p:nvSpPr>
        <p:spPr>
          <a:xfrm>
            <a:off x="5227571" y="1437538"/>
            <a:ext cx="1147325" cy="811033"/>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44" name="Marcador de posición de imagen 33">
            <a:extLst>
              <a:ext uri="{FF2B5EF4-FFF2-40B4-BE49-F238E27FC236}">
                <a16:creationId xmlns:a16="http://schemas.microsoft.com/office/drawing/2014/main" id="{9A1BE0BE-1FFD-445C-B6BA-E4A602D22112}"/>
              </a:ext>
            </a:extLst>
          </p:cNvPr>
          <p:cNvSpPr>
            <a:spLocks noGrp="1"/>
          </p:cNvSpPr>
          <p:nvPr>
            <p:ph type="pic" sz="quarter" idx="24"/>
          </p:nvPr>
        </p:nvSpPr>
        <p:spPr>
          <a:xfrm>
            <a:off x="5227571" y="2715650"/>
            <a:ext cx="1147325" cy="811033"/>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45" name="Marcador de posición de imagen 33">
            <a:extLst>
              <a:ext uri="{FF2B5EF4-FFF2-40B4-BE49-F238E27FC236}">
                <a16:creationId xmlns:a16="http://schemas.microsoft.com/office/drawing/2014/main" id="{B577AF17-6C7E-48B9-B267-0874B232A710}"/>
              </a:ext>
            </a:extLst>
          </p:cNvPr>
          <p:cNvSpPr>
            <a:spLocks noGrp="1"/>
          </p:cNvSpPr>
          <p:nvPr>
            <p:ph type="pic" sz="quarter" idx="25"/>
          </p:nvPr>
        </p:nvSpPr>
        <p:spPr>
          <a:xfrm>
            <a:off x="5227571" y="4043892"/>
            <a:ext cx="1147325" cy="811033"/>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46" name="Marcador de posición de imagen 33">
            <a:extLst>
              <a:ext uri="{FF2B5EF4-FFF2-40B4-BE49-F238E27FC236}">
                <a16:creationId xmlns:a16="http://schemas.microsoft.com/office/drawing/2014/main" id="{98A01AB1-3434-46C7-B1B3-90AFD4B1799F}"/>
              </a:ext>
            </a:extLst>
          </p:cNvPr>
          <p:cNvSpPr>
            <a:spLocks noGrp="1"/>
          </p:cNvSpPr>
          <p:nvPr>
            <p:ph type="pic" sz="quarter" idx="26"/>
          </p:nvPr>
        </p:nvSpPr>
        <p:spPr>
          <a:xfrm>
            <a:off x="5227571" y="5368250"/>
            <a:ext cx="1147325" cy="811033"/>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Tree>
    <p:extLst>
      <p:ext uri="{BB962C8B-B14F-4D97-AF65-F5344CB8AC3E}">
        <p14:creationId xmlns:p14="http://schemas.microsoft.com/office/powerpoint/2010/main" val="272809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9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ángulo 17">
            <a:extLst>
              <a:ext uri="{FF2B5EF4-FFF2-40B4-BE49-F238E27FC236}">
                <a16:creationId xmlns:a16="http://schemas.microsoft.com/office/drawing/2014/main" id="{1DD2DC66-11E4-4714-A8DE-E8AC34D49655}"/>
              </a:ext>
            </a:extLst>
          </p:cNvPr>
          <p:cNvSpPr/>
          <p:nvPr userDrawn="1"/>
        </p:nvSpPr>
        <p:spPr>
          <a:xfrm>
            <a:off x="371475" y="1233488"/>
            <a:ext cx="22932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3" name="Rectángulo 22">
            <a:extLst>
              <a:ext uri="{FF2B5EF4-FFF2-40B4-BE49-F238E27FC236}">
                <a16:creationId xmlns:a16="http://schemas.microsoft.com/office/drawing/2014/main" id="{EAF541B1-4F4B-40BC-BF0B-B80864399D0C}"/>
              </a:ext>
            </a:extLst>
          </p:cNvPr>
          <p:cNvSpPr/>
          <p:nvPr userDrawn="1"/>
        </p:nvSpPr>
        <p:spPr>
          <a:xfrm>
            <a:off x="371475" y="3773172"/>
            <a:ext cx="22932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6" name="Rectángulo 25">
            <a:extLst>
              <a:ext uri="{FF2B5EF4-FFF2-40B4-BE49-F238E27FC236}">
                <a16:creationId xmlns:a16="http://schemas.microsoft.com/office/drawing/2014/main" id="{DB837A4A-8DA3-4F45-9468-2C7DE5B35803}"/>
              </a:ext>
            </a:extLst>
          </p:cNvPr>
          <p:cNvSpPr/>
          <p:nvPr userDrawn="1"/>
        </p:nvSpPr>
        <p:spPr>
          <a:xfrm>
            <a:off x="6170635" y="1233487"/>
            <a:ext cx="2294237"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7" name="Rectángulo 26">
            <a:extLst>
              <a:ext uri="{FF2B5EF4-FFF2-40B4-BE49-F238E27FC236}">
                <a16:creationId xmlns:a16="http://schemas.microsoft.com/office/drawing/2014/main" id="{39CA034F-F360-4CF5-B944-C16768254C5A}"/>
              </a:ext>
            </a:extLst>
          </p:cNvPr>
          <p:cNvSpPr/>
          <p:nvPr userDrawn="1"/>
        </p:nvSpPr>
        <p:spPr>
          <a:xfrm>
            <a:off x="6170635" y="3773171"/>
            <a:ext cx="2294237"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3" name="Marcador de posición de imagen 33">
            <a:extLst>
              <a:ext uri="{FF2B5EF4-FFF2-40B4-BE49-F238E27FC236}">
                <a16:creationId xmlns:a16="http://schemas.microsoft.com/office/drawing/2014/main" id="{1644FD94-AD03-4C4F-A1A5-085DD8F56646}"/>
              </a:ext>
            </a:extLst>
          </p:cNvPr>
          <p:cNvSpPr>
            <a:spLocks noGrp="1"/>
          </p:cNvSpPr>
          <p:nvPr>
            <p:ph type="pic" sz="quarter" idx="13"/>
          </p:nvPr>
        </p:nvSpPr>
        <p:spPr>
          <a:xfrm>
            <a:off x="615473" y="1713955"/>
            <a:ext cx="1805204" cy="14666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32" name="Rectángulo 31">
            <a:extLst>
              <a:ext uri="{FF2B5EF4-FFF2-40B4-BE49-F238E27FC236}">
                <a16:creationId xmlns:a16="http://schemas.microsoft.com/office/drawing/2014/main" id="{ECA01639-D8FA-4F18-8FE5-E923F5A1BB48}"/>
              </a:ext>
            </a:extLst>
          </p:cNvPr>
          <p:cNvSpPr/>
          <p:nvPr userDrawn="1"/>
        </p:nvSpPr>
        <p:spPr>
          <a:xfrm>
            <a:off x="2730561"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4" name="Rectángulo 33">
            <a:extLst>
              <a:ext uri="{FF2B5EF4-FFF2-40B4-BE49-F238E27FC236}">
                <a16:creationId xmlns:a16="http://schemas.microsoft.com/office/drawing/2014/main" id="{AF02D09E-3C25-405E-BF24-A884A07C224A}"/>
              </a:ext>
            </a:extLst>
          </p:cNvPr>
          <p:cNvSpPr/>
          <p:nvPr userDrawn="1"/>
        </p:nvSpPr>
        <p:spPr>
          <a:xfrm>
            <a:off x="2730561"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9" name="Marcador de texto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900245" y="1460126"/>
            <a:ext cx="3002880" cy="1974324"/>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5" name="Marcador de texto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900245" y="3999809"/>
            <a:ext cx="3002880" cy="1974324"/>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6" name="Rectángulo 35">
            <a:extLst>
              <a:ext uri="{FF2B5EF4-FFF2-40B4-BE49-F238E27FC236}">
                <a16:creationId xmlns:a16="http://schemas.microsoft.com/office/drawing/2014/main" id="{1C6F0F84-9668-4EA8-A3F5-3AD5AED3EFDD}"/>
              </a:ext>
            </a:extLst>
          </p:cNvPr>
          <p:cNvSpPr/>
          <p:nvPr userDrawn="1"/>
        </p:nvSpPr>
        <p:spPr>
          <a:xfrm>
            <a:off x="8549714" y="1233488"/>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7" name="Rectángulo 46">
            <a:extLst>
              <a:ext uri="{FF2B5EF4-FFF2-40B4-BE49-F238E27FC236}">
                <a16:creationId xmlns:a16="http://schemas.microsoft.com/office/drawing/2014/main" id="{19CCCFCB-4EAD-47A3-8F4A-307EE022DD53}"/>
              </a:ext>
            </a:extLst>
          </p:cNvPr>
          <p:cNvSpPr/>
          <p:nvPr userDrawn="1"/>
        </p:nvSpPr>
        <p:spPr>
          <a:xfrm>
            <a:off x="8549714" y="3773171"/>
            <a:ext cx="3342248"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49" name="Marcador de texto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8719398" y="1460126"/>
            <a:ext cx="3002880" cy="1974324"/>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50" name="Marcador de texto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8719398" y="3999809"/>
            <a:ext cx="3002880" cy="1974324"/>
          </a:xfrm>
        </p:spPr>
        <p:txBody>
          <a:bodyPr rtlCol="0" anchor="ctr">
            <a:noAutofit/>
          </a:bodyPr>
          <a:lstStyle>
            <a:lvl1pPr marL="0" indent="0" algn="l">
              <a:buNone/>
              <a:defRPr sz="1800">
                <a:solidFill>
                  <a:schemeClr val="tx1"/>
                </a:solidFill>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51" name="Marcador de posición de imagen 33">
            <a:extLst>
              <a:ext uri="{FF2B5EF4-FFF2-40B4-BE49-F238E27FC236}">
                <a16:creationId xmlns:a16="http://schemas.microsoft.com/office/drawing/2014/main" id="{F196EA03-E36C-4E2A-A82F-8FA76EC2DBFC}"/>
              </a:ext>
            </a:extLst>
          </p:cNvPr>
          <p:cNvSpPr>
            <a:spLocks noGrp="1"/>
          </p:cNvSpPr>
          <p:nvPr>
            <p:ph type="pic" sz="quarter" idx="30"/>
          </p:nvPr>
        </p:nvSpPr>
        <p:spPr>
          <a:xfrm>
            <a:off x="615473" y="4253638"/>
            <a:ext cx="1805204" cy="14666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52" name="Marcador de posición de imagen 33">
            <a:extLst>
              <a:ext uri="{FF2B5EF4-FFF2-40B4-BE49-F238E27FC236}">
                <a16:creationId xmlns:a16="http://schemas.microsoft.com/office/drawing/2014/main" id="{9A754FAD-4B3A-4A76-9F0D-84DA72FD822B}"/>
              </a:ext>
            </a:extLst>
          </p:cNvPr>
          <p:cNvSpPr>
            <a:spLocks noGrp="1"/>
          </p:cNvSpPr>
          <p:nvPr>
            <p:ph type="pic" sz="quarter" idx="31"/>
          </p:nvPr>
        </p:nvSpPr>
        <p:spPr>
          <a:xfrm>
            <a:off x="6415151" y="4253638"/>
            <a:ext cx="1805204" cy="14666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53" name="Marcador de posición de imagen 33">
            <a:extLst>
              <a:ext uri="{FF2B5EF4-FFF2-40B4-BE49-F238E27FC236}">
                <a16:creationId xmlns:a16="http://schemas.microsoft.com/office/drawing/2014/main" id="{7A45718F-1012-47C4-BF29-7462E5C6CB90}"/>
              </a:ext>
            </a:extLst>
          </p:cNvPr>
          <p:cNvSpPr>
            <a:spLocks noGrp="1"/>
          </p:cNvSpPr>
          <p:nvPr>
            <p:ph type="pic" sz="quarter" idx="32"/>
          </p:nvPr>
        </p:nvSpPr>
        <p:spPr>
          <a:xfrm>
            <a:off x="6415151" y="1713954"/>
            <a:ext cx="1805204" cy="14666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Tree>
    <p:extLst>
      <p:ext uri="{BB962C8B-B14F-4D97-AF65-F5344CB8AC3E}">
        <p14:creationId xmlns:p14="http://schemas.microsoft.com/office/powerpoint/2010/main" val="6277322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0_Solo el título">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1DD2DC66-11E4-4714-A8DE-E8AC34D49655}"/>
              </a:ext>
            </a:extLst>
          </p:cNvPr>
          <p:cNvSpPr/>
          <p:nvPr userDrawn="1"/>
        </p:nvSpPr>
        <p:spPr>
          <a:xfrm>
            <a:off x="371474" y="1660868"/>
            <a:ext cx="2686613"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1" name="Rectángulo 20">
            <a:extLst>
              <a:ext uri="{FF2B5EF4-FFF2-40B4-BE49-F238E27FC236}">
                <a16:creationId xmlns:a16="http://schemas.microsoft.com/office/drawing/2014/main" id="{8CD9ECBB-3A0A-409C-B1C0-C8F4C3087894}"/>
              </a:ext>
            </a:extLst>
          </p:cNvPr>
          <p:cNvSpPr/>
          <p:nvPr userDrawn="1"/>
        </p:nvSpPr>
        <p:spPr>
          <a:xfrm>
            <a:off x="3316099" y="1660868"/>
            <a:ext cx="2686613"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2" name="Rectángulo 21">
            <a:extLst>
              <a:ext uri="{FF2B5EF4-FFF2-40B4-BE49-F238E27FC236}">
                <a16:creationId xmlns:a16="http://schemas.microsoft.com/office/drawing/2014/main" id="{6FB4FA2C-0414-484D-95CD-C5E17E33E238}"/>
              </a:ext>
            </a:extLst>
          </p:cNvPr>
          <p:cNvSpPr/>
          <p:nvPr userDrawn="1"/>
        </p:nvSpPr>
        <p:spPr>
          <a:xfrm>
            <a:off x="6260723" y="1660868"/>
            <a:ext cx="2686613"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5" name="Rectángulo 24">
            <a:extLst>
              <a:ext uri="{FF2B5EF4-FFF2-40B4-BE49-F238E27FC236}">
                <a16:creationId xmlns:a16="http://schemas.microsoft.com/office/drawing/2014/main" id="{8D0DE753-6478-4950-8F99-15952FCB6521}"/>
              </a:ext>
            </a:extLst>
          </p:cNvPr>
          <p:cNvSpPr/>
          <p:nvPr userDrawn="1"/>
        </p:nvSpPr>
        <p:spPr>
          <a:xfrm>
            <a:off x="9205348" y="1660868"/>
            <a:ext cx="2686613"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Marcador de posición de imagen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761485"/>
            <a:ext cx="2494721" cy="22263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28" name="Marcador de posición de imagen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761485"/>
            <a:ext cx="2494721" cy="22263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29" name="Marcador de posición de imagen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761485"/>
            <a:ext cx="2494721" cy="22263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30" name="Marcador de posición de imagen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761485"/>
            <a:ext cx="2494721" cy="2226366"/>
          </a:xfrm>
        </p:spPr>
        <p:txBody>
          <a:bodyPr rtlCol="0">
            <a:normAutofit/>
          </a:bodyPr>
          <a:lstStyle>
            <a:lvl1pPr marL="0" indent="0" algn="ctr">
              <a:buNone/>
              <a:defRPr sz="1600">
                <a:solidFill>
                  <a:schemeClr val="bg1"/>
                </a:solidFill>
              </a:defRPr>
            </a:lvl1pPr>
          </a:lstStyle>
          <a:p>
            <a:pPr rtl="0"/>
            <a:r>
              <a:rPr lang="es-ES" noProof="0"/>
              <a:t>Haga clic en el icono para agregar una imagen</a:t>
            </a:r>
          </a:p>
        </p:txBody>
      </p:sp>
      <p:sp>
        <p:nvSpPr>
          <p:cNvPr id="31" name="Marcador de texto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371474" y="4302782"/>
            <a:ext cx="2686613" cy="666781"/>
          </a:xfrm>
        </p:spPr>
        <p:txBody>
          <a:bodyPr rtlCol="0" anchor="t">
            <a:noAutofit/>
          </a:bodyPr>
          <a:lstStyle>
            <a:lvl1pPr marL="0" indent="0" algn="ctr">
              <a:buNone/>
              <a:defRPr sz="2000" b="1">
                <a:solidFill>
                  <a:schemeClr val="accent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3" name="Marcador de texto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371474" y="5058156"/>
            <a:ext cx="2686613" cy="666781"/>
          </a:xfrm>
        </p:spPr>
        <p:txBody>
          <a:bodyPr rtlCol="0"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7" name="Marcador de texto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316099" y="4302782"/>
            <a:ext cx="2686613" cy="666781"/>
          </a:xfrm>
        </p:spPr>
        <p:txBody>
          <a:bodyPr rtlCol="0" anchor="t">
            <a:noAutofit/>
          </a:bodyPr>
          <a:lstStyle>
            <a:lvl1pPr marL="0" indent="0" algn="ctr">
              <a:buNone/>
              <a:defRPr sz="2000" b="1">
                <a:solidFill>
                  <a:schemeClr val="accent2"/>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8" name="Marcador de texto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316099" y="5058156"/>
            <a:ext cx="2686613" cy="666781"/>
          </a:xfrm>
        </p:spPr>
        <p:txBody>
          <a:bodyPr rtlCol="0"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0" name="Marcador de texto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260723" y="4302782"/>
            <a:ext cx="2686613" cy="666781"/>
          </a:xfrm>
        </p:spPr>
        <p:txBody>
          <a:bodyPr rtlCol="0" anchor="t">
            <a:noAutofit/>
          </a:bodyPr>
          <a:lstStyle>
            <a:lvl1pPr marL="0" indent="0" algn="ctr">
              <a:buNone/>
              <a:defRPr sz="2000" b="1">
                <a:solidFill>
                  <a:schemeClr val="accent4"/>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1" name="Marcador de texto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260723" y="5058156"/>
            <a:ext cx="2686613" cy="666781"/>
          </a:xfrm>
        </p:spPr>
        <p:txBody>
          <a:bodyPr rtlCol="0"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2" name="Marcador de texto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205350" y="4302782"/>
            <a:ext cx="2686613" cy="666781"/>
          </a:xfrm>
        </p:spPr>
        <p:txBody>
          <a:bodyPr rtlCol="0" anchor="t">
            <a:noAutofit/>
          </a:bodyPr>
          <a:lstStyle>
            <a:lvl1pPr marL="0" indent="0" algn="ctr">
              <a:buNone/>
              <a:defRPr sz="2000" b="1">
                <a:solidFill>
                  <a:schemeClr val="accent6"/>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4" name="Marcador de texto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205350" y="5058156"/>
            <a:ext cx="2686613" cy="666781"/>
          </a:xfrm>
        </p:spPr>
        <p:txBody>
          <a:bodyPr rtlCol="0" anchor="t">
            <a:noAutofit/>
          </a:bodyPr>
          <a:lstStyle>
            <a:lvl1pPr marL="0" indent="0" algn="ctr">
              <a:buNone/>
              <a:defRPr sz="1600" b="0">
                <a:solidFill>
                  <a:schemeClr val="tx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Tree>
    <p:extLst>
      <p:ext uri="{BB962C8B-B14F-4D97-AF65-F5344CB8AC3E}">
        <p14:creationId xmlns:p14="http://schemas.microsoft.com/office/powerpoint/2010/main" val="18847343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_Solo el título">
    <p:spTree>
      <p:nvGrpSpPr>
        <p:cNvPr id="1" name=""/>
        <p:cNvGrpSpPr/>
        <p:nvPr/>
      </p:nvGrpSpPr>
      <p:grpSpPr>
        <a:xfrm>
          <a:off x="0" y="0"/>
          <a:ext cx="0" cy="0"/>
          <a:chOff x="0" y="0"/>
          <a:chExt cx="0" cy="0"/>
        </a:xfrm>
      </p:grpSpPr>
      <p:sp>
        <p:nvSpPr>
          <p:cNvPr id="23" name="Rectángulo 22">
            <a:extLst>
              <a:ext uri="{FF2B5EF4-FFF2-40B4-BE49-F238E27FC236}">
                <a16:creationId xmlns:a16="http://schemas.microsoft.com/office/drawing/2014/main" id="{FBB81E01-55F6-44A7-8ACB-B172EA0F9FB3}"/>
              </a:ext>
            </a:extLst>
          </p:cNvPr>
          <p:cNvSpPr/>
          <p:nvPr userDrawn="1"/>
        </p:nvSpPr>
        <p:spPr>
          <a:xfrm>
            <a:off x="467420" y="3895002"/>
            <a:ext cx="249472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6" name="Rectángulo 25">
            <a:extLst>
              <a:ext uri="{FF2B5EF4-FFF2-40B4-BE49-F238E27FC236}">
                <a16:creationId xmlns:a16="http://schemas.microsoft.com/office/drawing/2014/main" id="{FAD85DF7-0BE8-4B88-98A1-F5062CDAA964}"/>
              </a:ext>
            </a:extLst>
          </p:cNvPr>
          <p:cNvSpPr/>
          <p:nvPr userDrawn="1"/>
        </p:nvSpPr>
        <p:spPr>
          <a:xfrm>
            <a:off x="3412044" y="3895002"/>
            <a:ext cx="249472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7" name="Rectángulo 26">
            <a:extLst>
              <a:ext uri="{FF2B5EF4-FFF2-40B4-BE49-F238E27FC236}">
                <a16:creationId xmlns:a16="http://schemas.microsoft.com/office/drawing/2014/main" id="{DF69394C-95D0-4D10-A34D-A35EF27D2806}"/>
              </a:ext>
            </a:extLst>
          </p:cNvPr>
          <p:cNvSpPr/>
          <p:nvPr userDrawn="1"/>
        </p:nvSpPr>
        <p:spPr>
          <a:xfrm>
            <a:off x="6356668" y="3895002"/>
            <a:ext cx="249472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2" name="Rectángulo 31">
            <a:extLst>
              <a:ext uri="{FF2B5EF4-FFF2-40B4-BE49-F238E27FC236}">
                <a16:creationId xmlns:a16="http://schemas.microsoft.com/office/drawing/2014/main" id="{86DBF753-694A-4503-A33B-73C09E8EE3A5}"/>
              </a:ext>
            </a:extLst>
          </p:cNvPr>
          <p:cNvSpPr/>
          <p:nvPr userDrawn="1"/>
        </p:nvSpPr>
        <p:spPr>
          <a:xfrm>
            <a:off x="9301294" y="3895002"/>
            <a:ext cx="249472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Título 1">
            <a:extLst>
              <a:ext uri="{FF2B5EF4-FFF2-40B4-BE49-F238E27FC236}">
                <a16:creationId xmlns:a16="http://schemas.microsoft.com/office/drawing/2014/main" id="{BADB3C88-F13B-4B5F-920D-B4EFFAA592E5}"/>
              </a:ext>
            </a:extLst>
          </p:cNvPr>
          <p:cNvSpPr>
            <a:spLocks noGrp="1"/>
          </p:cNvSpPr>
          <p:nvPr>
            <p:ph type="title" hasCustomPrompt="1"/>
          </p:nvPr>
        </p:nvSpPr>
        <p:spPr>
          <a:xfrm>
            <a:off x="371475" y="260351"/>
            <a:ext cx="11520488" cy="758824"/>
          </a:xfrm>
        </p:spPr>
        <p:txBody>
          <a:bodyPr rtlCol="0"/>
          <a:lstStyle/>
          <a:p>
            <a:pPr rtl="0"/>
            <a:r>
              <a:rPr lang="es-ES" noProof="0"/>
              <a:t>Haga clic para editar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Marcador de posición de imagen 33">
            <a:extLst>
              <a:ext uri="{FF2B5EF4-FFF2-40B4-BE49-F238E27FC236}">
                <a16:creationId xmlns:a16="http://schemas.microsoft.com/office/drawing/2014/main" id="{1644FD94-AD03-4C4F-A1A5-085DD8F56646}"/>
              </a:ext>
            </a:extLst>
          </p:cNvPr>
          <p:cNvSpPr>
            <a:spLocks noGrp="1"/>
          </p:cNvSpPr>
          <p:nvPr>
            <p:ph type="pic" sz="quarter" idx="13"/>
          </p:nvPr>
        </p:nvSpPr>
        <p:spPr>
          <a:xfrm>
            <a:off x="467420" y="1522949"/>
            <a:ext cx="2494721" cy="2226366"/>
          </a:xfrm>
        </p:spPr>
        <p:txBody>
          <a:bodyPr rtlCol="0">
            <a:normAutofit/>
          </a:bodyPr>
          <a:lstStyle>
            <a:lvl1pPr marL="0" indent="0" algn="ctr">
              <a:buNone/>
              <a:defRPr sz="1600">
                <a:solidFill>
                  <a:schemeClr val="tx1"/>
                </a:solidFill>
              </a:defRPr>
            </a:lvl1pPr>
          </a:lstStyle>
          <a:p>
            <a:pPr rtl="0"/>
            <a:r>
              <a:rPr lang="es-ES" noProof="0"/>
              <a:t>Haga clic en el icono para agregar una imagen</a:t>
            </a:r>
          </a:p>
        </p:txBody>
      </p:sp>
      <p:sp>
        <p:nvSpPr>
          <p:cNvPr id="28" name="Marcador de posición de imagen 33">
            <a:extLst>
              <a:ext uri="{FF2B5EF4-FFF2-40B4-BE49-F238E27FC236}">
                <a16:creationId xmlns:a16="http://schemas.microsoft.com/office/drawing/2014/main" id="{85BB27A3-DB87-46F4-8CA4-3C04A088E787}"/>
              </a:ext>
            </a:extLst>
          </p:cNvPr>
          <p:cNvSpPr>
            <a:spLocks noGrp="1"/>
          </p:cNvSpPr>
          <p:nvPr>
            <p:ph type="pic" sz="quarter" idx="21"/>
          </p:nvPr>
        </p:nvSpPr>
        <p:spPr>
          <a:xfrm>
            <a:off x="3412045" y="1522949"/>
            <a:ext cx="2494721" cy="2226366"/>
          </a:xfrm>
        </p:spPr>
        <p:txBody>
          <a:bodyPr rtlCol="0">
            <a:normAutofit/>
          </a:bodyPr>
          <a:lstStyle>
            <a:lvl1pPr marL="0" indent="0" algn="ctr">
              <a:buNone/>
              <a:defRPr sz="1600">
                <a:solidFill>
                  <a:schemeClr val="tx1"/>
                </a:solidFill>
              </a:defRPr>
            </a:lvl1pPr>
          </a:lstStyle>
          <a:p>
            <a:pPr rtl="0"/>
            <a:r>
              <a:rPr lang="es-ES" noProof="0"/>
              <a:t>Haga clic en el icono para agregar una imagen</a:t>
            </a:r>
          </a:p>
        </p:txBody>
      </p:sp>
      <p:sp>
        <p:nvSpPr>
          <p:cNvPr id="29" name="Marcador de posición de imagen 33">
            <a:extLst>
              <a:ext uri="{FF2B5EF4-FFF2-40B4-BE49-F238E27FC236}">
                <a16:creationId xmlns:a16="http://schemas.microsoft.com/office/drawing/2014/main" id="{F356E399-83ED-4937-A1CC-F591866C0E8C}"/>
              </a:ext>
            </a:extLst>
          </p:cNvPr>
          <p:cNvSpPr>
            <a:spLocks noGrp="1"/>
          </p:cNvSpPr>
          <p:nvPr>
            <p:ph type="pic" sz="quarter" idx="22"/>
          </p:nvPr>
        </p:nvSpPr>
        <p:spPr>
          <a:xfrm>
            <a:off x="6356669" y="1522949"/>
            <a:ext cx="2494721" cy="2226366"/>
          </a:xfrm>
        </p:spPr>
        <p:txBody>
          <a:bodyPr rtlCol="0">
            <a:normAutofit/>
          </a:bodyPr>
          <a:lstStyle>
            <a:lvl1pPr marL="0" indent="0" algn="ctr">
              <a:buNone/>
              <a:defRPr sz="1600">
                <a:solidFill>
                  <a:schemeClr val="tx1"/>
                </a:solidFill>
              </a:defRPr>
            </a:lvl1pPr>
          </a:lstStyle>
          <a:p>
            <a:pPr rtl="0"/>
            <a:r>
              <a:rPr lang="es-ES" noProof="0"/>
              <a:t>Haga clic en el icono para agregar una imagen</a:t>
            </a:r>
          </a:p>
        </p:txBody>
      </p:sp>
      <p:sp>
        <p:nvSpPr>
          <p:cNvPr id="30" name="Marcador de posición de imagen 33">
            <a:extLst>
              <a:ext uri="{FF2B5EF4-FFF2-40B4-BE49-F238E27FC236}">
                <a16:creationId xmlns:a16="http://schemas.microsoft.com/office/drawing/2014/main" id="{0967254B-CF1D-4F0D-A7F6-EC4E117B7509}"/>
              </a:ext>
            </a:extLst>
          </p:cNvPr>
          <p:cNvSpPr>
            <a:spLocks noGrp="1"/>
          </p:cNvSpPr>
          <p:nvPr>
            <p:ph type="pic" sz="quarter" idx="23"/>
          </p:nvPr>
        </p:nvSpPr>
        <p:spPr>
          <a:xfrm>
            <a:off x="9301294" y="1522949"/>
            <a:ext cx="2494721" cy="2226366"/>
          </a:xfrm>
        </p:spPr>
        <p:txBody>
          <a:bodyPr rtlCol="0">
            <a:normAutofit/>
          </a:bodyPr>
          <a:lstStyle>
            <a:lvl1pPr marL="0" indent="0" algn="ctr">
              <a:buNone/>
              <a:defRPr sz="1600">
                <a:solidFill>
                  <a:schemeClr val="tx1"/>
                </a:solidFill>
              </a:defRPr>
            </a:lvl1pPr>
          </a:lstStyle>
          <a:p>
            <a:pPr rtl="0"/>
            <a:r>
              <a:rPr lang="es-ES" noProof="0"/>
              <a:t>Haga clic en el icono para agregar una imagen</a:t>
            </a:r>
          </a:p>
        </p:txBody>
      </p:sp>
      <p:sp>
        <p:nvSpPr>
          <p:cNvPr id="31" name="Marcador de texto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604610" y="4123880"/>
            <a:ext cx="2220341" cy="666781"/>
          </a:xfrm>
        </p:spPr>
        <p:txBody>
          <a:bodyPr rtlCol="0"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3" name="Marcador de texto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604610" y="4879254"/>
            <a:ext cx="2220341" cy="666781"/>
          </a:xfrm>
        </p:spPr>
        <p:txBody>
          <a:bodyPr rtlCol="0"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7" name="Marcador de texto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3549235" y="4123880"/>
            <a:ext cx="2220341" cy="666781"/>
          </a:xfrm>
        </p:spPr>
        <p:txBody>
          <a:bodyPr rtlCol="0"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38" name="Marcador de texto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3549235" y="4879254"/>
            <a:ext cx="2220341" cy="666781"/>
          </a:xfrm>
        </p:spPr>
        <p:txBody>
          <a:bodyPr rtlCol="0"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0" name="Marcador de texto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6493859" y="4123880"/>
            <a:ext cx="2220341" cy="666781"/>
          </a:xfrm>
        </p:spPr>
        <p:txBody>
          <a:bodyPr rtlCol="0"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1" name="Marcador de texto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6493859" y="4879254"/>
            <a:ext cx="2220341" cy="666781"/>
          </a:xfrm>
        </p:spPr>
        <p:txBody>
          <a:bodyPr rtlCol="0"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2" name="Marcador de texto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9438486" y="4123880"/>
            <a:ext cx="2220341" cy="666781"/>
          </a:xfrm>
        </p:spPr>
        <p:txBody>
          <a:bodyPr rtlCol="0" anchor="t">
            <a:noAutofit/>
          </a:bodyPr>
          <a:lstStyle>
            <a:lvl1pPr marL="0" indent="0" algn="ctr">
              <a:buNone/>
              <a:defRPr sz="2000" b="1">
                <a:solidFill>
                  <a:schemeClr val="bg1"/>
                </a:solidFill>
                <a:latin typeface="+mj-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
        <p:nvSpPr>
          <p:cNvPr id="44" name="Marcador de texto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9438486" y="4879254"/>
            <a:ext cx="2220341" cy="666781"/>
          </a:xfrm>
        </p:spPr>
        <p:txBody>
          <a:bodyPr rtlCol="0" anchor="t">
            <a:noAutofit/>
          </a:bodyPr>
          <a:lstStyle>
            <a:lvl1pPr marL="0" indent="0" algn="ctr">
              <a:buNone/>
              <a:defRPr sz="1600" b="0">
                <a:solidFill>
                  <a:schemeClr val="bg1"/>
                </a:solidFill>
                <a:latin typeface="+mn-lt"/>
              </a:defRPr>
            </a:lvl1pPr>
            <a:lvl2pPr marL="457200" indent="0">
              <a:buNone/>
              <a:defRPr sz="1600">
                <a:solidFill>
                  <a:schemeClr val="bg1"/>
                </a:solidFill>
              </a:defRPr>
            </a:lvl2pPr>
            <a:lvl3pPr marL="914400" indent="0">
              <a:buNone/>
              <a:defRPr sz="1400">
                <a:solidFill>
                  <a:schemeClr val="bg1"/>
                </a:solidFill>
              </a:defRPr>
            </a:lvl3pPr>
            <a:lvl4pPr marL="1371600" indent="0">
              <a:buNone/>
              <a:defRPr sz="1200">
                <a:solidFill>
                  <a:schemeClr val="bg1"/>
                </a:solidFill>
              </a:defRPr>
            </a:lvl4pPr>
            <a:lvl5pPr marL="1828800" indent="0">
              <a:buNone/>
              <a:defRPr sz="1200">
                <a:solidFill>
                  <a:schemeClr val="bg1"/>
                </a:solidFill>
              </a:defRPr>
            </a:lvl5pPr>
          </a:lstStyle>
          <a:p>
            <a:pPr lvl="0" rtl="0"/>
            <a:r>
              <a:rPr lang="es-ES" noProof="0"/>
              <a:t>Agregue texto aquí</a:t>
            </a:r>
          </a:p>
        </p:txBody>
      </p:sp>
    </p:spTree>
    <p:extLst>
      <p:ext uri="{BB962C8B-B14F-4D97-AF65-F5344CB8AC3E}">
        <p14:creationId xmlns:p14="http://schemas.microsoft.com/office/powerpoint/2010/main" val="56538280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Marcador de gráfico 3">
            <a:extLst>
              <a:ext uri="{FF2B5EF4-FFF2-40B4-BE49-F238E27FC236}">
                <a16:creationId xmlns:a16="http://schemas.microsoft.com/office/drawing/2014/main" id="{56084AEC-DB39-4367-A213-BB2FE4AD38BE}"/>
              </a:ext>
            </a:extLst>
          </p:cNvPr>
          <p:cNvSpPr>
            <a:spLocks noGrp="1"/>
          </p:cNvSpPr>
          <p:nvPr>
            <p:ph type="chart" sz="quarter" idx="13"/>
          </p:nvPr>
        </p:nvSpPr>
        <p:spPr>
          <a:xfrm>
            <a:off x="4900613" y="1233488"/>
            <a:ext cx="6991350" cy="4967287"/>
          </a:xfrm>
        </p:spPr>
        <p:txBody>
          <a:bodyPr rtlCol="0">
            <a:normAutofit/>
          </a:bodyPr>
          <a:lstStyle>
            <a:lvl1pPr marL="0" indent="0" algn="ctr">
              <a:buNone/>
              <a:defRPr sz="2000"/>
            </a:lvl1pPr>
          </a:lstStyle>
          <a:p>
            <a:pPr rtl="0"/>
            <a:r>
              <a:rPr lang="es-ES" noProof="0"/>
              <a:t>Haga clic en el icono para agregar un gráfico</a:t>
            </a:r>
          </a:p>
        </p:txBody>
      </p:sp>
      <p:sp>
        <p:nvSpPr>
          <p:cNvPr id="25" name="Rectángulo 24">
            <a:extLst>
              <a:ext uri="{FF2B5EF4-FFF2-40B4-BE49-F238E27FC236}">
                <a16:creationId xmlns:a16="http://schemas.microsoft.com/office/drawing/2014/main" id="{D928258E-48B5-471F-BC61-B45FB2CA51BA}"/>
              </a:ext>
            </a:extLst>
          </p:cNvPr>
          <p:cNvSpPr/>
          <p:nvPr userDrawn="1"/>
        </p:nvSpPr>
        <p:spPr>
          <a:xfrm>
            <a:off x="371474" y="1233488"/>
            <a:ext cx="4419187"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Marcador de texto 5">
            <a:extLst>
              <a:ext uri="{FF2B5EF4-FFF2-40B4-BE49-F238E27FC236}">
                <a16:creationId xmlns:a16="http://schemas.microsoft.com/office/drawing/2014/main" id="{9867FAC3-5109-4D5D-8105-FC48313396C4}"/>
              </a:ext>
            </a:extLst>
          </p:cNvPr>
          <p:cNvSpPr>
            <a:spLocks noGrp="1"/>
          </p:cNvSpPr>
          <p:nvPr>
            <p:ph type="body" sz="quarter" idx="14"/>
          </p:nvPr>
        </p:nvSpPr>
        <p:spPr>
          <a:xfrm>
            <a:off x="546100" y="1450975"/>
            <a:ext cx="4065588" cy="4552950"/>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0596796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3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Marcador de gráfico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11520488" cy="4967287"/>
          </a:xfrm>
        </p:spPr>
        <p:txBody>
          <a:bodyPr rtlCol="0">
            <a:normAutofit/>
          </a:bodyPr>
          <a:lstStyle>
            <a:lvl1pPr marL="0" indent="0" algn="ctr">
              <a:buNone/>
              <a:defRPr sz="2000"/>
            </a:lvl1pPr>
          </a:lstStyle>
          <a:p>
            <a:pPr rtl="0"/>
            <a:r>
              <a:rPr lang="es-ES" noProof="0"/>
              <a:t>Haga clic en el icono para agregar un gráfico</a:t>
            </a:r>
          </a:p>
        </p:txBody>
      </p:sp>
    </p:spTree>
    <p:extLst>
      <p:ext uri="{BB962C8B-B14F-4D97-AF65-F5344CB8AC3E}">
        <p14:creationId xmlns:p14="http://schemas.microsoft.com/office/powerpoint/2010/main" val="258952979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4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Marcador de gráfico 3">
            <a:extLst>
              <a:ext uri="{FF2B5EF4-FFF2-40B4-BE49-F238E27FC236}">
                <a16:creationId xmlns:a16="http://schemas.microsoft.com/office/drawing/2014/main" id="{56084AEC-DB39-4367-A213-BB2FE4AD38BE}"/>
              </a:ext>
            </a:extLst>
          </p:cNvPr>
          <p:cNvSpPr>
            <a:spLocks noGrp="1"/>
          </p:cNvSpPr>
          <p:nvPr>
            <p:ph type="chart" sz="quarter" idx="13"/>
          </p:nvPr>
        </p:nvSpPr>
        <p:spPr>
          <a:xfrm>
            <a:off x="371475" y="1233488"/>
            <a:ext cx="7450621" cy="4967287"/>
          </a:xfrm>
        </p:spPr>
        <p:txBody>
          <a:bodyPr rtlCol="0">
            <a:normAutofit/>
          </a:bodyPr>
          <a:lstStyle>
            <a:lvl1pPr marL="0" indent="0" algn="ctr">
              <a:buNone/>
              <a:defRPr sz="2000"/>
            </a:lvl1pPr>
          </a:lstStyle>
          <a:p>
            <a:pPr rtl="0"/>
            <a:r>
              <a:rPr lang="es-ES" noProof="0"/>
              <a:t>Haga clic en el icono para agregar un gráfico</a:t>
            </a:r>
          </a:p>
        </p:txBody>
      </p:sp>
      <p:sp>
        <p:nvSpPr>
          <p:cNvPr id="5" name="Marcador de posición de imagen 4">
            <a:extLst>
              <a:ext uri="{FF2B5EF4-FFF2-40B4-BE49-F238E27FC236}">
                <a16:creationId xmlns:a16="http://schemas.microsoft.com/office/drawing/2014/main" id="{F1D1D3DC-359F-47D3-A498-6E5DEF615BD3}"/>
              </a:ext>
            </a:extLst>
          </p:cNvPr>
          <p:cNvSpPr>
            <a:spLocks noGrp="1"/>
          </p:cNvSpPr>
          <p:nvPr>
            <p:ph type="pic" sz="quarter" idx="14"/>
          </p:nvPr>
        </p:nvSpPr>
        <p:spPr>
          <a:xfrm>
            <a:off x="7940675" y="1233488"/>
            <a:ext cx="3951288" cy="4967287"/>
          </a:xfrm>
        </p:spPr>
        <p:txBody>
          <a:bodyPr rtlCol="0">
            <a:normAutofit/>
          </a:bodyPr>
          <a:lstStyle>
            <a:lvl1pPr marL="0" indent="0" algn="ctr">
              <a:buNone/>
              <a:defRPr sz="2000"/>
            </a:lvl1pPr>
          </a:lstStyle>
          <a:p>
            <a:pPr rtl="0"/>
            <a:r>
              <a:rPr lang="es-ES" noProof="0"/>
              <a:t>Haga clic en el icono para agregar una imagen</a:t>
            </a:r>
          </a:p>
        </p:txBody>
      </p:sp>
    </p:spTree>
    <p:extLst>
      <p:ext uri="{BB962C8B-B14F-4D97-AF65-F5344CB8AC3E}">
        <p14:creationId xmlns:p14="http://schemas.microsoft.com/office/powerpoint/2010/main" val="38405930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5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Marcador de gráfico 3">
            <a:extLst>
              <a:ext uri="{FF2B5EF4-FFF2-40B4-BE49-F238E27FC236}">
                <a16:creationId xmlns:a16="http://schemas.microsoft.com/office/drawing/2014/main" id="{56084AEC-DB39-4367-A213-BB2FE4AD38BE}"/>
              </a:ext>
            </a:extLst>
          </p:cNvPr>
          <p:cNvSpPr>
            <a:spLocks noGrp="1"/>
          </p:cNvSpPr>
          <p:nvPr>
            <p:ph type="chart" sz="quarter" idx="13"/>
          </p:nvPr>
        </p:nvSpPr>
        <p:spPr>
          <a:xfrm>
            <a:off x="381415" y="1233488"/>
            <a:ext cx="5512490" cy="4967287"/>
          </a:xfrm>
        </p:spPr>
        <p:txBody>
          <a:bodyPr rtlCol="0">
            <a:normAutofit/>
          </a:bodyPr>
          <a:lstStyle>
            <a:lvl1pPr marL="0" indent="0" algn="ctr">
              <a:buNone/>
              <a:defRPr sz="2000"/>
            </a:lvl1pPr>
          </a:lstStyle>
          <a:p>
            <a:pPr rtl="0"/>
            <a:r>
              <a:rPr lang="es-ES" noProof="0"/>
              <a:t>Haga clic en el icono para agregar un gráfico</a:t>
            </a:r>
          </a:p>
        </p:txBody>
      </p:sp>
      <p:sp>
        <p:nvSpPr>
          <p:cNvPr id="7" name="Marcador de gráfico 3">
            <a:extLst>
              <a:ext uri="{FF2B5EF4-FFF2-40B4-BE49-F238E27FC236}">
                <a16:creationId xmlns:a16="http://schemas.microsoft.com/office/drawing/2014/main" id="{6750280A-6976-42F9-B984-8601DD1972DC}"/>
              </a:ext>
            </a:extLst>
          </p:cNvPr>
          <p:cNvSpPr>
            <a:spLocks noGrp="1"/>
          </p:cNvSpPr>
          <p:nvPr>
            <p:ph type="chart" sz="quarter" idx="14"/>
          </p:nvPr>
        </p:nvSpPr>
        <p:spPr>
          <a:xfrm>
            <a:off x="6379473" y="1233488"/>
            <a:ext cx="5512490" cy="4967287"/>
          </a:xfrm>
        </p:spPr>
        <p:txBody>
          <a:bodyPr rtlCol="0">
            <a:normAutofit/>
          </a:bodyPr>
          <a:lstStyle>
            <a:lvl1pPr marL="0" indent="0" algn="ctr">
              <a:buNone/>
              <a:defRPr sz="2000"/>
            </a:lvl1pPr>
          </a:lstStyle>
          <a:p>
            <a:pPr rtl="0"/>
            <a:r>
              <a:rPr lang="es-ES" noProof="0"/>
              <a:t>Haga clic en el icono para agregar un gráfico</a:t>
            </a:r>
          </a:p>
        </p:txBody>
      </p:sp>
      <p:cxnSp>
        <p:nvCxnSpPr>
          <p:cNvPr id="6" name="Conector recto 5">
            <a:extLst>
              <a:ext uri="{FF2B5EF4-FFF2-40B4-BE49-F238E27FC236}">
                <a16:creationId xmlns:a16="http://schemas.microsoft.com/office/drawing/2014/main" id="{5E63221D-DF23-4F80-AB42-A74C1B1CB425}"/>
              </a:ext>
            </a:extLst>
          </p:cNvPr>
          <p:cNvCxnSpPr/>
          <p:nvPr userDrawn="1"/>
        </p:nvCxnSpPr>
        <p:spPr>
          <a:xfrm>
            <a:off x="6125817"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73957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6_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DB3C88-F13B-4B5F-920D-B4EFFAA592E5}"/>
              </a:ext>
            </a:extLst>
          </p:cNvPr>
          <p:cNvSpPr>
            <a:spLocks noGrp="1"/>
          </p:cNvSpPr>
          <p:nvPr>
            <p:ph type="title"/>
          </p:nvPr>
        </p:nvSpPr>
        <p:spPr>
          <a:xfrm>
            <a:off x="371475" y="260351"/>
            <a:ext cx="11520488" cy="758824"/>
          </a:xfrm>
        </p:spPr>
        <p:txBody>
          <a:bodyPr rtlCol="0"/>
          <a:lstStyle/>
          <a:p>
            <a:pPr rtl="0"/>
            <a:r>
              <a:rPr lang="es-ES" noProof="0"/>
              <a:t>Haga clic para modificar el estilo de título del patrón</a:t>
            </a:r>
          </a:p>
        </p:txBody>
      </p:sp>
      <p:sp>
        <p:nvSpPr>
          <p:cNvPr id="17" name="Marcador de número de diapositiva 4">
            <a:extLst>
              <a:ext uri="{FF2B5EF4-FFF2-40B4-BE49-F238E27FC236}">
                <a16:creationId xmlns:a16="http://schemas.microsoft.com/office/drawing/2014/main" id="{76336E3A-55EE-4423-B1AA-7489CA988813}"/>
              </a:ext>
            </a:extLst>
          </p:cNvPr>
          <p:cNvSpPr>
            <a:spLocks noGrp="1"/>
          </p:cNvSpPr>
          <p:nvPr>
            <p:ph type="sldNum" sz="quarter" idx="12"/>
          </p:nvPr>
        </p:nvSpPr>
        <p:spPr>
          <a:xfrm>
            <a:off x="11518900" y="6581978"/>
            <a:ext cx="373062" cy="206104"/>
          </a:xfrm>
        </p:spPr>
        <p:txBody>
          <a:bodyPr rtlCol="0"/>
          <a:lstStyle/>
          <a:p>
            <a:pPr rtl="0"/>
            <a:fld id="{03DC2DEF-D2FE-4B45-ABA4-9F153FD1C98A}" type="slidenum">
              <a:rPr lang="es-ES" noProof="0" smtClean="0"/>
              <a:t>‹#›</a:t>
            </a:fld>
            <a:endParaRPr lang="es-ES" noProof="0"/>
          </a:p>
        </p:txBody>
      </p:sp>
      <p:cxnSp>
        <p:nvCxnSpPr>
          <p:cNvPr id="24" name="Conector recto 23">
            <a:extLst>
              <a:ext uri="{FF2B5EF4-FFF2-40B4-BE49-F238E27FC236}">
                <a16:creationId xmlns:a16="http://schemas.microsoft.com/office/drawing/2014/main" id="{0C61EA57-B8EA-4589-A9DD-E25F300D5AFD}"/>
              </a:ext>
            </a:extLst>
          </p:cNvPr>
          <p:cNvCxnSpPr/>
          <p:nvPr userDrawn="1"/>
        </p:nvCxnSpPr>
        <p:spPr>
          <a:xfrm>
            <a:off x="4790661" y="6917634"/>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Marcador de gráfico 3">
            <a:extLst>
              <a:ext uri="{FF2B5EF4-FFF2-40B4-BE49-F238E27FC236}">
                <a16:creationId xmlns:a16="http://schemas.microsoft.com/office/drawing/2014/main" id="{56084AEC-DB39-4367-A213-BB2FE4AD38BE}"/>
              </a:ext>
            </a:extLst>
          </p:cNvPr>
          <p:cNvSpPr>
            <a:spLocks noGrp="1"/>
          </p:cNvSpPr>
          <p:nvPr>
            <p:ph type="chart" sz="quarter" idx="13"/>
          </p:nvPr>
        </p:nvSpPr>
        <p:spPr>
          <a:xfrm>
            <a:off x="510622" y="1362696"/>
            <a:ext cx="5552246" cy="2294899"/>
          </a:xfrm>
        </p:spPr>
        <p:txBody>
          <a:bodyPr rtlCol="0">
            <a:normAutofit/>
          </a:bodyPr>
          <a:lstStyle>
            <a:lvl1pPr marL="0" indent="0" algn="ctr">
              <a:buNone/>
              <a:defRPr sz="2000"/>
            </a:lvl1pPr>
          </a:lstStyle>
          <a:p>
            <a:pPr rtl="0"/>
            <a:r>
              <a:rPr lang="es-ES" noProof="0"/>
              <a:t>Haga clic en el icono para agregar un gráfico</a:t>
            </a:r>
          </a:p>
        </p:txBody>
      </p:sp>
      <p:sp>
        <p:nvSpPr>
          <p:cNvPr id="9" name="Marcador de gráfico 3">
            <a:extLst>
              <a:ext uri="{FF2B5EF4-FFF2-40B4-BE49-F238E27FC236}">
                <a16:creationId xmlns:a16="http://schemas.microsoft.com/office/drawing/2014/main" id="{3CC4F2FB-E360-40E2-BDA5-455EB243C216}"/>
              </a:ext>
            </a:extLst>
          </p:cNvPr>
          <p:cNvSpPr>
            <a:spLocks noGrp="1"/>
          </p:cNvSpPr>
          <p:nvPr>
            <p:ph type="chart" sz="quarter" idx="14"/>
          </p:nvPr>
        </p:nvSpPr>
        <p:spPr>
          <a:xfrm>
            <a:off x="500682" y="3781218"/>
            <a:ext cx="5552246" cy="2294899"/>
          </a:xfrm>
        </p:spPr>
        <p:txBody>
          <a:bodyPr rtlCol="0">
            <a:normAutofit/>
          </a:bodyPr>
          <a:lstStyle>
            <a:lvl1pPr marL="0" indent="0" algn="ctr">
              <a:buNone/>
              <a:defRPr sz="2000"/>
            </a:lvl1pPr>
          </a:lstStyle>
          <a:p>
            <a:pPr rtl="0"/>
            <a:r>
              <a:rPr lang="es-ES" noProof="0"/>
              <a:t>Haga clic en el icono para agregar un gráfico</a:t>
            </a:r>
          </a:p>
        </p:txBody>
      </p:sp>
      <p:sp>
        <p:nvSpPr>
          <p:cNvPr id="10" name="Marcador de gráfico 3">
            <a:extLst>
              <a:ext uri="{FF2B5EF4-FFF2-40B4-BE49-F238E27FC236}">
                <a16:creationId xmlns:a16="http://schemas.microsoft.com/office/drawing/2014/main" id="{6373EAFD-6648-4861-97FB-A3961B86C814}"/>
              </a:ext>
            </a:extLst>
          </p:cNvPr>
          <p:cNvSpPr>
            <a:spLocks noGrp="1"/>
          </p:cNvSpPr>
          <p:nvPr>
            <p:ph type="chart" sz="quarter" idx="15"/>
          </p:nvPr>
        </p:nvSpPr>
        <p:spPr>
          <a:xfrm>
            <a:off x="6208643" y="1367561"/>
            <a:ext cx="5552246" cy="2294899"/>
          </a:xfrm>
        </p:spPr>
        <p:txBody>
          <a:bodyPr rtlCol="0">
            <a:normAutofit/>
          </a:bodyPr>
          <a:lstStyle>
            <a:lvl1pPr marL="0" indent="0" algn="ctr">
              <a:buNone/>
              <a:defRPr sz="2000"/>
            </a:lvl1pPr>
          </a:lstStyle>
          <a:p>
            <a:pPr rtl="0"/>
            <a:r>
              <a:rPr lang="es-ES" noProof="0"/>
              <a:t>Haga clic en el icono para agregar un gráfico</a:t>
            </a:r>
          </a:p>
        </p:txBody>
      </p:sp>
      <p:sp>
        <p:nvSpPr>
          <p:cNvPr id="11" name="Marcador de gráfico 3">
            <a:extLst>
              <a:ext uri="{FF2B5EF4-FFF2-40B4-BE49-F238E27FC236}">
                <a16:creationId xmlns:a16="http://schemas.microsoft.com/office/drawing/2014/main" id="{CF0E102C-57E1-46ED-BE41-21C356F42BAD}"/>
              </a:ext>
            </a:extLst>
          </p:cNvPr>
          <p:cNvSpPr>
            <a:spLocks noGrp="1"/>
          </p:cNvSpPr>
          <p:nvPr>
            <p:ph type="chart" sz="quarter" idx="16"/>
          </p:nvPr>
        </p:nvSpPr>
        <p:spPr>
          <a:xfrm>
            <a:off x="6198703" y="3786083"/>
            <a:ext cx="5552246" cy="2294899"/>
          </a:xfrm>
        </p:spPr>
        <p:txBody>
          <a:bodyPr rtlCol="0">
            <a:normAutofit/>
          </a:bodyPr>
          <a:lstStyle>
            <a:lvl1pPr marL="0" indent="0" algn="ctr">
              <a:buNone/>
              <a:defRPr sz="2000"/>
            </a:lvl1pPr>
          </a:lstStyle>
          <a:p>
            <a:pPr rtl="0"/>
            <a:r>
              <a:rPr lang="es-ES" noProof="0"/>
              <a:t>Haga clic en el icono para agregar un gráfico</a:t>
            </a:r>
          </a:p>
        </p:txBody>
      </p:sp>
    </p:spTree>
    <p:extLst>
      <p:ext uri="{BB962C8B-B14F-4D97-AF65-F5344CB8AC3E}">
        <p14:creationId xmlns:p14="http://schemas.microsoft.com/office/powerpoint/2010/main" val="102084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Diapositiva de tí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76607FB0-0FB2-41FD-B334-74C7B05B8CEE}"/>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9" name="Marcador de posición de imagen 8">
            <a:extLst>
              <a:ext uri="{FF2B5EF4-FFF2-40B4-BE49-F238E27FC236}">
                <a16:creationId xmlns:a16="http://schemas.microsoft.com/office/drawing/2014/main" id="{2D02598E-521E-41CD-B068-134834CFF4FF}"/>
              </a:ext>
            </a:extLst>
          </p:cNvPr>
          <p:cNvSpPr>
            <a:spLocks noGrp="1"/>
          </p:cNvSpPr>
          <p:nvPr>
            <p:ph type="pic" sz="quarter" idx="10"/>
          </p:nvPr>
        </p:nvSpPr>
        <p:spPr>
          <a:xfrm>
            <a:off x="0" y="0"/>
            <a:ext cx="12192000" cy="6857999"/>
          </a:xfrm>
          <a:solidFill>
            <a:schemeClr val="bg1">
              <a:lumMod val="95000"/>
            </a:schemeClr>
          </a:solidFill>
        </p:spPr>
        <p:txBody>
          <a:bodyPr rtlCol="0">
            <a:normAutofit/>
          </a:bodyPr>
          <a:lstStyle>
            <a:lvl1pPr marL="0" indent="0" algn="ctr">
              <a:buNone/>
              <a:defRPr sz="1800"/>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727201" y="2337595"/>
            <a:ext cx="8737600" cy="2182811"/>
          </a:xfrm>
        </p:spPr>
        <p:txBody>
          <a:bodyPr rtlCol="0" anchor="ctr">
            <a:normAutofit/>
          </a:bodyPr>
          <a:lstStyle>
            <a:lvl1pPr algn="ctr">
              <a:defRPr sz="11500">
                <a:solidFill>
                  <a:schemeClr val="tx1"/>
                </a:solidFill>
              </a:defRPr>
            </a:lvl1pPr>
          </a:lstStyle>
          <a:p>
            <a:pPr rtl="0"/>
            <a:r>
              <a:rPr lang="es-ES" noProof="0"/>
              <a:t>Gracias</a:t>
            </a:r>
          </a:p>
        </p:txBody>
      </p:sp>
    </p:spTree>
    <p:extLst>
      <p:ext uri="{BB962C8B-B14F-4D97-AF65-F5344CB8AC3E}">
        <p14:creationId xmlns:p14="http://schemas.microsoft.com/office/powerpoint/2010/main" val="27575380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9C3DD3-9184-4434-93FC-DDB3E5B5328C}"/>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p>
        </p:txBody>
      </p:sp>
      <p:sp>
        <p:nvSpPr>
          <p:cNvPr id="3" name="Marcador de posición de contenido 2">
            <a:extLst>
              <a:ext uri="{FF2B5EF4-FFF2-40B4-BE49-F238E27FC236}">
                <a16:creationId xmlns:a16="http://schemas.microsoft.com/office/drawing/2014/main" id="{A4302458-F7EC-4A75-A897-E73CF8028E73}"/>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osición de texto 3">
            <a:extLst>
              <a:ext uri="{FF2B5EF4-FFF2-40B4-BE49-F238E27FC236}">
                <a16:creationId xmlns:a16="http://schemas.microsoft.com/office/drawing/2014/main" id="{AFD31584-D229-4F6C-BA8E-36782FDA8DA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7" name="Marcador de número de diapositiva 6">
            <a:extLst>
              <a:ext uri="{FF2B5EF4-FFF2-40B4-BE49-F238E27FC236}">
                <a16:creationId xmlns:a16="http://schemas.microsoft.com/office/drawing/2014/main" id="{382B7AE8-665C-4FF6-B292-B525984D93C4}"/>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Tree>
    <p:extLst>
      <p:ext uri="{BB962C8B-B14F-4D97-AF65-F5344CB8AC3E}">
        <p14:creationId xmlns:p14="http://schemas.microsoft.com/office/powerpoint/2010/main" val="13903189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E2ACFC-0D65-4857-AAEE-904747F38A57}"/>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p>
        </p:txBody>
      </p:sp>
      <p:sp>
        <p:nvSpPr>
          <p:cNvPr id="3" name="Marcador de posición de imagen 2">
            <a:extLst>
              <a:ext uri="{FF2B5EF4-FFF2-40B4-BE49-F238E27FC236}">
                <a16:creationId xmlns:a16="http://schemas.microsoft.com/office/drawing/2014/main" id="{8A594C5E-E06C-488C-AC82-331C53B94F1C}"/>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
        <p:nvSpPr>
          <p:cNvPr id="4" name="Marcador de posición de texto 3">
            <a:extLst>
              <a:ext uri="{FF2B5EF4-FFF2-40B4-BE49-F238E27FC236}">
                <a16:creationId xmlns:a16="http://schemas.microsoft.com/office/drawing/2014/main" id="{74EC8C27-FA57-408C-8D6B-844D81BC8312}"/>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7" name="Marcador de posición de número de diapositiva 6">
            <a:extLst>
              <a:ext uri="{FF2B5EF4-FFF2-40B4-BE49-F238E27FC236}">
                <a16:creationId xmlns:a16="http://schemas.microsoft.com/office/drawing/2014/main" id="{E468A18F-96D4-4F1F-BF6B-EDFACBF8D67C}"/>
              </a:ext>
            </a:extLst>
          </p:cNvPr>
          <p:cNvSpPr>
            <a:spLocks noGrp="1"/>
          </p:cNvSpPr>
          <p:nvPr>
            <p:ph type="sldNum" sz="quarter" idx="12"/>
          </p:nvPr>
        </p:nvSpPr>
        <p:spPr/>
        <p:txBody>
          <a:bodyPr rtlCol="0"/>
          <a:lstStyle/>
          <a:p>
            <a:pPr rtl="0"/>
            <a:fld id="{03DC2DEF-D2FE-4B45-ABA4-9F153FD1C98A}" type="slidenum">
              <a:rPr lang="es-ES" noProof="0" smtClean="0"/>
              <a:t>‹#›</a:t>
            </a:fld>
            <a:endParaRPr lang="es-ES" noProof="0"/>
          </a:p>
        </p:txBody>
      </p:sp>
    </p:spTree>
    <p:extLst>
      <p:ext uri="{BB962C8B-B14F-4D97-AF65-F5344CB8AC3E}">
        <p14:creationId xmlns:p14="http://schemas.microsoft.com/office/powerpoint/2010/main" val="18034160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título 1">
            <a:extLst>
              <a:ext uri="{FF2B5EF4-FFF2-40B4-BE49-F238E27FC236}">
                <a16:creationId xmlns:a16="http://schemas.microsoft.com/office/drawing/2014/main" id="{10060ACE-E228-45FD-83E3-FF4D1CCF705F}"/>
              </a:ext>
            </a:extLst>
          </p:cNvPr>
          <p:cNvSpPr>
            <a:spLocks noGrp="1"/>
          </p:cNvSpPr>
          <p:nvPr>
            <p:ph type="title"/>
          </p:nvPr>
        </p:nvSpPr>
        <p:spPr>
          <a:xfrm>
            <a:off x="371475" y="260351"/>
            <a:ext cx="11520487" cy="758824"/>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posición de texto 2">
            <a:extLst>
              <a:ext uri="{FF2B5EF4-FFF2-40B4-BE49-F238E27FC236}">
                <a16:creationId xmlns:a16="http://schemas.microsoft.com/office/drawing/2014/main" id="{D88AF9FF-2A4E-41E6-956B-69BC625CC9A4}"/>
              </a:ext>
            </a:extLst>
          </p:cNvPr>
          <p:cNvSpPr>
            <a:spLocks noGrp="1"/>
          </p:cNvSpPr>
          <p:nvPr>
            <p:ph type="body" idx="1"/>
          </p:nvPr>
        </p:nvSpPr>
        <p:spPr>
          <a:xfrm>
            <a:off x="371474" y="1233488"/>
            <a:ext cx="11520487" cy="4943475"/>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Rectángulo 6">
            <a:extLst>
              <a:ext uri="{FF2B5EF4-FFF2-40B4-BE49-F238E27FC236}">
                <a16:creationId xmlns:a16="http://schemas.microsoft.com/office/drawing/2014/main" id="{CEE1F87C-C7F2-4F14-86B1-854B7B0C580E}"/>
              </a:ext>
            </a:extLst>
          </p:cNvPr>
          <p:cNvSpPr/>
          <p:nvPr userDrawn="1"/>
        </p:nvSpPr>
        <p:spPr>
          <a:xfrm>
            <a:off x="11229975" y="6512060"/>
            <a:ext cx="962025" cy="34594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6" name="Marcador de número de diapositiva 5">
            <a:extLst>
              <a:ext uri="{FF2B5EF4-FFF2-40B4-BE49-F238E27FC236}">
                <a16:creationId xmlns:a16="http://schemas.microsoft.com/office/drawing/2014/main" id="{94FD9470-E137-41DF-A5CA-C7B4B9856E94}"/>
              </a:ext>
            </a:extLst>
          </p:cNvPr>
          <p:cNvSpPr>
            <a:spLocks noGrp="1"/>
          </p:cNvSpPr>
          <p:nvPr>
            <p:ph type="sldNum" sz="quarter" idx="4"/>
          </p:nvPr>
        </p:nvSpPr>
        <p:spPr>
          <a:xfrm>
            <a:off x="11518900" y="6581978"/>
            <a:ext cx="373062" cy="206104"/>
          </a:xfrm>
          <a:prstGeom prst="rect">
            <a:avLst/>
          </a:prstGeom>
        </p:spPr>
        <p:txBody>
          <a:bodyPr vert="horz" lIns="91440" tIns="45720" rIns="91440" bIns="45720" rtlCol="0" anchor="ctr"/>
          <a:lstStyle>
            <a:lvl1pPr algn="r">
              <a:defRPr sz="1200">
                <a:solidFill>
                  <a:schemeClr val="bg1"/>
                </a:solidFill>
              </a:defRPr>
            </a:lvl1pPr>
          </a:lstStyle>
          <a:p>
            <a:pPr rtl="0"/>
            <a:fld id="{03DC2DEF-D2FE-4B45-ABA4-9F153FD1C98A}" type="slidenum">
              <a:rPr lang="es-ES" noProof="0" smtClean="0"/>
              <a:pPr rtl="0"/>
              <a:t>‹#›</a:t>
            </a:fld>
            <a:endParaRPr lang="es-ES" noProof="0"/>
          </a:p>
        </p:txBody>
      </p:sp>
      <p:sp>
        <p:nvSpPr>
          <p:cNvPr id="8" name="Rectángulo 7">
            <a:extLst>
              <a:ext uri="{FF2B5EF4-FFF2-40B4-BE49-F238E27FC236}">
                <a16:creationId xmlns:a16="http://schemas.microsoft.com/office/drawing/2014/main" id="{48AB12CC-D752-4664-B92F-BAEFF0416B7E}"/>
              </a:ext>
            </a:extLst>
          </p:cNvPr>
          <p:cNvSpPr/>
          <p:nvPr userDrawn="1"/>
        </p:nvSpPr>
        <p:spPr>
          <a:xfrm>
            <a:off x="0" y="260350"/>
            <a:ext cx="300037" cy="755650"/>
          </a:xfrm>
          <a:prstGeom prst="rect">
            <a:avLst/>
          </a:prstGeom>
          <a:solidFill>
            <a:srgbClr val="061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3434583292"/>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50" r:id="rId6"/>
    <p:sldLayoutId id="2147483664" r:id="rId7"/>
    <p:sldLayoutId id="2147483665" r:id="rId8"/>
    <p:sldLayoutId id="2147483666" r:id="rId9"/>
    <p:sldLayoutId id="2147483667" r:id="rId10"/>
    <p:sldLayoutId id="2147483668" r:id="rId11"/>
    <p:sldLayoutId id="2147483669" r:id="rId12"/>
    <p:sldLayoutId id="2147483651" r:id="rId13"/>
    <p:sldLayoutId id="2147483670" r:id="rId14"/>
    <p:sldLayoutId id="2147483671" r:id="rId15"/>
    <p:sldLayoutId id="2147483672" r:id="rId16"/>
    <p:sldLayoutId id="2147483673" r:id="rId17"/>
    <p:sldLayoutId id="2147483652" r:id="rId18"/>
    <p:sldLayoutId id="2147483674" r:id="rId19"/>
    <p:sldLayoutId id="2147483675" r:id="rId20"/>
    <p:sldLayoutId id="2147483676" r:id="rId21"/>
    <p:sldLayoutId id="2147483677" r:id="rId22"/>
    <p:sldLayoutId id="2147483655" r:id="rId23"/>
    <p:sldLayoutId id="2147483678" r:id="rId24"/>
    <p:sldLayoutId id="2147483679" r:id="rId25"/>
    <p:sldLayoutId id="2147483680" r:id="rId26"/>
    <p:sldLayoutId id="2147483681" r:id="rId27"/>
    <p:sldLayoutId id="2147483653" r:id="rId28"/>
    <p:sldLayoutId id="2147483682" r:id="rId29"/>
    <p:sldLayoutId id="2147483683" r:id="rId30"/>
    <p:sldLayoutId id="2147483684" r:id="rId31"/>
    <p:sldLayoutId id="2147483685" r:id="rId32"/>
    <p:sldLayoutId id="2147483654" r:id="rId33"/>
    <p:sldLayoutId id="2147483686" r:id="rId34"/>
    <p:sldLayoutId id="2147483687" r:id="rId35"/>
    <p:sldLayoutId id="2147483689" r:id="rId36"/>
    <p:sldLayoutId id="2147483688" r:id="rId37"/>
    <p:sldLayoutId id="2147483690" r:id="rId38"/>
    <p:sldLayoutId id="2147483691" r:id="rId39"/>
    <p:sldLayoutId id="2147483692" r:id="rId40"/>
    <p:sldLayoutId id="2147483693" r:id="rId41"/>
    <p:sldLayoutId id="2147483694" r:id="rId42"/>
    <p:sldLayoutId id="2147483695" r:id="rId43"/>
    <p:sldLayoutId id="2147483696" r:id="rId44"/>
    <p:sldLayoutId id="2147483697" r:id="rId45"/>
    <p:sldLayoutId id="2147483698" r:id="rId46"/>
    <p:sldLayoutId id="2147483699" r:id="rId47"/>
    <p:sldLayoutId id="2147483700" r:id="rId48"/>
    <p:sldLayoutId id="2147483701" r:id="rId49"/>
    <p:sldLayoutId id="2147483702" r:id="rId50"/>
    <p:sldLayoutId id="2147483656" r:id="rId51"/>
    <p:sldLayoutId id="2147483657" r:id="rId52"/>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F26B43"/>
          </p15:clr>
        </p15:guide>
        <p15:guide id="2" pos="234" userDrawn="1">
          <p15:clr>
            <a:srgbClr val="F26B43"/>
          </p15:clr>
        </p15:guide>
        <p15:guide id="3" orient="horz" pos="4133" userDrawn="1">
          <p15:clr>
            <a:srgbClr val="F26B43"/>
          </p15:clr>
        </p15:guide>
        <p15:guide id="4" pos="7491" userDrawn="1">
          <p15:clr>
            <a:srgbClr val="F26B43"/>
          </p15:clr>
        </p15:guide>
        <p15:guide id="5" orient="horz" pos="640" userDrawn="1">
          <p15:clr>
            <a:srgbClr val="F26B43"/>
          </p15:clr>
        </p15:guide>
        <p15:guide id="6" orient="horz" pos="777" userDrawn="1">
          <p15:clr>
            <a:srgbClr val="F26B43"/>
          </p15:clr>
        </p15:guide>
        <p15:guide id="7" orient="horz" pos="4020" userDrawn="1">
          <p15:clr>
            <a:srgbClr val="F26B43"/>
          </p15:clr>
        </p15:guide>
        <p15:guide id="8" orient="horz" pos="390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3D71C9CD-CAE8-4AC8-936D-333769D479E5}"/>
              </a:ext>
            </a:extLst>
          </p:cNvPr>
          <p:cNvSpPr>
            <a:spLocks noGrp="1"/>
          </p:cNvSpPr>
          <p:nvPr>
            <p:ph type="ctrTitle"/>
          </p:nvPr>
        </p:nvSpPr>
        <p:spPr>
          <a:xfrm>
            <a:off x="371475" y="4551363"/>
            <a:ext cx="11520488" cy="1176337"/>
          </a:xfrm>
        </p:spPr>
        <p:txBody>
          <a:bodyPr rtlCol="0" anchor="ctr">
            <a:normAutofit fontScale="90000"/>
          </a:bodyPr>
          <a:lstStyle/>
          <a:p>
            <a:pPr rtl="0"/>
            <a:r>
              <a:rPr lang="es-ES" sz="4200" dirty="0"/>
              <a:t>Ingeniería de Datos II</a:t>
            </a:r>
            <a:br>
              <a:rPr lang="es-ES" sz="4200" dirty="0"/>
            </a:br>
            <a:r>
              <a:rPr lang="es-ES" sz="4200" dirty="0"/>
              <a:t>Clase #2</a:t>
            </a:r>
          </a:p>
        </p:txBody>
      </p:sp>
      <p:sp>
        <p:nvSpPr>
          <p:cNvPr id="4" name="Subtítulo 3">
            <a:extLst>
              <a:ext uri="{FF2B5EF4-FFF2-40B4-BE49-F238E27FC236}">
                <a16:creationId xmlns:a16="http://schemas.microsoft.com/office/drawing/2014/main" id="{C6D24F99-E026-485A-96CD-AEC98137262A}"/>
              </a:ext>
            </a:extLst>
          </p:cNvPr>
          <p:cNvSpPr>
            <a:spLocks noGrp="1"/>
          </p:cNvSpPr>
          <p:nvPr>
            <p:ph type="subTitle" idx="1"/>
          </p:nvPr>
        </p:nvSpPr>
        <p:spPr>
          <a:xfrm>
            <a:off x="371475" y="5747662"/>
            <a:ext cx="11520488" cy="1073020"/>
          </a:xfrm>
        </p:spPr>
        <p:txBody>
          <a:bodyPr vert="horz" lIns="91440" tIns="45720" rIns="91440" bIns="45720" rtlCol="0" anchor="t">
            <a:normAutofit/>
          </a:bodyPr>
          <a:lstStyle/>
          <a:p>
            <a:pPr rtl="0"/>
            <a:r>
              <a:rPr lang="es-ES" sz="1800"/>
              <a:t>18 de Marzo de 2026</a:t>
            </a:r>
          </a:p>
          <a:p>
            <a:pPr rtl="0"/>
            <a:r>
              <a:rPr lang="es-ES" sz="1800" dirty="0"/>
              <a:t>Parte b (Tipos de bases de datos No SQL + Intro MongoDB)</a:t>
            </a:r>
          </a:p>
        </p:txBody>
      </p:sp>
      <p:pic>
        <p:nvPicPr>
          <p:cNvPr id="5" name="Picture 2" descr="UADE | COMENZÁ TU CARRERA EN AGOSTO">
            <a:extLst>
              <a:ext uri="{FF2B5EF4-FFF2-40B4-BE49-F238E27FC236}">
                <a16:creationId xmlns:a16="http://schemas.microsoft.com/office/drawing/2014/main" id="{5B51B4BE-15BC-7A12-4F9C-66889D8FDE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406"/>
            <a:ext cx="1966552" cy="1176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5496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96A2E-0134-1ABC-4879-6C6FE3F2ABEF}"/>
              </a:ext>
            </a:extLst>
          </p:cNvPr>
          <p:cNvSpPr>
            <a:spLocks noGrp="1"/>
          </p:cNvSpPr>
          <p:nvPr>
            <p:ph type="title"/>
          </p:nvPr>
        </p:nvSpPr>
        <p:spPr/>
        <p:txBody>
          <a:bodyPr/>
          <a:lstStyle/>
          <a:p>
            <a:r>
              <a:rPr lang="es-AR" dirty="0"/>
              <a:t>Dónde comenzó: Relacional</a:t>
            </a:r>
          </a:p>
        </p:txBody>
      </p:sp>
      <p:sp>
        <p:nvSpPr>
          <p:cNvPr id="3" name="Content Placeholder 2">
            <a:extLst>
              <a:ext uri="{FF2B5EF4-FFF2-40B4-BE49-F238E27FC236}">
                <a16:creationId xmlns:a16="http://schemas.microsoft.com/office/drawing/2014/main" id="{79BD5F13-D6FD-84C7-AD4A-B73AB77080D4}"/>
              </a:ext>
            </a:extLst>
          </p:cNvPr>
          <p:cNvSpPr>
            <a:spLocks noGrp="1"/>
          </p:cNvSpPr>
          <p:nvPr>
            <p:ph idx="1"/>
          </p:nvPr>
        </p:nvSpPr>
        <p:spPr>
          <a:xfrm>
            <a:off x="371474" y="1233488"/>
            <a:ext cx="11520487" cy="758825"/>
          </a:xfrm>
        </p:spPr>
        <p:txBody>
          <a:bodyPr/>
          <a:lstStyle/>
          <a:p>
            <a:r>
              <a:rPr lang="es-AR" dirty="0"/>
              <a:t>Características claves de las bases de datos relacionales. </a:t>
            </a:r>
          </a:p>
        </p:txBody>
      </p:sp>
      <p:sp>
        <p:nvSpPr>
          <p:cNvPr id="4" name="Slide Number Placeholder 3">
            <a:extLst>
              <a:ext uri="{FF2B5EF4-FFF2-40B4-BE49-F238E27FC236}">
                <a16:creationId xmlns:a16="http://schemas.microsoft.com/office/drawing/2014/main" id="{CD658301-AF26-57A8-2C2F-A2D77A4BD3B9}"/>
              </a:ext>
            </a:extLst>
          </p:cNvPr>
          <p:cNvSpPr>
            <a:spLocks noGrp="1"/>
          </p:cNvSpPr>
          <p:nvPr>
            <p:ph type="sldNum" sz="quarter" idx="12"/>
          </p:nvPr>
        </p:nvSpPr>
        <p:spPr/>
        <p:txBody>
          <a:bodyPr/>
          <a:lstStyle/>
          <a:p>
            <a:pPr rtl="0"/>
            <a:fld id="{03DC2DEF-D2FE-4B45-ABA4-9F153FD1C98A}" type="slidenum">
              <a:rPr lang="es-ES" noProof="0" smtClean="0"/>
              <a:t>2</a:t>
            </a:fld>
            <a:endParaRPr lang="es-ES" noProof="0"/>
          </a:p>
        </p:txBody>
      </p:sp>
      <p:sp>
        <p:nvSpPr>
          <p:cNvPr id="11" name="Google Shape;4903;p338">
            <a:extLst>
              <a:ext uri="{FF2B5EF4-FFF2-40B4-BE49-F238E27FC236}">
                <a16:creationId xmlns:a16="http://schemas.microsoft.com/office/drawing/2014/main" id="{25A66C07-CB63-711E-EB24-B08BD28000B4}"/>
              </a:ext>
            </a:extLst>
          </p:cNvPr>
          <p:cNvSpPr txBox="1"/>
          <p:nvPr/>
        </p:nvSpPr>
        <p:spPr>
          <a:xfrm>
            <a:off x="7131492" y="3759559"/>
            <a:ext cx="3618885" cy="101563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ea typeface="Calibri Light" panose="020F0302020204030204" pitchFamily="34" charset="0"/>
                <a:cs typeface="Calibri Light" panose="020F0302020204030204" pitchFamily="34" charset="0"/>
                <a:sym typeface="Lexend Deca Light"/>
              </a:rPr>
              <a:t>Una tabla usa columnas para definir la información que se almacena y filas para los datos reales. </a:t>
            </a:r>
            <a:endParaRPr sz="2800" dirty="0">
              <a:ea typeface="Calibri Light" panose="020F0302020204030204" pitchFamily="34" charset="0"/>
              <a:cs typeface="Calibri Light" panose="020F0302020204030204" pitchFamily="34" charset="0"/>
            </a:endParaRPr>
          </a:p>
        </p:txBody>
      </p:sp>
      <p:pic>
        <p:nvPicPr>
          <p:cNvPr id="12" name="Google Shape;4906;p338">
            <a:extLst>
              <a:ext uri="{FF2B5EF4-FFF2-40B4-BE49-F238E27FC236}">
                <a16:creationId xmlns:a16="http://schemas.microsoft.com/office/drawing/2014/main" id="{C61C886D-3100-297F-E493-A2F036799CB0}"/>
              </a:ext>
            </a:extLst>
          </p:cNvPr>
          <p:cNvPicPr preferRelativeResize="0"/>
          <p:nvPr/>
        </p:nvPicPr>
        <p:blipFill>
          <a:blip r:embed="rId2">
            <a:alphaModFix/>
            <a:duotone>
              <a:prstClr val="black"/>
              <a:schemeClr val="accent2">
                <a:tint val="45000"/>
                <a:satMod val="400000"/>
              </a:schemeClr>
            </a:duotone>
          </a:blip>
          <a:stretch>
            <a:fillRect/>
          </a:stretch>
        </p:blipFill>
        <p:spPr>
          <a:xfrm>
            <a:off x="2167422" y="2850022"/>
            <a:ext cx="867975" cy="867975"/>
          </a:xfrm>
          <a:prstGeom prst="rect">
            <a:avLst/>
          </a:prstGeom>
          <a:noFill/>
          <a:ln>
            <a:noFill/>
          </a:ln>
        </p:spPr>
      </p:pic>
      <p:sp>
        <p:nvSpPr>
          <p:cNvPr id="13" name="Google Shape;4907;p338">
            <a:extLst>
              <a:ext uri="{FF2B5EF4-FFF2-40B4-BE49-F238E27FC236}">
                <a16:creationId xmlns:a16="http://schemas.microsoft.com/office/drawing/2014/main" id="{8FE8C2E3-2CF5-0538-5605-6C5E29A4207F}"/>
              </a:ext>
            </a:extLst>
          </p:cNvPr>
          <p:cNvSpPr txBox="1"/>
          <p:nvPr/>
        </p:nvSpPr>
        <p:spPr>
          <a:xfrm>
            <a:off x="1212634" y="3717984"/>
            <a:ext cx="2642674" cy="101563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ea typeface="Calibri Light" panose="020F0302020204030204" pitchFamily="34" charset="0"/>
                <a:cs typeface="Calibri Light" panose="020F0302020204030204" pitchFamily="34" charset="0"/>
                <a:sym typeface="Lexend Deca Light"/>
              </a:rPr>
              <a:t>Los datos relacionados se almacenan en filas y columnsa en una tabla. </a:t>
            </a:r>
            <a:endParaRPr sz="2800" dirty="0">
              <a:ea typeface="Calibri Light" panose="020F0302020204030204" pitchFamily="34" charset="0"/>
              <a:cs typeface="Calibri Light" panose="020F0302020204030204" pitchFamily="34" charset="0"/>
            </a:endParaRPr>
          </a:p>
        </p:txBody>
      </p:sp>
      <p:sp>
        <p:nvSpPr>
          <p:cNvPr id="14" name="Google Shape;4908;p338">
            <a:extLst>
              <a:ext uri="{FF2B5EF4-FFF2-40B4-BE49-F238E27FC236}">
                <a16:creationId xmlns:a16="http://schemas.microsoft.com/office/drawing/2014/main" id="{126E050A-75B5-C937-D904-3E936C3144F4}"/>
              </a:ext>
            </a:extLst>
          </p:cNvPr>
          <p:cNvSpPr txBox="1"/>
          <p:nvPr/>
        </p:nvSpPr>
        <p:spPr>
          <a:xfrm>
            <a:off x="4374292" y="3810384"/>
            <a:ext cx="2387476"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solidFill>
                  <a:schemeClr val="dk1"/>
                </a:solidFill>
                <a:ea typeface="Calibri Light" panose="020F0302020204030204" pitchFamily="34" charset="0"/>
                <a:cs typeface="Calibri Light" panose="020F0302020204030204" pitchFamily="34" charset="0"/>
                <a:sym typeface="Lexend Deca Light"/>
              </a:rPr>
              <a:t>SQL (Lenguaje de Consulta Estructurada)</a:t>
            </a:r>
            <a:endParaRPr sz="2800" dirty="0">
              <a:ea typeface="Calibri Light" panose="020F0302020204030204" pitchFamily="34" charset="0"/>
              <a:cs typeface="Calibri Light" panose="020F0302020204030204" pitchFamily="34" charset="0"/>
            </a:endParaRPr>
          </a:p>
        </p:txBody>
      </p:sp>
      <p:pic>
        <p:nvPicPr>
          <p:cNvPr id="15" name="Google Shape;4909;p338">
            <a:extLst>
              <a:ext uri="{FF2B5EF4-FFF2-40B4-BE49-F238E27FC236}">
                <a16:creationId xmlns:a16="http://schemas.microsoft.com/office/drawing/2014/main" id="{D1BCF2F2-0FE6-233B-8BE2-9B37F3D8FF1F}"/>
              </a:ext>
            </a:extLst>
          </p:cNvPr>
          <p:cNvPicPr preferRelativeResize="0"/>
          <p:nvPr/>
        </p:nvPicPr>
        <p:blipFill>
          <a:blip r:embed="rId3">
            <a:alphaModFix/>
            <a:duotone>
              <a:prstClr val="black"/>
              <a:schemeClr val="accent2">
                <a:tint val="45000"/>
                <a:satMod val="400000"/>
              </a:schemeClr>
            </a:duotone>
          </a:blip>
          <a:stretch>
            <a:fillRect/>
          </a:stretch>
        </p:blipFill>
        <p:spPr>
          <a:xfrm>
            <a:off x="8437446" y="2711009"/>
            <a:ext cx="1006975" cy="1006975"/>
          </a:xfrm>
          <a:prstGeom prst="rect">
            <a:avLst/>
          </a:prstGeom>
          <a:noFill/>
          <a:ln>
            <a:noFill/>
          </a:ln>
        </p:spPr>
      </p:pic>
      <p:pic>
        <p:nvPicPr>
          <p:cNvPr id="16" name="Google Shape;4910;p338">
            <a:extLst>
              <a:ext uri="{FF2B5EF4-FFF2-40B4-BE49-F238E27FC236}">
                <a16:creationId xmlns:a16="http://schemas.microsoft.com/office/drawing/2014/main" id="{6CB70051-DD21-4F05-3AB0-79F48D6CAF1F}"/>
              </a:ext>
            </a:extLst>
          </p:cNvPr>
          <p:cNvPicPr preferRelativeResize="0"/>
          <p:nvPr/>
        </p:nvPicPr>
        <p:blipFill>
          <a:blip r:embed="rId4">
            <a:alphaModFix/>
          </a:blip>
          <a:stretch>
            <a:fillRect/>
          </a:stretch>
        </p:blipFill>
        <p:spPr>
          <a:xfrm>
            <a:off x="5060509" y="2780521"/>
            <a:ext cx="1006975" cy="1006975"/>
          </a:xfrm>
          <a:prstGeom prst="rect">
            <a:avLst/>
          </a:prstGeom>
          <a:noFill/>
          <a:ln>
            <a:noFill/>
          </a:ln>
        </p:spPr>
      </p:pic>
    </p:spTree>
    <p:extLst>
      <p:ext uri="{BB962C8B-B14F-4D97-AF65-F5344CB8AC3E}">
        <p14:creationId xmlns:p14="http://schemas.microsoft.com/office/powerpoint/2010/main" val="2591410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F1A8-DE14-1B2D-AEC4-2756787C00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81062E-6085-D321-FD0C-FC2D678BE61B}"/>
              </a:ext>
            </a:extLst>
          </p:cNvPr>
          <p:cNvSpPr>
            <a:spLocks noGrp="1"/>
          </p:cNvSpPr>
          <p:nvPr>
            <p:ph type="title"/>
          </p:nvPr>
        </p:nvSpPr>
        <p:spPr/>
        <p:txBody>
          <a:bodyPr/>
          <a:lstStyle/>
          <a:p>
            <a:r>
              <a:rPr lang="es-AR" dirty="0"/>
              <a:t>Llenando el vacío</a:t>
            </a:r>
          </a:p>
        </p:txBody>
      </p:sp>
      <p:sp>
        <p:nvSpPr>
          <p:cNvPr id="4" name="Slide Number Placeholder 3">
            <a:extLst>
              <a:ext uri="{FF2B5EF4-FFF2-40B4-BE49-F238E27FC236}">
                <a16:creationId xmlns:a16="http://schemas.microsoft.com/office/drawing/2014/main" id="{ECAFC817-280F-0362-6C4C-115682BEEECC}"/>
              </a:ext>
            </a:extLst>
          </p:cNvPr>
          <p:cNvSpPr>
            <a:spLocks noGrp="1"/>
          </p:cNvSpPr>
          <p:nvPr>
            <p:ph type="sldNum" sz="quarter" idx="12"/>
          </p:nvPr>
        </p:nvSpPr>
        <p:spPr/>
        <p:txBody>
          <a:bodyPr/>
          <a:lstStyle/>
          <a:p>
            <a:pPr rtl="0"/>
            <a:fld id="{03DC2DEF-D2FE-4B45-ABA4-9F153FD1C98A}" type="slidenum">
              <a:rPr lang="es-ES" noProof="0" smtClean="0"/>
              <a:t>3</a:t>
            </a:fld>
            <a:endParaRPr lang="es-ES" noProof="0" dirty="0"/>
          </a:p>
        </p:txBody>
      </p:sp>
      <p:cxnSp>
        <p:nvCxnSpPr>
          <p:cNvPr id="7" name="Google Shape;4916;p339">
            <a:extLst>
              <a:ext uri="{FF2B5EF4-FFF2-40B4-BE49-F238E27FC236}">
                <a16:creationId xmlns:a16="http://schemas.microsoft.com/office/drawing/2014/main" id="{2253F4CE-6201-BDED-BE7E-AC23C89FB9DB}"/>
              </a:ext>
            </a:extLst>
          </p:cNvPr>
          <p:cNvCxnSpPr/>
          <p:nvPr/>
        </p:nvCxnSpPr>
        <p:spPr>
          <a:xfrm>
            <a:off x="859325" y="2789975"/>
            <a:ext cx="9000000" cy="0"/>
          </a:xfrm>
          <a:prstGeom prst="straightConnector1">
            <a:avLst/>
          </a:prstGeom>
          <a:noFill/>
          <a:ln w="9525" cap="flat" cmpd="sng">
            <a:solidFill>
              <a:srgbClr val="001E2B"/>
            </a:solidFill>
            <a:prstDash val="dash"/>
            <a:round/>
            <a:headEnd type="none" w="med" len="med"/>
            <a:tailEnd type="none" w="med" len="med"/>
          </a:ln>
        </p:spPr>
      </p:cxnSp>
      <p:sp>
        <p:nvSpPr>
          <p:cNvPr id="8" name="Google Shape;4917;p339">
            <a:extLst>
              <a:ext uri="{FF2B5EF4-FFF2-40B4-BE49-F238E27FC236}">
                <a16:creationId xmlns:a16="http://schemas.microsoft.com/office/drawing/2014/main" id="{B876EAD7-2B24-A916-632B-E86CA835AF17}"/>
              </a:ext>
            </a:extLst>
          </p:cNvPr>
          <p:cNvSpPr txBox="1"/>
          <p:nvPr/>
        </p:nvSpPr>
        <p:spPr>
          <a:xfrm>
            <a:off x="712649" y="2904115"/>
            <a:ext cx="4063483" cy="1200329"/>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n" sz="2800" dirty="0">
                <a:solidFill>
                  <a:srgbClr val="001E2B"/>
                </a:solidFill>
                <a:ea typeface="Lexend Deca Medium"/>
                <a:cs typeface="Lexend Deca Medium"/>
                <a:sym typeface="Lexend Deca Medium"/>
              </a:rPr>
              <a:t>Bases de Datos Relacionales</a:t>
            </a:r>
            <a:endParaRPr sz="2800" dirty="0">
              <a:solidFill>
                <a:srgbClr val="001E2B"/>
              </a:solidFill>
              <a:ea typeface="Lexend Deca Medium"/>
              <a:cs typeface="Lexend Deca Medium"/>
              <a:sym typeface="Lexend Deca Medium"/>
            </a:endParaRPr>
          </a:p>
          <a:p>
            <a:pPr marL="0" lvl="0" indent="0" algn="ctr" rtl="0">
              <a:lnSpc>
                <a:spcPct val="150000"/>
              </a:lnSpc>
              <a:spcBef>
                <a:spcPts val="0"/>
              </a:spcBef>
              <a:spcAft>
                <a:spcPts val="0"/>
              </a:spcAft>
              <a:buNone/>
            </a:pPr>
            <a:r>
              <a:rPr lang="en" sz="1200" dirty="0">
                <a:solidFill>
                  <a:srgbClr val="001E2B"/>
                </a:solidFill>
                <a:ea typeface="Lexend Deca Light"/>
                <a:cs typeface="Lexend Deca Light"/>
                <a:sym typeface="Lexend Deca Light"/>
              </a:rPr>
              <a:t>SQL fue desarrolado por IBM como una forma de interactuar con las nuevas bases de datos relacionales</a:t>
            </a:r>
            <a:endParaRPr sz="1200" dirty="0">
              <a:solidFill>
                <a:srgbClr val="001E2B"/>
              </a:solidFill>
              <a:ea typeface="Lexend Deca Light"/>
              <a:cs typeface="Lexend Deca Light"/>
              <a:sym typeface="Lexend Deca Light"/>
            </a:endParaRPr>
          </a:p>
        </p:txBody>
      </p:sp>
      <p:sp>
        <p:nvSpPr>
          <p:cNvPr id="9" name="Google Shape;4918;p339">
            <a:extLst>
              <a:ext uri="{FF2B5EF4-FFF2-40B4-BE49-F238E27FC236}">
                <a16:creationId xmlns:a16="http://schemas.microsoft.com/office/drawing/2014/main" id="{700E8E5A-C79B-F377-929F-19035365AB40}"/>
              </a:ext>
            </a:extLst>
          </p:cNvPr>
          <p:cNvSpPr txBox="1"/>
          <p:nvPr/>
        </p:nvSpPr>
        <p:spPr>
          <a:xfrm>
            <a:off x="4922793" y="2904115"/>
            <a:ext cx="2494253" cy="1200329"/>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n" sz="2800" dirty="0">
                <a:solidFill>
                  <a:srgbClr val="001E2B"/>
                </a:solidFill>
                <a:ea typeface="Lexend Deca Medium"/>
                <a:cs typeface="Lexend Deca Medium"/>
                <a:sym typeface="Lexend Deca Medium"/>
              </a:rPr>
              <a:t>World Wide Web</a:t>
            </a:r>
            <a:endParaRPr sz="2800" dirty="0">
              <a:solidFill>
                <a:srgbClr val="001E2B"/>
              </a:solidFill>
              <a:ea typeface="Lexend Deca Medium"/>
              <a:cs typeface="Lexend Deca Medium"/>
              <a:sym typeface="Lexend Deca Medium"/>
            </a:endParaRPr>
          </a:p>
          <a:p>
            <a:pPr marL="0" lvl="0" indent="0" algn="ctr" rtl="0">
              <a:lnSpc>
                <a:spcPct val="150000"/>
              </a:lnSpc>
              <a:spcBef>
                <a:spcPts val="0"/>
              </a:spcBef>
              <a:spcAft>
                <a:spcPts val="0"/>
              </a:spcAft>
              <a:buNone/>
            </a:pPr>
            <a:r>
              <a:rPr lang="en" sz="1200" dirty="0">
                <a:solidFill>
                  <a:srgbClr val="001E2B"/>
                </a:solidFill>
                <a:ea typeface="Lexend Deca Light"/>
                <a:cs typeface="Lexend Deca Light"/>
                <a:sym typeface="Lexend Deca Light"/>
              </a:rPr>
              <a:t>La necesidad por el almacenamiento de datos explota</a:t>
            </a:r>
            <a:endParaRPr sz="1200" dirty="0">
              <a:solidFill>
                <a:srgbClr val="001E2B"/>
              </a:solidFill>
              <a:ea typeface="Lexend Deca Light"/>
              <a:cs typeface="Lexend Deca Light"/>
              <a:sym typeface="Lexend Deca Light"/>
            </a:endParaRPr>
          </a:p>
        </p:txBody>
      </p:sp>
      <p:sp>
        <p:nvSpPr>
          <p:cNvPr id="10" name="Google Shape;4919;p339">
            <a:extLst>
              <a:ext uri="{FF2B5EF4-FFF2-40B4-BE49-F238E27FC236}">
                <a16:creationId xmlns:a16="http://schemas.microsoft.com/office/drawing/2014/main" id="{5A6652DB-F158-FE9F-9022-19B45E168DC9}"/>
              </a:ext>
            </a:extLst>
          </p:cNvPr>
          <p:cNvSpPr/>
          <p:nvPr/>
        </p:nvSpPr>
        <p:spPr>
          <a:xfrm>
            <a:off x="2934920" y="2697725"/>
            <a:ext cx="184500" cy="18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solidFill>
                <a:schemeClr val="bg1"/>
              </a:solidFill>
            </a:endParaRPr>
          </a:p>
        </p:txBody>
      </p:sp>
      <p:sp>
        <p:nvSpPr>
          <p:cNvPr id="17" name="Google Shape;4920;p339">
            <a:extLst>
              <a:ext uri="{FF2B5EF4-FFF2-40B4-BE49-F238E27FC236}">
                <a16:creationId xmlns:a16="http://schemas.microsoft.com/office/drawing/2014/main" id="{859E4E6D-46DE-BC9D-8BBC-76B08FCBDA08}"/>
              </a:ext>
            </a:extLst>
          </p:cNvPr>
          <p:cNvSpPr/>
          <p:nvPr/>
        </p:nvSpPr>
        <p:spPr>
          <a:xfrm>
            <a:off x="5920812" y="2697725"/>
            <a:ext cx="184500" cy="18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solidFill>
                <a:schemeClr val="bg1"/>
              </a:solidFill>
            </a:endParaRPr>
          </a:p>
        </p:txBody>
      </p:sp>
      <p:sp>
        <p:nvSpPr>
          <p:cNvPr id="18" name="Google Shape;4921;p339">
            <a:extLst>
              <a:ext uri="{FF2B5EF4-FFF2-40B4-BE49-F238E27FC236}">
                <a16:creationId xmlns:a16="http://schemas.microsoft.com/office/drawing/2014/main" id="{777CDCB7-2BF0-515B-D48A-B50AC2F7CB83}"/>
              </a:ext>
            </a:extLst>
          </p:cNvPr>
          <p:cNvSpPr/>
          <p:nvPr/>
        </p:nvSpPr>
        <p:spPr>
          <a:xfrm>
            <a:off x="8949698" y="2697725"/>
            <a:ext cx="184500" cy="184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solidFill>
                <a:schemeClr val="bg1"/>
              </a:solidFill>
            </a:endParaRPr>
          </a:p>
        </p:txBody>
      </p:sp>
      <p:sp>
        <p:nvSpPr>
          <p:cNvPr id="19" name="Google Shape;4922;p339">
            <a:extLst>
              <a:ext uri="{FF2B5EF4-FFF2-40B4-BE49-F238E27FC236}">
                <a16:creationId xmlns:a16="http://schemas.microsoft.com/office/drawing/2014/main" id="{9777CBAD-7277-3265-26D7-F066F24A64A9}"/>
              </a:ext>
            </a:extLst>
          </p:cNvPr>
          <p:cNvSpPr/>
          <p:nvPr/>
        </p:nvSpPr>
        <p:spPr>
          <a:xfrm>
            <a:off x="2585292" y="2261065"/>
            <a:ext cx="877800" cy="219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dirty="0">
                <a:solidFill>
                  <a:schemeClr val="bg1"/>
                </a:solidFill>
                <a:ea typeface="Source Code Pro Medium"/>
                <a:cs typeface="Source Code Pro Medium"/>
                <a:sym typeface="Source Code Pro Medium"/>
              </a:rPr>
              <a:t>1970s</a:t>
            </a:r>
            <a:endParaRPr sz="1600" dirty="0">
              <a:solidFill>
                <a:schemeClr val="bg1"/>
              </a:solidFill>
              <a:ea typeface="Source Code Pro Medium"/>
              <a:cs typeface="Source Code Pro Medium"/>
              <a:sym typeface="Source Code Pro Medium"/>
            </a:endParaRPr>
          </a:p>
        </p:txBody>
      </p:sp>
      <p:sp>
        <p:nvSpPr>
          <p:cNvPr id="20" name="Google Shape;4923;p339">
            <a:extLst>
              <a:ext uri="{FF2B5EF4-FFF2-40B4-BE49-F238E27FC236}">
                <a16:creationId xmlns:a16="http://schemas.microsoft.com/office/drawing/2014/main" id="{DCA7C7F5-AAC1-F871-C585-D94AEECC2BC2}"/>
              </a:ext>
            </a:extLst>
          </p:cNvPr>
          <p:cNvSpPr txBox="1"/>
          <p:nvPr/>
        </p:nvSpPr>
        <p:spPr>
          <a:xfrm>
            <a:off x="7415868" y="2904115"/>
            <a:ext cx="3200316" cy="1200329"/>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n" sz="2800" dirty="0">
                <a:solidFill>
                  <a:srgbClr val="001E2B"/>
                </a:solidFill>
                <a:ea typeface="Lexend Deca Medium"/>
                <a:cs typeface="Lexend Deca Medium"/>
                <a:sym typeface="Lexend Deca Medium"/>
              </a:rPr>
              <a:t>NoSQL</a:t>
            </a:r>
            <a:endParaRPr sz="2800" dirty="0">
              <a:solidFill>
                <a:srgbClr val="001E2B"/>
              </a:solidFill>
              <a:ea typeface="Lexend Deca Medium"/>
              <a:cs typeface="Lexend Deca Medium"/>
              <a:sym typeface="Lexend Deca Medium"/>
            </a:endParaRPr>
          </a:p>
          <a:p>
            <a:pPr marL="0" lvl="0" indent="0" algn="ctr" rtl="0">
              <a:lnSpc>
                <a:spcPct val="150000"/>
              </a:lnSpc>
              <a:spcBef>
                <a:spcPts val="0"/>
              </a:spcBef>
              <a:spcAft>
                <a:spcPts val="0"/>
              </a:spcAft>
              <a:buNone/>
            </a:pPr>
            <a:r>
              <a:rPr lang="en" sz="1200" dirty="0">
                <a:solidFill>
                  <a:srgbClr val="001E2B"/>
                </a:solidFill>
                <a:ea typeface="Lexend Deca Light"/>
                <a:cs typeface="Lexend Deca Light"/>
                <a:sym typeface="Lexend Deca Light"/>
              </a:rPr>
              <a:t>Almacenamiento de datos no estructurados para mitigar los costos e incrementar la eficiencia</a:t>
            </a:r>
            <a:endParaRPr sz="1200" dirty="0">
              <a:solidFill>
                <a:srgbClr val="001E2B"/>
              </a:solidFill>
              <a:ea typeface="Lexend Deca Light"/>
              <a:cs typeface="Lexend Deca Light"/>
              <a:sym typeface="Lexend Deca Light"/>
            </a:endParaRPr>
          </a:p>
        </p:txBody>
      </p:sp>
      <p:sp>
        <p:nvSpPr>
          <p:cNvPr id="21" name="Google Shape;4924;p339">
            <a:extLst>
              <a:ext uri="{FF2B5EF4-FFF2-40B4-BE49-F238E27FC236}">
                <a16:creationId xmlns:a16="http://schemas.microsoft.com/office/drawing/2014/main" id="{A20733AD-7724-751D-C92C-968EB7D07C89}"/>
              </a:ext>
            </a:extLst>
          </p:cNvPr>
          <p:cNvSpPr/>
          <p:nvPr/>
        </p:nvSpPr>
        <p:spPr>
          <a:xfrm>
            <a:off x="5571787" y="2258525"/>
            <a:ext cx="877800" cy="219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bg1"/>
                </a:solidFill>
                <a:ea typeface="Source Code Pro Medium"/>
                <a:cs typeface="Source Code Pro Medium"/>
                <a:sym typeface="Source Code Pro Medium"/>
              </a:rPr>
              <a:t>1990s</a:t>
            </a:r>
            <a:endParaRPr sz="1600">
              <a:solidFill>
                <a:schemeClr val="bg1"/>
              </a:solidFill>
              <a:ea typeface="Source Code Pro Medium"/>
              <a:cs typeface="Source Code Pro Medium"/>
              <a:sym typeface="Source Code Pro Medium"/>
            </a:endParaRPr>
          </a:p>
        </p:txBody>
      </p:sp>
      <p:sp>
        <p:nvSpPr>
          <p:cNvPr id="22" name="Google Shape;4925;p339">
            <a:extLst>
              <a:ext uri="{FF2B5EF4-FFF2-40B4-BE49-F238E27FC236}">
                <a16:creationId xmlns:a16="http://schemas.microsoft.com/office/drawing/2014/main" id="{2C2FCB73-3127-25E5-E531-A5364AB7233F}"/>
              </a:ext>
            </a:extLst>
          </p:cNvPr>
          <p:cNvSpPr/>
          <p:nvPr/>
        </p:nvSpPr>
        <p:spPr>
          <a:xfrm>
            <a:off x="8601276" y="2258525"/>
            <a:ext cx="877800" cy="219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a:solidFill>
                  <a:schemeClr val="bg1"/>
                </a:solidFill>
                <a:ea typeface="Source Code Pro Medium"/>
                <a:cs typeface="Source Code Pro Medium"/>
                <a:sym typeface="Source Code Pro Medium"/>
              </a:rPr>
              <a:t>2000s</a:t>
            </a:r>
            <a:endParaRPr sz="1600">
              <a:solidFill>
                <a:schemeClr val="bg1"/>
              </a:solidFill>
              <a:ea typeface="Source Code Pro Medium"/>
              <a:cs typeface="Source Code Pro Medium"/>
              <a:sym typeface="Source Code Pro Medium"/>
            </a:endParaRPr>
          </a:p>
        </p:txBody>
      </p:sp>
    </p:spTree>
    <p:extLst>
      <p:ext uri="{BB962C8B-B14F-4D97-AF65-F5344CB8AC3E}">
        <p14:creationId xmlns:p14="http://schemas.microsoft.com/office/powerpoint/2010/main" val="3174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119E27-A90C-5B88-1BCD-6A8C1B937D5C}"/>
              </a:ext>
            </a:extLst>
          </p:cNvPr>
          <p:cNvSpPr>
            <a:spLocks noGrp="1"/>
          </p:cNvSpPr>
          <p:nvPr>
            <p:ph idx="1"/>
          </p:nvPr>
        </p:nvSpPr>
        <p:spPr/>
        <p:txBody>
          <a:bodyPr>
            <a:normAutofit/>
          </a:bodyPr>
          <a:lstStyle/>
          <a:p>
            <a:pPr marL="0" indent="0">
              <a:buNone/>
            </a:pPr>
            <a:r>
              <a:rPr lang="es-AR" sz="3600" b="1" dirty="0">
                <a:solidFill>
                  <a:schemeClr val="bg1"/>
                </a:solidFill>
              </a:rPr>
              <a:t>Para resolver el problema, varias tecnologías y empresas de software introdujeron nuevas bases de datos conocidas como </a:t>
            </a:r>
            <a:r>
              <a:rPr lang="es-AR" sz="3600" b="1" dirty="0">
                <a:solidFill>
                  <a:srgbClr val="00B050"/>
                </a:solidFill>
              </a:rPr>
              <a:t>NoSQL</a:t>
            </a:r>
            <a:r>
              <a:rPr lang="es-AR" sz="3600" b="1" dirty="0">
                <a:solidFill>
                  <a:schemeClr val="bg1"/>
                </a:solidFill>
              </a:rPr>
              <a:t> o </a:t>
            </a:r>
            <a:r>
              <a:rPr lang="es-AR" sz="3600" b="1" dirty="0">
                <a:solidFill>
                  <a:srgbClr val="00B050"/>
                </a:solidFill>
              </a:rPr>
              <a:t>no-relacionales</a:t>
            </a:r>
            <a:r>
              <a:rPr lang="es-AR" sz="3600" b="1" dirty="0">
                <a:solidFill>
                  <a:schemeClr val="bg1"/>
                </a:solidFill>
              </a:rPr>
              <a:t>. </a:t>
            </a:r>
          </a:p>
        </p:txBody>
      </p:sp>
      <p:sp>
        <p:nvSpPr>
          <p:cNvPr id="4" name="Slide Number Placeholder 3">
            <a:extLst>
              <a:ext uri="{FF2B5EF4-FFF2-40B4-BE49-F238E27FC236}">
                <a16:creationId xmlns:a16="http://schemas.microsoft.com/office/drawing/2014/main" id="{D1E736AC-8266-1FA4-49AB-06BC97FABCD5}"/>
              </a:ext>
            </a:extLst>
          </p:cNvPr>
          <p:cNvSpPr>
            <a:spLocks noGrp="1"/>
          </p:cNvSpPr>
          <p:nvPr>
            <p:ph type="sldNum" sz="quarter" idx="12"/>
          </p:nvPr>
        </p:nvSpPr>
        <p:spPr/>
        <p:txBody>
          <a:bodyPr/>
          <a:lstStyle/>
          <a:p>
            <a:pPr rtl="0"/>
            <a:fld id="{03DC2DEF-D2FE-4B45-ABA4-9F153FD1C98A}" type="slidenum">
              <a:rPr lang="es-ES" noProof="0" smtClean="0"/>
              <a:t>4</a:t>
            </a:fld>
            <a:endParaRPr lang="es-ES" noProof="0"/>
          </a:p>
        </p:txBody>
      </p:sp>
    </p:spTree>
    <p:extLst>
      <p:ext uri="{BB962C8B-B14F-4D97-AF65-F5344CB8AC3E}">
        <p14:creationId xmlns:p14="http://schemas.microsoft.com/office/powerpoint/2010/main" val="4282002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D8BAF101-4121-1FCE-F4AF-E30FC897FCA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51F6E2-DF69-719A-4AFE-EACA0298D8A1}"/>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Content Placeholder 2">
            <a:extLst>
              <a:ext uri="{FF2B5EF4-FFF2-40B4-BE49-F238E27FC236}">
                <a16:creationId xmlns:a16="http://schemas.microsoft.com/office/drawing/2014/main" id="{40B56F4A-B1BF-4269-8936-2FD8EB32687F}"/>
              </a:ext>
            </a:extLst>
          </p:cNvPr>
          <p:cNvSpPr>
            <a:spLocks noGrp="1"/>
          </p:cNvSpPr>
          <p:nvPr>
            <p:ph idx="1"/>
          </p:nvPr>
        </p:nvSpPr>
        <p:spPr>
          <a:xfrm>
            <a:off x="371475" y="1233488"/>
            <a:ext cx="5724526" cy="4943475"/>
          </a:xfrm>
        </p:spPr>
        <p:txBody>
          <a:bodyPr>
            <a:normAutofit/>
          </a:bodyPr>
          <a:lstStyle/>
          <a:p>
            <a:r>
              <a:rPr lang="es-AR" sz="3600" b="1" dirty="0">
                <a:solidFill>
                  <a:schemeClr val="bg1"/>
                </a:solidFill>
              </a:rPr>
              <a:t>Estructuras de datos polimórficas</a:t>
            </a:r>
          </a:p>
          <a:p>
            <a:r>
              <a:rPr lang="es-AR" sz="3600" b="1" dirty="0">
                <a:solidFill>
                  <a:schemeClr val="bg1"/>
                </a:solidFill>
              </a:rPr>
              <a:t>Esquemas flexibles</a:t>
            </a:r>
          </a:p>
          <a:p>
            <a:r>
              <a:rPr lang="es-AR" sz="3600" b="1" dirty="0">
                <a:solidFill>
                  <a:schemeClr val="bg1"/>
                </a:solidFill>
              </a:rPr>
              <a:t>Fácil de escalar grande cargas de trabajo</a:t>
            </a:r>
          </a:p>
        </p:txBody>
      </p:sp>
      <p:sp>
        <p:nvSpPr>
          <p:cNvPr id="4" name="Slide Number Placeholder 3">
            <a:extLst>
              <a:ext uri="{FF2B5EF4-FFF2-40B4-BE49-F238E27FC236}">
                <a16:creationId xmlns:a16="http://schemas.microsoft.com/office/drawing/2014/main" id="{ACCE38AB-A676-71B1-C473-5E6F6128FFA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56AC6E20-1E5A-9AFC-430A-7CECEBA092FA}"/>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3DC2DEF-D2FE-4B45-ABA4-9F153FD1C98A}" type="slidenum">
              <a:rPr lang="es-ES" smtClean="0">
                <a:solidFill>
                  <a:schemeClr val="tx1"/>
                </a:solidFill>
              </a:rPr>
              <a:pPr/>
              <a:t>5</a:t>
            </a:fld>
            <a:endParaRPr lang="es-ES" dirty="0">
              <a:solidFill>
                <a:schemeClr val="tx1"/>
              </a:solidFill>
            </a:endParaRPr>
          </a:p>
        </p:txBody>
      </p:sp>
      <p:sp>
        <p:nvSpPr>
          <p:cNvPr id="7" name="Content Placeholder 2">
            <a:extLst>
              <a:ext uri="{FF2B5EF4-FFF2-40B4-BE49-F238E27FC236}">
                <a16:creationId xmlns:a16="http://schemas.microsoft.com/office/drawing/2014/main" id="{B9AB4493-5559-7FA2-F7CD-1F96659753AE}"/>
              </a:ext>
            </a:extLst>
          </p:cNvPr>
          <p:cNvSpPr txBox="1">
            <a:spLocks/>
          </p:cNvSpPr>
          <p:nvPr/>
        </p:nvSpPr>
        <p:spPr>
          <a:xfrm>
            <a:off x="6319836" y="1233488"/>
            <a:ext cx="5724526" cy="1477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AR" sz="3600" b="1" dirty="0">
                <a:latin typeface="+mj-lt"/>
              </a:rPr>
              <a:t>¿Qué es una base de datos no relacional?</a:t>
            </a:r>
          </a:p>
        </p:txBody>
      </p:sp>
      <p:pic>
        <p:nvPicPr>
          <p:cNvPr id="9" name="Google Shape;4937;p341">
            <a:extLst>
              <a:ext uri="{FF2B5EF4-FFF2-40B4-BE49-F238E27FC236}">
                <a16:creationId xmlns:a16="http://schemas.microsoft.com/office/drawing/2014/main" id="{3E095083-7442-AF7F-0E5C-5F3F45807A07}"/>
              </a:ext>
            </a:extLst>
          </p:cNvPr>
          <p:cNvPicPr preferRelativeResize="0"/>
          <p:nvPr/>
        </p:nvPicPr>
        <p:blipFill>
          <a:blip r:embed="rId2">
            <a:alphaModFix/>
            <a:biLevel thresh="75000"/>
          </a:blip>
          <a:stretch>
            <a:fillRect/>
          </a:stretch>
        </p:blipFill>
        <p:spPr>
          <a:xfrm>
            <a:off x="8219999" y="2876865"/>
            <a:ext cx="1924200" cy="2135850"/>
          </a:xfrm>
          <a:prstGeom prst="rect">
            <a:avLst/>
          </a:prstGeom>
          <a:noFill/>
          <a:ln>
            <a:noFill/>
          </a:ln>
        </p:spPr>
      </p:pic>
    </p:spTree>
    <p:extLst>
      <p:ext uri="{BB962C8B-B14F-4D97-AF65-F5344CB8AC3E}">
        <p14:creationId xmlns:p14="http://schemas.microsoft.com/office/powerpoint/2010/main" val="3552252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31CBA-EDAA-E910-2FEA-0D02B826BE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BD44B9-3D1E-EF21-2268-D31F860C3D47}"/>
              </a:ext>
            </a:extLst>
          </p:cNvPr>
          <p:cNvSpPr>
            <a:spLocks noGrp="1"/>
          </p:cNvSpPr>
          <p:nvPr>
            <p:ph type="title"/>
          </p:nvPr>
        </p:nvSpPr>
        <p:spPr/>
        <p:txBody>
          <a:bodyPr/>
          <a:lstStyle/>
          <a:p>
            <a:r>
              <a:rPr lang="es-AR" dirty="0"/>
              <a:t>Tipos de bases de datos no relacionales</a:t>
            </a:r>
          </a:p>
        </p:txBody>
      </p:sp>
      <p:sp>
        <p:nvSpPr>
          <p:cNvPr id="4" name="Slide Number Placeholder 3">
            <a:extLst>
              <a:ext uri="{FF2B5EF4-FFF2-40B4-BE49-F238E27FC236}">
                <a16:creationId xmlns:a16="http://schemas.microsoft.com/office/drawing/2014/main" id="{EAA196BB-E4CF-EC2A-11C6-F38BFD6180C7}"/>
              </a:ext>
            </a:extLst>
          </p:cNvPr>
          <p:cNvSpPr>
            <a:spLocks noGrp="1"/>
          </p:cNvSpPr>
          <p:nvPr>
            <p:ph type="sldNum" sz="quarter" idx="12"/>
          </p:nvPr>
        </p:nvSpPr>
        <p:spPr/>
        <p:txBody>
          <a:bodyPr/>
          <a:lstStyle/>
          <a:p>
            <a:pPr rtl="0"/>
            <a:fld id="{03DC2DEF-D2FE-4B45-ABA4-9F153FD1C98A}" type="slidenum">
              <a:rPr lang="es-ES" noProof="0" smtClean="0"/>
              <a:t>6</a:t>
            </a:fld>
            <a:endParaRPr lang="es-ES" noProof="0" dirty="0"/>
          </a:p>
        </p:txBody>
      </p:sp>
      <p:sp>
        <p:nvSpPr>
          <p:cNvPr id="5" name="Google Shape;4950;p343">
            <a:extLst>
              <a:ext uri="{FF2B5EF4-FFF2-40B4-BE49-F238E27FC236}">
                <a16:creationId xmlns:a16="http://schemas.microsoft.com/office/drawing/2014/main" id="{4BDCEB9F-2FEB-4C8F-5508-C8BA029EC4EB}"/>
              </a:ext>
            </a:extLst>
          </p:cNvPr>
          <p:cNvSpPr txBox="1"/>
          <p:nvPr/>
        </p:nvSpPr>
        <p:spPr>
          <a:xfrm>
            <a:off x="7634185" y="3393232"/>
            <a:ext cx="2254102" cy="463400"/>
          </a:xfrm>
          <a:prstGeom prst="rect">
            <a:avLst/>
          </a:prstGeom>
          <a:noFill/>
          <a:ln>
            <a:noFill/>
          </a:ln>
        </p:spPr>
        <p:txBody>
          <a:bodyPr spcFirstLastPara="1" wrap="square" lIns="34300" tIns="34300" rIns="34300" bIns="34300" anchor="t" anchorCtr="0">
            <a:noAutofit/>
          </a:bodyPr>
          <a:lstStyle/>
          <a:p>
            <a:pPr marL="0" lvl="0" indent="0" algn="ctr" rtl="0">
              <a:lnSpc>
                <a:spcPct val="110000"/>
              </a:lnSpc>
              <a:spcBef>
                <a:spcPts val="0"/>
              </a:spcBef>
              <a:spcAft>
                <a:spcPts val="0"/>
              </a:spcAft>
              <a:buNone/>
            </a:pPr>
            <a:r>
              <a:rPr lang="en" sz="2400" b="1" dirty="0">
                <a:solidFill>
                  <a:srgbClr val="1A1A1A"/>
                </a:solidFill>
                <a:ea typeface="Lexend Deca Light"/>
                <a:cs typeface="Lexend Deca Light"/>
                <a:sym typeface="Lexend Deca Light"/>
              </a:rPr>
              <a:t>Documentales</a:t>
            </a:r>
            <a:endParaRPr sz="2400" b="1" dirty="0">
              <a:solidFill>
                <a:srgbClr val="1A1A1A"/>
              </a:solidFill>
              <a:ea typeface="Lexend Deca Light"/>
              <a:cs typeface="Lexend Deca Light"/>
              <a:sym typeface="Lexend Deca Light"/>
            </a:endParaRPr>
          </a:p>
        </p:txBody>
      </p:sp>
      <p:grpSp>
        <p:nvGrpSpPr>
          <p:cNvPr id="6" name="Google Shape;4951;p343">
            <a:extLst>
              <a:ext uri="{FF2B5EF4-FFF2-40B4-BE49-F238E27FC236}">
                <a16:creationId xmlns:a16="http://schemas.microsoft.com/office/drawing/2014/main" id="{801E9B38-2188-0AB3-F80A-374CD6FCE4DD}"/>
              </a:ext>
            </a:extLst>
          </p:cNvPr>
          <p:cNvGrpSpPr/>
          <p:nvPr/>
        </p:nvGrpSpPr>
        <p:grpSpPr>
          <a:xfrm>
            <a:off x="8274558" y="1839433"/>
            <a:ext cx="973356" cy="1058811"/>
            <a:chOff x="422352" y="3885275"/>
            <a:chExt cx="188848" cy="223774"/>
          </a:xfrm>
        </p:grpSpPr>
        <p:sp>
          <p:nvSpPr>
            <p:cNvPr id="11" name="Google Shape;4952;p343">
              <a:extLst>
                <a:ext uri="{FF2B5EF4-FFF2-40B4-BE49-F238E27FC236}">
                  <a16:creationId xmlns:a16="http://schemas.microsoft.com/office/drawing/2014/main" id="{4952D8A3-3B1D-20D9-43A8-A3452F85213C}"/>
                </a:ext>
              </a:extLst>
            </p:cNvPr>
            <p:cNvSpPr/>
            <p:nvPr/>
          </p:nvSpPr>
          <p:spPr>
            <a:xfrm>
              <a:off x="422352" y="3930555"/>
              <a:ext cx="153458" cy="178494"/>
            </a:xfrm>
            <a:custGeom>
              <a:avLst/>
              <a:gdLst/>
              <a:ahLst/>
              <a:cxnLst/>
              <a:rect l="l" t="t" r="r" b="b"/>
              <a:pathLst>
                <a:path w="993" h="1155" extrusionOk="0">
                  <a:moveTo>
                    <a:pt x="20" y="0"/>
                  </a:moveTo>
                  <a:cubicBezTo>
                    <a:pt x="7" y="0"/>
                    <a:pt x="1" y="10"/>
                    <a:pt x="1" y="23"/>
                  </a:cubicBezTo>
                  <a:lnTo>
                    <a:pt x="1" y="1040"/>
                  </a:lnTo>
                  <a:cubicBezTo>
                    <a:pt x="1" y="1104"/>
                    <a:pt x="52" y="1154"/>
                    <a:pt x="115" y="1154"/>
                  </a:cubicBezTo>
                  <a:lnTo>
                    <a:pt x="977" y="1154"/>
                  </a:lnTo>
                  <a:cubicBezTo>
                    <a:pt x="986" y="1154"/>
                    <a:pt x="993" y="1145"/>
                    <a:pt x="993" y="1135"/>
                  </a:cubicBezTo>
                  <a:cubicBezTo>
                    <a:pt x="993" y="1123"/>
                    <a:pt x="986" y="1113"/>
                    <a:pt x="974" y="1113"/>
                  </a:cubicBezTo>
                  <a:lnTo>
                    <a:pt x="115" y="1113"/>
                  </a:lnTo>
                  <a:cubicBezTo>
                    <a:pt x="74" y="1113"/>
                    <a:pt x="39" y="1078"/>
                    <a:pt x="39" y="1040"/>
                  </a:cubicBezTo>
                  <a:lnTo>
                    <a:pt x="39" y="23"/>
                  </a:lnTo>
                  <a:cubicBezTo>
                    <a:pt x="39" y="10"/>
                    <a:pt x="33" y="0"/>
                    <a:pt x="20"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4953;p343">
              <a:extLst>
                <a:ext uri="{FF2B5EF4-FFF2-40B4-BE49-F238E27FC236}">
                  <a16:creationId xmlns:a16="http://schemas.microsoft.com/office/drawing/2014/main" id="{4C5E1EEA-6753-58A5-341C-689D9DF4CFCA}"/>
                </a:ext>
              </a:extLst>
            </p:cNvPr>
            <p:cNvSpPr/>
            <p:nvPr/>
          </p:nvSpPr>
          <p:spPr>
            <a:xfrm>
              <a:off x="449396" y="3885275"/>
              <a:ext cx="161803" cy="194257"/>
            </a:xfrm>
            <a:custGeom>
              <a:avLst/>
              <a:gdLst/>
              <a:ahLst/>
              <a:cxnLst/>
              <a:rect l="l" t="t" r="r" b="b"/>
              <a:pathLst>
                <a:path w="1047" h="1257" extrusionOk="0">
                  <a:moveTo>
                    <a:pt x="697" y="39"/>
                  </a:moveTo>
                  <a:cubicBezTo>
                    <a:pt x="719" y="39"/>
                    <a:pt x="745" y="52"/>
                    <a:pt x="761" y="68"/>
                  </a:cubicBezTo>
                  <a:lnTo>
                    <a:pt x="974" y="290"/>
                  </a:lnTo>
                  <a:cubicBezTo>
                    <a:pt x="993" y="306"/>
                    <a:pt x="1002" y="335"/>
                    <a:pt x="1002" y="357"/>
                  </a:cubicBezTo>
                  <a:lnTo>
                    <a:pt x="1002" y="1117"/>
                  </a:lnTo>
                  <a:cubicBezTo>
                    <a:pt x="1002" y="1168"/>
                    <a:pt x="961" y="1212"/>
                    <a:pt x="910" y="1212"/>
                  </a:cubicBezTo>
                  <a:lnTo>
                    <a:pt x="131" y="1212"/>
                  </a:lnTo>
                  <a:cubicBezTo>
                    <a:pt x="80" y="1212"/>
                    <a:pt x="39" y="1168"/>
                    <a:pt x="39" y="1117"/>
                  </a:cubicBezTo>
                  <a:lnTo>
                    <a:pt x="39" y="134"/>
                  </a:lnTo>
                  <a:cubicBezTo>
                    <a:pt x="39" y="83"/>
                    <a:pt x="80" y="39"/>
                    <a:pt x="131" y="39"/>
                  </a:cubicBezTo>
                  <a:close/>
                  <a:moveTo>
                    <a:pt x="131" y="1"/>
                  </a:moveTo>
                  <a:cubicBezTo>
                    <a:pt x="55" y="1"/>
                    <a:pt x="1" y="64"/>
                    <a:pt x="1" y="134"/>
                  </a:cubicBezTo>
                  <a:lnTo>
                    <a:pt x="1" y="1120"/>
                  </a:lnTo>
                  <a:cubicBezTo>
                    <a:pt x="1" y="1193"/>
                    <a:pt x="55" y="1254"/>
                    <a:pt x="131" y="1257"/>
                  </a:cubicBezTo>
                  <a:lnTo>
                    <a:pt x="131" y="1254"/>
                  </a:lnTo>
                  <a:lnTo>
                    <a:pt x="913" y="1254"/>
                  </a:lnTo>
                  <a:cubicBezTo>
                    <a:pt x="990" y="1254"/>
                    <a:pt x="1047" y="1190"/>
                    <a:pt x="1047" y="1117"/>
                  </a:cubicBezTo>
                  <a:lnTo>
                    <a:pt x="1047" y="357"/>
                  </a:lnTo>
                  <a:cubicBezTo>
                    <a:pt x="1047" y="322"/>
                    <a:pt x="1031" y="290"/>
                    <a:pt x="1005" y="261"/>
                  </a:cubicBezTo>
                  <a:lnTo>
                    <a:pt x="792" y="39"/>
                  </a:lnTo>
                  <a:cubicBezTo>
                    <a:pt x="767" y="17"/>
                    <a:pt x="735" y="1"/>
                    <a:pt x="700"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4954;p343">
              <a:extLst>
                <a:ext uri="{FF2B5EF4-FFF2-40B4-BE49-F238E27FC236}">
                  <a16:creationId xmlns:a16="http://schemas.microsoft.com/office/drawing/2014/main" id="{D9BE8563-67BF-0E57-48F3-7296658A5E2B}"/>
                </a:ext>
              </a:extLst>
            </p:cNvPr>
            <p:cNvSpPr/>
            <p:nvPr/>
          </p:nvSpPr>
          <p:spPr>
            <a:xfrm>
              <a:off x="488185" y="3937200"/>
              <a:ext cx="20399" cy="90715"/>
            </a:xfrm>
            <a:custGeom>
              <a:avLst/>
              <a:gdLst/>
              <a:ahLst/>
              <a:cxnLst/>
              <a:rect l="l" t="t" r="r" b="b"/>
              <a:pathLst>
                <a:path w="132" h="587" extrusionOk="0">
                  <a:moveTo>
                    <a:pt x="111" y="1"/>
                  </a:moveTo>
                  <a:cubicBezTo>
                    <a:pt x="108" y="1"/>
                    <a:pt x="106" y="1"/>
                    <a:pt x="103" y="2"/>
                  </a:cubicBezTo>
                  <a:cubicBezTo>
                    <a:pt x="80" y="8"/>
                    <a:pt x="58" y="30"/>
                    <a:pt x="58" y="59"/>
                  </a:cubicBezTo>
                  <a:lnTo>
                    <a:pt x="58" y="208"/>
                  </a:lnTo>
                  <a:cubicBezTo>
                    <a:pt x="58" y="240"/>
                    <a:pt x="42" y="266"/>
                    <a:pt x="20" y="266"/>
                  </a:cubicBezTo>
                  <a:cubicBezTo>
                    <a:pt x="7" y="266"/>
                    <a:pt x="1" y="272"/>
                    <a:pt x="1" y="285"/>
                  </a:cubicBezTo>
                  <a:lnTo>
                    <a:pt x="1" y="301"/>
                  </a:lnTo>
                  <a:cubicBezTo>
                    <a:pt x="1" y="313"/>
                    <a:pt x="7" y="320"/>
                    <a:pt x="20" y="320"/>
                  </a:cubicBezTo>
                  <a:cubicBezTo>
                    <a:pt x="42" y="323"/>
                    <a:pt x="58" y="345"/>
                    <a:pt x="58" y="377"/>
                  </a:cubicBezTo>
                  <a:lnTo>
                    <a:pt x="58" y="530"/>
                  </a:lnTo>
                  <a:cubicBezTo>
                    <a:pt x="64" y="555"/>
                    <a:pt x="80" y="577"/>
                    <a:pt x="103" y="587"/>
                  </a:cubicBezTo>
                  <a:lnTo>
                    <a:pt x="112" y="587"/>
                  </a:lnTo>
                  <a:cubicBezTo>
                    <a:pt x="119" y="587"/>
                    <a:pt x="128" y="584"/>
                    <a:pt x="128" y="571"/>
                  </a:cubicBezTo>
                  <a:cubicBezTo>
                    <a:pt x="131" y="561"/>
                    <a:pt x="128" y="552"/>
                    <a:pt x="115" y="546"/>
                  </a:cubicBezTo>
                  <a:cubicBezTo>
                    <a:pt x="106" y="542"/>
                    <a:pt x="99" y="536"/>
                    <a:pt x="99" y="526"/>
                  </a:cubicBezTo>
                  <a:lnTo>
                    <a:pt x="99" y="377"/>
                  </a:lnTo>
                  <a:cubicBezTo>
                    <a:pt x="103" y="339"/>
                    <a:pt x="84" y="307"/>
                    <a:pt x="58" y="291"/>
                  </a:cubicBezTo>
                  <a:cubicBezTo>
                    <a:pt x="84" y="275"/>
                    <a:pt x="99" y="243"/>
                    <a:pt x="99" y="208"/>
                  </a:cubicBezTo>
                  <a:lnTo>
                    <a:pt x="99" y="59"/>
                  </a:lnTo>
                  <a:cubicBezTo>
                    <a:pt x="99" y="50"/>
                    <a:pt x="106" y="43"/>
                    <a:pt x="115" y="37"/>
                  </a:cubicBezTo>
                  <a:cubicBezTo>
                    <a:pt x="122" y="34"/>
                    <a:pt x="131" y="27"/>
                    <a:pt x="128" y="15"/>
                  </a:cubicBezTo>
                  <a:cubicBezTo>
                    <a:pt x="123" y="5"/>
                    <a:pt x="118" y="1"/>
                    <a:pt x="111"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4955;p343">
              <a:extLst>
                <a:ext uri="{FF2B5EF4-FFF2-40B4-BE49-F238E27FC236}">
                  <a16:creationId xmlns:a16="http://schemas.microsoft.com/office/drawing/2014/main" id="{47E3DBF6-3F27-D771-10F0-EE6614431D40}"/>
                </a:ext>
              </a:extLst>
            </p:cNvPr>
            <p:cNvSpPr/>
            <p:nvPr/>
          </p:nvSpPr>
          <p:spPr>
            <a:xfrm>
              <a:off x="556028" y="3937200"/>
              <a:ext cx="20863" cy="90715"/>
            </a:xfrm>
            <a:custGeom>
              <a:avLst/>
              <a:gdLst/>
              <a:ahLst/>
              <a:cxnLst/>
              <a:rect l="l" t="t" r="r" b="b"/>
              <a:pathLst>
                <a:path w="135" h="587" extrusionOk="0">
                  <a:moveTo>
                    <a:pt x="25" y="1"/>
                  </a:moveTo>
                  <a:cubicBezTo>
                    <a:pt x="19" y="1"/>
                    <a:pt x="10" y="7"/>
                    <a:pt x="7" y="15"/>
                  </a:cubicBezTo>
                  <a:cubicBezTo>
                    <a:pt x="1" y="21"/>
                    <a:pt x="7" y="34"/>
                    <a:pt x="17" y="37"/>
                  </a:cubicBezTo>
                  <a:cubicBezTo>
                    <a:pt x="26" y="43"/>
                    <a:pt x="32" y="50"/>
                    <a:pt x="32" y="59"/>
                  </a:cubicBezTo>
                  <a:lnTo>
                    <a:pt x="32" y="212"/>
                  </a:lnTo>
                  <a:cubicBezTo>
                    <a:pt x="29" y="247"/>
                    <a:pt x="48" y="282"/>
                    <a:pt x="74" y="298"/>
                  </a:cubicBezTo>
                  <a:cubicBezTo>
                    <a:pt x="48" y="313"/>
                    <a:pt x="32" y="345"/>
                    <a:pt x="32" y="380"/>
                  </a:cubicBezTo>
                  <a:lnTo>
                    <a:pt x="32" y="530"/>
                  </a:lnTo>
                  <a:cubicBezTo>
                    <a:pt x="32" y="539"/>
                    <a:pt x="26" y="546"/>
                    <a:pt x="17" y="552"/>
                  </a:cubicBezTo>
                  <a:cubicBezTo>
                    <a:pt x="10" y="555"/>
                    <a:pt x="1" y="561"/>
                    <a:pt x="7" y="574"/>
                  </a:cubicBezTo>
                  <a:cubicBezTo>
                    <a:pt x="10" y="584"/>
                    <a:pt x="17" y="587"/>
                    <a:pt x="26" y="587"/>
                  </a:cubicBezTo>
                  <a:lnTo>
                    <a:pt x="29" y="587"/>
                  </a:lnTo>
                  <a:cubicBezTo>
                    <a:pt x="55" y="577"/>
                    <a:pt x="74" y="558"/>
                    <a:pt x="74" y="530"/>
                  </a:cubicBezTo>
                  <a:lnTo>
                    <a:pt x="74" y="380"/>
                  </a:lnTo>
                  <a:cubicBezTo>
                    <a:pt x="74" y="348"/>
                    <a:pt x="90" y="323"/>
                    <a:pt x="112" y="323"/>
                  </a:cubicBezTo>
                  <a:cubicBezTo>
                    <a:pt x="125" y="323"/>
                    <a:pt x="134" y="317"/>
                    <a:pt x="134" y="304"/>
                  </a:cubicBezTo>
                  <a:lnTo>
                    <a:pt x="134" y="288"/>
                  </a:lnTo>
                  <a:cubicBezTo>
                    <a:pt x="134" y="275"/>
                    <a:pt x="125" y="269"/>
                    <a:pt x="112" y="269"/>
                  </a:cubicBezTo>
                  <a:cubicBezTo>
                    <a:pt x="90" y="266"/>
                    <a:pt x="74" y="243"/>
                    <a:pt x="74" y="212"/>
                  </a:cubicBezTo>
                  <a:lnTo>
                    <a:pt x="74" y="59"/>
                  </a:lnTo>
                  <a:cubicBezTo>
                    <a:pt x="71" y="34"/>
                    <a:pt x="55" y="8"/>
                    <a:pt x="29" y="2"/>
                  </a:cubicBezTo>
                  <a:cubicBezTo>
                    <a:pt x="28" y="1"/>
                    <a:pt x="27" y="1"/>
                    <a:pt x="25"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4957;p343">
            <a:extLst>
              <a:ext uri="{FF2B5EF4-FFF2-40B4-BE49-F238E27FC236}">
                <a16:creationId xmlns:a16="http://schemas.microsoft.com/office/drawing/2014/main" id="{F41D494F-958B-A33B-F783-75F1BAF3B95C}"/>
              </a:ext>
            </a:extLst>
          </p:cNvPr>
          <p:cNvSpPr txBox="1"/>
          <p:nvPr/>
        </p:nvSpPr>
        <p:spPr>
          <a:xfrm>
            <a:off x="5475772" y="3393231"/>
            <a:ext cx="2254102" cy="463401"/>
          </a:xfrm>
          <a:prstGeom prst="rect">
            <a:avLst/>
          </a:prstGeom>
          <a:noFill/>
          <a:ln>
            <a:noFill/>
          </a:ln>
        </p:spPr>
        <p:txBody>
          <a:bodyPr spcFirstLastPara="1" wrap="square" lIns="34300" tIns="34300" rIns="34300" bIns="34300" anchor="t" anchorCtr="0">
            <a:noAutofit/>
          </a:bodyPr>
          <a:lstStyle/>
          <a:p>
            <a:pPr marL="0" lvl="0" indent="0" algn="ctr" rtl="0">
              <a:lnSpc>
                <a:spcPct val="110000"/>
              </a:lnSpc>
              <a:spcBef>
                <a:spcPts val="0"/>
              </a:spcBef>
              <a:spcAft>
                <a:spcPts val="0"/>
              </a:spcAft>
              <a:buNone/>
            </a:pPr>
            <a:r>
              <a:rPr lang="en" sz="2400" b="1" dirty="0">
                <a:solidFill>
                  <a:srgbClr val="1A1A1A"/>
                </a:solidFill>
                <a:ea typeface="Lexend Deca Light"/>
                <a:cs typeface="Lexend Deca Light"/>
                <a:sym typeface="Lexend Deca Light"/>
              </a:rPr>
              <a:t>Columnares</a:t>
            </a:r>
            <a:endParaRPr sz="2400" b="1" dirty="0">
              <a:solidFill>
                <a:srgbClr val="1A1A1A"/>
              </a:solidFill>
              <a:ea typeface="Lexend Deca Light"/>
              <a:cs typeface="Lexend Deca Light"/>
              <a:sym typeface="Lexend Deca Light"/>
            </a:endParaRPr>
          </a:p>
        </p:txBody>
      </p:sp>
      <p:grpSp>
        <p:nvGrpSpPr>
          <p:cNvPr id="23" name="Google Shape;4958;p343">
            <a:extLst>
              <a:ext uri="{FF2B5EF4-FFF2-40B4-BE49-F238E27FC236}">
                <a16:creationId xmlns:a16="http://schemas.microsoft.com/office/drawing/2014/main" id="{46C3BD6A-3E09-0DE4-1054-1029FE1F8B3D}"/>
              </a:ext>
            </a:extLst>
          </p:cNvPr>
          <p:cNvGrpSpPr/>
          <p:nvPr/>
        </p:nvGrpSpPr>
        <p:grpSpPr>
          <a:xfrm>
            <a:off x="6066925" y="1837403"/>
            <a:ext cx="1127270" cy="1062884"/>
            <a:chOff x="1476775" y="518450"/>
            <a:chExt cx="4532100" cy="4555450"/>
          </a:xfrm>
        </p:grpSpPr>
        <p:sp>
          <p:nvSpPr>
            <p:cNvPr id="24" name="Google Shape;4959;p343">
              <a:extLst>
                <a:ext uri="{FF2B5EF4-FFF2-40B4-BE49-F238E27FC236}">
                  <a16:creationId xmlns:a16="http://schemas.microsoft.com/office/drawing/2014/main" id="{5D79146B-9BDA-F66D-A446-229D242E4D1F}"/>
                </a:ext>
              </a:extLst>
            </p:cNvPr>
            <p:cNvSpPr/>
            <p:nvPr/>
          </p:nvSpPr>
          <p:spPr>
            <a:xfrm>
              <a:off x="4805750" y="518450"/>
              <a:ext cx="1203125" cy="1232325"/>
            </a:xfrm>
            <a:custGeom>
              <a:avLst/>
              <a:gdLst/>
              <a:ahLst/>
              <a:cxnLst/>
              <a:rect l="l" t="t" r="r" b="b"/>
              <a:pathLst>
                <a:path w="48125" h="49293" extrusionOk="0">
                  <a:moveTo>
                    <a:pt x="42285" y="5841"/>
                  </a:moveTo>
                  <a:lnTo>
                    <a:pt x="42285" y="43452"/>
                  </a:lnTo>
                  <a:lnTo>
                    <a:pt x="5841" y="43452"/>
                  </a:lnTo>
                  <a:lnTo>
                    <a:pt x="5841" y="5841"/>
                  </a:lnTo>
                  <a:close/>
                  <a:moveTo>
                    <a:pt x="2804" y="0"/>
                  </a:moveTo>
                  <a:cubicBezTo>
                    <a:pt x="1169" y="0"/>
                    <a:pt x="1" y="1168"/>
                    <a:pt x="1" y="2804"/>
                  </a:cubicBezTo>
                  <a:lnTo>
                    <a:pt x="1" y="46256"/>
                  </a:lnTo>
                  <a:cubicBezTo>
                    <a:pt x="1" y="48124"/>
                    <a:pt x="1169" y="49293"/>
                    <a:pt x="2804" y="49293"/>
                  </a:cubicBezTo>
                  <a:lnTo>
                    <a:pt x="45322" y="49293"/>
                  </a:lnTo>
                  <a:cubicBezTo>
                    <a:pt x="46957" y="49293"/>
                    <a:pt x="48125" y="47891"/>
                    <a:pt x="48125" y="46022"/>
                  </a:cubicBezTo>
                  <a:lnTo>
                    <a:pt x="48125" y="2804"/>
                  </a:lnTo>
                  <a:cubicBezTo>
                    <a:pt x="48125" y="1168"/>
                    <a:pt x="46957" y="0"/>
                    <a:pt x="45322"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4960;p343">
              <a:extLst>
                <a:ext uri="{FF2B5EF4-FFF2-40B4-BE49-F238E27FC236}">
                  <a16:creationId xmlns:a16="http://schemas.microsoft.com/office/drawing/2014/main" id="{09BAE69B-1380-5594-2D63-47DA53B1FBDE}"/>
                </a:ext>
              </a:extLst>
            </p:cNvPr>
            <p:cNvSpPr/>
            <p:nvPr/>
          </p:nvSpPr>
          <p:spPr>
            <a:xfrm>
              <a:off x="4805750" y="2182925"/>
              <a:ext cx="1203125" cy="1226500"/>
            </a:xfrm>
            <a:custGeom>
              <a:avLst/>
              <a:gdLst/>
              <a:ahLst/>
              <a:cxnLst/>
              <a:rect l="l" t="t" r="r" b="b"/>
              <a:pathLst>
                <a:path w="48125" h="49060" extrusionOk="0">
                  <a:moveTo>
                    <a:pt x="42285" y="5841"/>
                  </a:moveTo>
                  <a:lnTo>
                    <a:pt x="42285" y="43219"/>
                  </a:lnTo>
                  <a:lnTo>
                    <a:pt x="5841" y="43219"/>
                  </a:lnTo>
                  <a:lnTo>
                    <a:pt x="5841" y="5841"/>
                  </a:lnTo>
                  <a:close/>
                  <a:moveTo>
                    <a:pt x="2804" y="1"/>
                  </a:moveTo>
                  <a:cubicBezTo>
                    <a:pt x="1169" y="1"/>
                    <a:pt x="1" y="1169"/>
                    <a:pt x="1" y="2804"/>
                  </a:cubicBezTo>
                  <a:lnTo>
                    <a:pt x="1" y="46022"/>
                  </a:lnTo>
                  <a:cubicBezTo>
                    <a:pt x="1" y="47891"/>
                    <a:pt x="1169" y="49059"/>
                    <a:pt x="2804" y="49059"/>
                  </a:cubicBezTo>
                  <a:lnTo>
                    <a:pt x="45322" y="49059"/>
                  </a:lnTo>
                  <a:cubicBezTo>
                    <a:pt x="46957" y="49059"/>
                    <a:pt x="48125" y="47891"/>
                    <a:pt x="48125" y="46022"/>
                  </a:cubicBezTo>
                  <a:lnTo>
                    <a:pt x="48125" y="2804"/>
                  </a:lnTo>
                  <a:cubicBezTo>
                    <a:pt x="48125" y="1169"/>
                    <a:pt x="46957" y="1"/>
                    <a:pt x="45322"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4961;p343">
              <a:extLst>
                <a:ext uri="{FF2B5EF4-FFF2-40B4-BE49-F238E27FC236}">
                  <a16:creationId xmlns:a16="http://schemas.microsoft.com/office/drawing/2014/main" id="{9BB6F990-C681-C145-988B-BE98C38B3042}"/>
                </a:ext>
              </a:extLst>
            </p:cNvPr>
            <p:cNvSpPr/>
            <p:nvPr/>
          </p:nvSpPr>
          <p:spPr>
            <a:xfrm>
              <a:off x="4805750" y="3835750"/>
              <a:ext cx="1203125" cy="1238150"/>
            </a:xfrm>
            <a:custGeom>
              <a:avLst/>
              <a:gdLst/>
              <a:ahLst/>
              <a:cxnLst/>
              <a:rect l="l" t="t" r="r" b="b"/>
              <a:pathLst>
                <a:path w="48125" h="49526" extrusionOk="0">
                  <a:moveTo>
                    <a:pt x="42285" y="5840"/>
                  </a:moveTo>
                  <a:lnTo>
                    <a:pt x="42285" y="43685"/>
                  </a:lnTo>
                  <a:lnTo>
                    <a:pt x="5841" y="43685"/>
                  </a:lnTo>
                  <a:lnTo>
                    <a:pt x="5841" y="5840"/>
                  </a:lnTo>
                  <a:close/>
                  <a:moveTo>
                    <a:pt x="2804" y="0"/>
                  </a:moveTo>
                  <a:cubicBezTo>
                    <a:pt x="1169" y="0"/>
                    <a:pt x="1" y="1168"/>
                    <a:pt x="1" y="3037"/>
                  </a:cubicBezTo>
                  <a:lnTo>
                    <a:pt x="1" y="46489"/>
                  </a:lnTo>
                  <a:cubicBezTo>
                    <a:pt x="1" y="48358"/>
                    <a:pt x="1169" y="49526"/>
                    <a:pt x="2804" y="49526"/>
                  </a:cubicBezTo>
                  <a:lnTo>
                    <a:pt x="45322" y="49526"/>
                  </a:lnTo>
                  <a:cubicBezTo>
                    <a:pt x="46957" y="49526"/>
                    <a:pt x="48125" y="47890"/>
                    <a:pt x="48125" y="46255"/>
                  </a:cubicBezTo>
                  <a:lnTo>
                    <a:pt x="48125" y="3037"/>
                  </a:lnTo>
                  <a:cubicBezTo>
                    <a:pt x="48125" y="1168"/>
                    <a:pt x="46957" y="0"/>
                    <a:pt x="45322"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4962;p343">
              <a:extLst>
                <a:ext uri="{FF2B5EF4-FFF2-40B4-BE49-F238E27FC236}">
                  <a16:creationId xmlns:a16="http://schemas.microsoft.com/office/drawing/2014/main" id="{0E80E9CD-24DE-21AE-F281-03D8F9B7AE8A}"/>
                </a:ext>
              </a:extLst>
            </p:cNvPr>
            <p:cNvSpPr/>
            <p:nvPr/>
          </p:nvSpPr>
          <p:spPr>
            <a:xfrm>
              <a:off x="3147125" y="518450"/>
              <a:ext cx="1226475" cy="1226475"/>
            </a:xfrm>
            <a:custGeom>
              <a:avLst/>
              <a:gdLst/>
              <a:ahLst/>
              <a:cxnLst/>
              <a:rect l="l" t="t" r="r" b="b"/>
              <a:pathLst>
                <a:path w="49059" h="49059" extrusionOk="0">
                  <a:moveTo>
                    <a:pt x="24529" y="5841"/>
                  </a:moveTo>
                  <a:cubicBezTo>
                    <a:pt x="34808" y="5841"/>
                    <a:pt x="43218" y="14251"/>
                    <a:pt x="43218" y="24530"/>
                  </a:cubicBezTo>
                  <a:cubicBezTo>
                    <a:pt x="43218" y="34575"/>
                    <a:pt x="34808" y="43219"/>
                    <a:pt x="24529" y="43219"/>
                  </a:cubicBezTo>
                  <a:cubicBezTo>
                    <a:pt x="14250" y="43219"/>
                    <a:pt x="5840" y="34575"/>
                    <a:pt x="5840" y="24530"/>
                  </a:cubicBezTo>
                  <a:cubicBezTo>
                    <a:pt x="5840" y="14251"/>
                    <a:pt x="14250" y="5841"/>
                    <a:pt x="24529" y="5841"/>
                  </a:cubicBezTo>
                  <a:close/>
                  <a:moveTo>
                    <a:pt x="24529" y="0"/>
                  </a:moveTo>
                  <a:cubicBezTo>
                    <a:pt x="11213" y="0"/>
                    <a:pt x="0" y="10980"/>
                    <a:pt x="0" y="24530"/>
                  </a:cubicBezTo>
                  <a:cubicBezTo>
                    <a:pt x="0" y="37846"/>
                    <a:pt x="11213" y="49059"/>
                    <a:pt x="24529" y="49059"/>
                  </a:cubicBezTo>
                  <a:cubicBezTo>
                    <a:pt x="37845" y="49059"/>
                    <a:pt x="49059" y="37846"/>
                    <a:pt x="49059" y="24530"/>
                  </a:cubicBezTo>
                  <a:cubicBezTo>
                    <a:pt x="49059" y="10980"/>
                    <a:pt x="37845" y="0"/>
                    <a:pt x="24529"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963;p343">
              <a:extLst>
                <a:ext uri="{FF2B5EF4-FFF2-40B4-BE49-F238E27FC236}">
                  <a16:creationId xmlns:a16="http://schemas.microsoft.com/office/drawing/2014/main" id="{5E118DFA-9A4C-D05D-31A0-3FF693778424}"/>
                </a:ext>
              </a:extLst>
            </p:cNvPr>
            <p:cNvSpPr/>
            <p:nvPr/>
          </p:nvSpPr>
          <p:spPr>
            <a:xfrm>
              <a:off x="3147125" y="2182925"/>
              <a:ext cx="1226475" cy="1226500"/>
            </a:xfrm>
            <a:custGeom>
              <a:avLst/>
              <a:gdLst/>
              <a:ahLst/>
              <a:cxnLst/>
              <a:rect l="l" t="t" r="r" b="b"/>
              <a:pathLst>
                <a:path w="49059" h="49060" extrusionOk="0">
                  <a:moveTo>
                    <a:pt x="24529" y="5841"/>
                  </a:moveTo>
                  <a:cubicBezTo>
                    <a:pt x="34808" y="5841"/>
                    <a:pt x="43218" y="14251"/>
                    <a:pt x="43218" y="24530"/>
                  </a:cubicBezTo>
                  <a:cubicBezTo>
                    <a:pt x="43218" y="34575"/>
                    <a:pt x="34808" y="43219"/>
                    <a:pt x="24529" y="43219"/>
                  </a:cubicBezTo>
                  <a:cubicBezTo>
                    <a:pt x="14250" y="43219"/>
                    <a:pt x="5840" y="34575"/>
                    <a:pt x="5840" y="24530"/>
                  </a:cubicBezTo>
                  <a:cubicBezTo>
                    <a:pt x="5840" y="14251"/>
                    <a:pt x="14250" y="5841"/>
                    <a:pt x="24529" y="5841"/>
                  </a:cubicBezTo>
                  <a:close/>
                  <a:moveTo>
                    <a:pt x="24529" y="1"/>
                  </a:moveTo>
                  <a:cubicBezTo>
                    <a:pt x="11213" y="1"/>
                    <a:pt x="0" y="10981"/>
                    <a:pt x="0" y="24530"/>
                  </a:cubicBezTo>
                  <a:cubicBezTo>
                    <a:pt x="0" y="37846"/>
                    <a:pt x="11213" y="49059"/>
                    <a:pt x="24529" y="49059"/>
                  </a:cubicBezTo>
                  <a:cubicBezTo>
                    <a:pt x="37845" y="49059"/>
                    <a:pt x="49059" y="37846"/>
                    <a:pt x="49059" y="24530"/>
                  </a:cubicBezTo>
                  <a:cubicBezTo>
                    <a:pt x="49059" y="10981"/>
                    <a:pt x="37845" y="1"/>
                    <a:pt x="24529"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4964;p343">
              <a:extLst>
                <a:ext uri="{FF2B5EF4-FFF2-40B4-BE49-F238E27FC236}">
                  <a16:creationId xmlns:a16="http://schemas.microsoft.com/office/drawing/2014/main" id="{1769AA7A-2466-36EC-D7E3-1794581E0C25}"/>
                </a:ext>
              </a:extLst>
            </p:cNvPr>
            <p:cNvSpPr/>
            <p:nvPr/>
          </p:nvSpPr>
          <p:spPr>
            <a:xfrm>
              <a:off x="3147125" y="3847425"/>
              <a:ext cx="1226475" cy="1226475"/>
            </a:xfrm>
            <a:custGeom>
              <a:avLst/>
              <a:gdLst/>
              <a:ahLst/>
              <a:cxnLst/>
              <a:rect l="l" t="t" r="r" b="b"/>
              <a:pathLst>
                <a:path w="49059" h="49059" extrusionOk="0">
                  <a:moveTo>
                    <a:pt x="24529" y="5841"/>
                  </a:moveTo>
                  <a:cubicBezTo>
                    <a:pt x="34808" y="5841"/>
                    <a:pt x="43218" y="14017"/>
                    <a:pt x="43218" y="24530"/>
                  </a:cubicBezTo>
                  <a:cubicBezTo>
                    <a:pt x="43218" y="34575"/>
                    <a:pt x="34808" y="43218"/>
                    <a:pt x="24529" y="43218"/>
                  </a:cubicBezTo>
                  <a:cubicBezTo>
                    <a:pt x="14250" y="43218"/>
                    <a:pt x="5840" y="34575"/>
                    <a:pt x="5840" y="24530"/>
                  </a:cubicBezTo>
                  <a:cubicBezTo>
                    <a:pt x="5840" y="14251"/>
                    <a:pt x="14250" y="5841"/>
                    <a:pt x="24529" y="5841"/>
                  </a:cubicBezTo>
                  <a:close/>
                  <a:moveTo>
                    <a:pt x="24529" y="0"/>
                  </a:moveTo>
                  <a:cubicBezTo>
                    <a:pt x="11213" y="0"/>
                    <a:pt x="0" y="10980"/>
                    <a:pt x="0" y="24530"/>
                  </a:cubicBezTo>
                  <a:cubicBezTo>
                    <a:pt x="0" y="37845"/>
                    <a:pt x="11213" y="49059"/>
                    <a:pt x="24529" y="49059"/>
                  </a:cubicBezTo>
                  <a:cubicBezTo>
                    <a:pt x="37845" y="49059"/>
                    <a:pt x="49059" y="37845"/>
                    <a:pt x="49059" y="24530"/>
                  </a:cubicBezTo>
                  <a:cubicBezTo>
                    <a:pt x="49059" y="10980"/>
                    <a:pt x="37845" y="0"/>
                    <a:pt x="24529"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4965;p343">
              <a:extLst>
                <a:ext uri="{FF2B5EF4-FFF2-40B4-BE49-F238E27FC236}">
                  <a16:creationId xmlns:a16="http://schemas.microsoft.com/office/drawing/2014/main" id="{604F83E1-C8AA-20F7-26F0-35864261034C}"/>
                </a:ext>
              </a:extLst>
            </p:cNvPr>
            <p:cNvSpPr/>
            <p:nvPr/>
          </p:nvSpPr>
          <p:spPr>
            <a:xfrm>
              <a:off x="1476775" y="518450"/>
              <a:ext cx="1413400" cy="1232325"/>
            </a:xfrm>
            <a:custGeom>
              <a:avLst/>
              <a:gdLst/>
              <a:ahLst/>
              <a:cxnLst/>
              <a:rect l="l" t="t" r="r" b="b"/>
              <a:pathLst>
                <a:path w="56536" h="49293" extrusionOk="0">
                  <a:moveTo>
                    <a:pt x="39014" y="6074"/>
                  </a:moveTo>
                  <a:lnTo>
                    <a:pt x="49994" y="24763"/>
                  </a:lnTo>
                  <a:lnTo>
                    <a:pt x="39014" y="43452"/>
                  </a:lnTo>
                  <a:lnTo>
                    <a:pt x="17522" y="43452"/>
                  </a:lnTo>
                  <a:lnTo>
                    <a:pt x="6776" y="24763"/>
                  </a:lnTo>
                  <a:lnTo>
                    <a:pt x="17522" y="6074"/>
                  </a:lnTo>
                  <a:close/>
                  <a:moveTo>
                    <a:pt x="15653" y="0"/>
                  </a:moveTo>
                  <a:cubicBezTo>
                    <a:pt x="14485" y="0"/>
                    <a:pt x="13784" y="468"/>
                    <a:pt x="13083" y="1636"/>
                  </a:cubicBezTo>
                  <a:lnTo>
                    <a:pt x="468" y="23362"/>
                  </a:lnTo>
                  <a:cubicBezTo>
                    <a:pt x="1" y="24062"/>
                    <a:pt x="1" y="25230"/>
                    <a:pt x="468" y="26165"/>
                  </a:cubicBezTo>
                  <a:lnTo>
                    <a:pt x="13083" y="47891"/>
                  </a:lnTo>
                  <a:cubicBezTo>
                    <a:pt x="13784" y="48592"/>
                    <a:pt x="14485" y="49293"/>
                    <a:pt x="15653" y="49293"/>
                  </a:cubicBezTo>
                  <a:lnTo>
                    <a:pt x="40649" y="49293"/>
                  </a:lnTo>
                  <a:cubicBezTo>
                    <a:pt x="41818" y="49293"/>
                    <a:pt x="42518" y="48592"/>
                    <a:pt x="43453" y="47424"/>
                  </a:cubicBezTo>
                  <a:lnTo>
                    <a:pt x="56068" y="25931"/>
                  </a:lnTo>
                  <a:cubicBezTo>
                    <a:pt x="56535" y="24997"/>
                    <a:pt x="56535" y="23829"/>
                    <a:pt x="56068" y="22894"/>
                  </a:cubicBezTo>
                  <a:lnTo>
                    <a:pt x="43453" y="1402"/>
                  </a:lnTo>
                  <a:cubicBezTo>
                    <a:pt x="42752" y="468"/>
                    <a:pt x="42051" y="0"/>
                    <a:pt x="40883"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4966;p343">
              <a:extLst>
                <a:ext uri="{FF2B5EF4-FFF2-40B4-BE49-F238E27FC236}">
                  <a16:creationId xmlns:a16="http://schemas.microsoft.com/office/drawing/2014/main" id="{F58FF455-716A-E126-821C-DF4DBEEBF9FC}"/>
                </a:ext>
              </a:extLst>
            </p:cNvPr>
            <p:cNvSpPr/>
            <p:nvPr/>
          </p:nvSpPr>
          <p:spPr>
            <a:xfrm>
              <a:off x="1476775" y="2182925"/>
              <a:ext cx="1413400" cy="1226500"/>
            </a:xfrm>
            <a:custGeom>
              <a:avLst/>
              <a:gdLst/>
              <a:ahLst/>
              <a:cxnLst/>
              <a:rect l="l" t="t" r="r" b="b"/>
              <a:pathLst>
                <a:path w="56536" h="49060" extrusionOk="0">
                  <a:moveTo>
                    <a:pt x="39014" y="5841"/>
                  </a:moveTo>
                  <a:lnTo>
                    <a:pt x="49994" y="24530"/>
                  </a:lnTo>
                  <a:lnTo>
                    <a:pt x="39014" y="43219"/>
                  </a:lnTo>
                  <a:lnTo>
                    <a:pt x="17522" y="43219"/>
                  </a:lnTo>
                  <a:lnTo>
                    <a:pt x="6776" y="24530"/>
                  </a:lnTo>
                  <a:lnTo>
                    <a:pt x="17522" y="5841"/>
                  </a:lnTo>
                  <a:close/>
                  <a:moveTo>
                    <a:pt x="15653" y="1"/>
                  </a:moveTo>
                  <a:cubicBezTo>
                    <a:pt x="14485" y="1"/>
                    <a:pt x="13784" y="468"/>
                    <a:pt x="13083" y="1402"/>
                  </a:cubicBezTo>
                  <a:lnTo>
                    <a:pt x="468" y="22895"/>
                  </a:lnTo>
                  <a:cubicBezTo>
                    <a:pt x="1" y="23829"/>
                    <a:pt x="1" y="24997"/>
                    <a:pt x="468" y="25932"/>
                  </a:cubicBezTo>
                  <a:lnTo>
                    <a:pt x="13083" y="47424"/>
                  </a:lnTo>
                  <a:cubicBezTo>
                    <a:pt x="13784" y="48359"/>
                    <a:pt x="14485" y="49059"/>
                    <a:pt x="15653" y="49059"/>
                  </a:cubicBezTo>
                  <a:lnTo>
                    <a:pt x="40649" y="49059"/>
                  </a:lnTo>
                  <a:cubicBezTo>
                    <a:pt x="41818" y="49059"/>
                    <a:pt x="42518" y="48359"/>
                    <a:pt x="43453" y="47424"/>
                  </a:cubicBezTo>
                  <a:lnTo>
                    <a:pt x="56068" y="25932"/>
                  </a:lnTo>
                  <a:cubicBezTo>
                    <a:pt x="56535" y="24997"/>
                    <a:pt x="56535" y="23829"/>
                    <a:pt x="56068" y="22895"/>
                  </a:cubicBezTo>
                  <a:lnTo>
                    <a:pt x="43453" y="1402"/>
                  </a:lnTo>
                  <a:cubicBezTo>
                    <a:pt x="42752" y="468"/>
                    <a:pt x="42051" y="1"/>
                    <a:pt x="40883"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4967;p343">
              <a:extLst>
                <a:ext uri="{FF2B5EF4-FFF2-40B4-BE49-F238E27FC236}">
                  <a16:creationId xmlns:a16="http://schemas.microsoft.com/office/drawing/2014/main" id="{FC642472-AD70-9A36-8778-61FC4725A167}"/>
                </a:ext>
              </a:extLst>
            </p:cNvPr>
            <p:cNvSpPr/>
            <p:nvPr/>
          </p:nvSpPr>
          <p:spPr>
            <a:xfrm>
              <a:off x="1476775" y="3847425"/>
              <a:ext cx="1413400" cy="1226475"/>
            </a:xfrm>
            <a:custGeom>
              <a:avLst/>
              <a:gdLst/>
              <a:ahLst/>
              <a:cxnLst/>
              <a:rect l="l" t="t" r="r" b="b"/>
              <a:pathLst>
                <a:path w="56536" h="49059" extrusionOk="0">
                  <a:moveTo>
                    <a:pt x="39014" y="5841"/>
                  </a:moveTo>
                  <a:lnTo>
                    <a:pt x="49994" y="24530"/>
                  </a:lnTo>
                  <a:lnTo>
                    <a:pt x="39014" y="43218"/>
                  </a:lnTo>
                  <a:lnTo>
                    <a:pt x="17522" y="43218"/>
                  </a:lnTo>
                  <a:lnTo>
                    <a:pt x="6776" y="24530"/>
                  </a:lnTo>
                  <a:lnTo>
                    <a:pt x="17522" y="5841"/>
                  </a:lnTo>
                  <a:close/>
                  <a:moveTo>
                    <a:pt x="15653" y="0"/>
                  </a:moveTo>
                  <a:cubicBezTo>
                    <a:pt x="14485" y="0"/>
                    <a:pt x="13784" y="467"/>
                    <a:pt x="13083" y="1402"/>
                  </a:cubicBezTo>
                  <a:lnTo>
                    <a:pt x="468" y="22894"/>
                  </a:lnTo>
                  <a:cubicBezTo>
                    <a:pt x="1" y="23829"/>
                    <a:pt x="1" y="24997"/>
                    <a:pt x="468" y="25931"/>
                  </a:cubicBezTo>
                  <a:lnTo>
                    <a:pt x="13083" y="47423"/>
                  </a:lnTo>
                  <a:cubicBezTo>
                    <a:pt x="13784" y="48358"/>
                    <a:pt x="14485" y="49059"/>
                    <a:pt x="15653" y="49059"/>
                  </a:cubicBezTo>
                  <a:lnTo>
                    <a:pt x="40649" y="49059"/>
                  </a:lnTo>
                  <a:cubicBezTo>
                    <a:pt x="41818" y="49059"/>
                    <a:pt x="42518" y="48358"/>
                    <a:pt x="43453" y="47423"/>
                  </a:cubicBezTo>
                  <a:lnTo>
                    <a:pt x="56068" y="25931"/>
                  </a:lnTo>
                  <a:cubicBezTo>
                    <a:pt x="56535" y="24997"/>
                    <a:pt x="56535" y="23829"/>
                    <a:pt x="56068" y="22894"/>
                  </a:cubicBezTo>
                  <a:lnTo>
                    <a:pt x="43453" y="1402"/>
                  </a:lnTo>
                  <a:cubicBezTo>
                    <a:pt x="42752" y="467"/>
                    <a:pt x="42051" y="0"/>
                    <a:pt x="40883"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4969;p343">
            <a:extLst>
              <a:ext uri="{FF2B5EF4-FFF2-40B4-BE49-F238E27FC236}">
                <a16:creationId xmlns:a16="http://schemas.microsoft.com/office/drawing/2014/main" id="{8A9A8227-A06A-8DD3-6A63-6FC3B3FD3042}"/>
              </a:ext>
            </a:extLst>
          </p:cNvPr>
          <p:cNvGrpSpPr/>
          <p:nvPr/>
        </p:nvGrpSpPr>
        <p:grpSpPr>
          <a:xfrm>
            <a:off x="1647366" y="1832760"/>
            <a:ext cx="1131786" cy="1058756"/>
            <a:chOff x="1369679" y="2114568"/>
            <a:chExt cx="918242" cy="914358"/>
          </a:xfrm>
        </p:grpSpPr>
        <p:sp>
          <p:nvSpPr>
            <p:cNvPr id="36" name="Google Shape;4970;p343">
              <a:extLst>
                <a:ext uri="{FF2B5EF4-FFF2-40B4-BE49-F238E27FC236}">
                  <a16:creationId xmlns:a16="http://schemas.microsoft.com/office/drawing/2014/main" id="{2AD51B74-6C11-BABC-645C-63929004E08B}"/>
                </a:ext>
              </a:extLst>
            </p:cNvPr>
            <p:cNvSpPr/>
            <p:nvPr/>
          </p:nvSpPr>
          <p:spPr>
            <a:xfrm>
              <a:off x="1369679" y="2114568"/>
              <a:ext cx="247633" cy="247865"/>
            </a:xfrm>
            <a:custGeom>
              <a:avLst/>
              <a:gdLst/>
              <a:ahLst/>
              <a:cxnLst/>
              <a:rect l="l" t="t" r="r" b="b"/>
              <a:pathLst>
                <a:path w="46395" h="46395" extrusionOk="0">
                  <a:moveTo>
                    <a:pt x="40845" y="5550"/>
                  </a:moveTo>
                  <a:lnTo>
                    <a:pt x="40845" y="40845"/>
                  </a:lnTo>
                  <a:lnTo>
                    <a:pt x="5550" y="40845"/>
                  </a:lnTo>
                  <a:lnTo>
                    <a:pt x="5550" y="5550"/>
                  </a:lnTo>
                  <a:close/>
                  <a:moveTo>
                    <a:pt x="5550" y="1"/>
                  </a:moveTo>
                  <a:cubicBezTo>
                    <a:pt x="2442" y="1"/>
                    <a:pt x="1" y="2664"/>
                    <a:pt x="1" y="5550"/>
                  </a:cubicBezTo>
                  <a:lnTo>
                    <a:pt x="1" y="40845"/>
                  </a:lnTo>
                  <a:cubicBezTo>
                    <a:pt x="1" y="43953"/>
                    <a:pt x="2442" y="46395"/>
                    <a:pt x="5550" y="46395"/>
                  </a:cubicBezTo>
                  <a:lnTo>
                    <a:pt x="40845" y="46395"/>
                  </a:lnTo>
                  <a:cubicBezTo>
                    <a:pt x="43953" y="46395"/>
                    <a:pt x="46395" y="43953"/>
                    <a:pt x="46395" y="40845"/>
                  </a:cubicBezTo>
                  <a:lnTo>
                    <a:pt x="46395" y="5550"/>
                  </a:lnTo>
                  <a:cubicBezTo>
                    <a:pt x="46395" y="2664"/>
                    <a:pt x="43953" y="1"/>
                    <a:pt x="40845"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4971;p343">
              <a:extLst>
                <a:ext uri="{FF2B5EF4-FFF2-40B4-BE49-F238E27FC236}">
                  <a16:creationId xmlns:a16="http://schemas.microsoft.com/office/drawing/2014/main" id="{27D22277-CE58-FFCB-3542-0D2FC426C368}"/>
                </a:ext>
              </a:extLst>
            </p:cNvPr>
            <p:cNvSpPr/>
            <p:nvPr/>
          </p:nvSpPr>
          <p:spPr>
            <a:xfrm>
              <a:off x="1369679" y="2447818"/>
              <a:ext cx="247633" cy="249051"/>
            </a:xfrm>
            <a:custGeom>
              <a:avLst/>
              <a:gdLst/>
              <a:ahLst/>
              <a:cxnLst/>
              <a:rect l="l" t="t" r="r" b="b"/>
              <a:pathLst>
                <a:path w="46395" h="46617" extrusionOk="0">
                  <a:moveTo>
                    <a:pt x="40845" y="5550"/>
                  </a:moveTo>
                  <a:lnTo>
                    <a:pt x="40845" y="40623"/>
                  </a:lnTo>
                  <a:lnTo>
                    <a:pt x="5550" y="40623"/>
                  </a:lnTo>
                  <a:lnTo>
                    <a:pt x="5550" y="5550"/>
                  </a:lnTo>
                  <a:close/>
                  <a:moveTo>
                    <a:pt x="5550" y="0"/>
                  </a:moveTo>
                  <a:cubicBezTo>
                    <a:pt x="2442" y="0"/>
                    <a:pt x="1" y="2442"/>
                    <a:pt x="1" y="5550"/>
                  </a:cubicBezTo>
                  <a:lnTo>
                    <a:pt x="1" y="41067"/>
                  </a:lnTo>
                  <a:cubicBezTo>
                    <a:pt x="1" y="43952"/>
                    <a:pt x="2442" y="46616"/>
                    <a:pt x="5550" y="46616"/>
                  </a:cubicBezTo>
                  <a:lnTo>
                    <a:pt x="40845" y="46616"/>
                  </a:lnTo>
                  <a:cubicBezTo>
                    <a:pt x="43953" y="46616"/>
                    <a:pt x="46395" y="43952"/>
                    <a:pt x="46395" y="40623"/>
                  </a:cubicBezTo>
                  <a:lnTo>
                    <a:pt x="46395" y="5550"/>
                  </a:lnTo>
                  <a:cubicBezTo>
                    <a:pt x="46395" y="2442"/>
                    <a:pt x="43953" y="0"/>
                    <a:pt x="40845"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4972;p343">
              <a:extLst>
                <a:ext uri="{FF2B5EF4-FFF2-40B4-BE49-F238E27FC236}">
                  <a16:creationId xmlns:a16="http://schemas.microsoft.com/office/drawing/2014/main" id="{9A20DCAB-88C5-18A9-0847-C2CDC542A1E6}"/>
                </a:ext>
              </a:extLst>
            </p:cNvPr>
            <p:cNvSpPr/>
            <p:nvPr/>
          </p:nvSpPr>
          <p:spPr>
            <a:xfrm>
              <a:off x="1369679" y="2781061"/>
              <a:ext cx="247633" cy="247865"/>
            </a:xfrm>
            <a:custGeom>
              <a:avLst/>
              <a:gdLst/>
              <a:ahLst/>
              <a:cxnLst/>
              <a:rect l="l" t="t" r="r" b="b"/>
              <a:pathLst>
                <a:path w="46395" h="46395" extrusionOk="0">
                  <a:moveTo>
                    <a:pt x="40845" y="5550"/>
                  </a:moveTo>
                  <a:lnTo>
                    <a:pt x="40845" y="40845"/>
                  </a:lnTo>
                  <a:lnTo>
                    <a:pt x="5550" y="40845"/>
                  </a:lnTo>
                  <a:lnTo>
                    <a:pt x="5550" y="5550"/>
                  </a:lnTo>
                  <a:close/>
                  <a:moveTo>
                    <a:pt x="5550" y="1"/>
                  </a:moveTo>
                  <a:cubicBezTo>
                    <a:pt x="2442" y="1"/>
                    <a:pt x="1" y="2443"/>
                    <a:pt x="1" y="5550"/>
                  </a:cubicBezTo>
                  <a:lnTo>
                    <a:pt x="1" y="40845"/>
                  </a:lnTo>
                  <a:cubicBezTo>
                    <a:pt x="1" y="43731"/>
                    <a:pt x="2442" y="46395"/>
                    <a:pt x="5550" y="46395"/>
                  </a:cubicBezTo>
                  <a:lnTo>
                    <a:pt x="40845" y="46395"/>
                  </a:lnTo>
                  <a:cubicBezTo>
                    <a:pt x="43953" y="46395"/>
                    <a:pt x="46395" y="43731"/>
                    <a:pt x="46395" y="40845"/>
                  </a:cubicBezTo>
                  <a:lnTo>
                    <a:pt x="46395" y="5550"/>
                  </a:lnTo>
                  <a:cubicBezTo>
                    <a:pt x="46395" y="2443"/>
                    <a:pt x="43953" y="1"/>
                    <a:pt x="40845"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4973;p343">
              <a:extLst>
                <a:ext uri="{FF2B5EF4-FFF2-40B4-BE49-F238E27FC236}">
                  <a16:creationId xmlns:a16="http://schemas.microsoft.com/office/drawing/2014/main" id="{CEAA3EA7-ABB2-F5BA-2130-7D744E73933F}"/>
                </a:ext>
              </a:extLst>
            </p:cNvPr>
            <p:cNvSpPr/>
            <p:nvPr/>
          </p:nvSpPr>
          <p:spPr>
            <a:xfrm>
              <a:off x="1859010" y="2114568"/>
              <a:ext cx="428911" cy="247865"/>
            </a:xfrm>
            <a:custGeom>
              <a:avLst/>
              <a:gdLst/>
              <a:ahLst/>
              <a:cxnLst/>
              <a:rect l="l" t="t" r="r" b="b"/>
              <a:pathLst>
                <a:path w="80358" h="46395" extrusionOk="0">
                  <a:moveTo>
                    <a:pt x="74808" y="5550"/>
                  </a:moveTo>
                  <a:lnTo>
                    <a:pt x="74808" y="40845"/>
                  </a:lnTo>
                  <a:lnTo>
                    <a:pt x="5550" y="40845"/>
                  </a:lnTo>
                  <a:lnTo>
                    <a:pt x="5550" y="5550"/>
                  </a:lnTo>
                  <a:close/>
                  <a:moveTo>
                    <a:pt x="5550" y="1"/>
                  </a:moveTo>
                  <a:cubicBezTo>
                    <a:pt x="2442" y="1"/>
                    <a:pt x="1" y="2664"/>
                    <a:pt x="1" y="5550"/>
                  </a:cubicBezTo>
                  <a:lnTo>
                    <a:pt x="1" y="40845"/>
                  </a:lnTo>
                  <a:cubicBezTo>
                    <a:pt x="1" y="43953"/>
                    <a:pt x="2442" y="46395"/>
                    <a:pt x="5550" y="46395"/>
                  </a:cubicBezTo>
                  <a:lnTo>
                    <a:pt x="74808" y="46395"/>
                  </a:lnTo>
                  <a:cubicBezTo>
                    <a:pt x="77916" y="46395"/>
                    <a:pt x="80358" y="43953"/>
                    <a:pt x="80358" y="40845"/>
                  </a:cubicBezTo>
                  <a:lnTo>
                    <a:pt x="80358" y="5550"/>
                  </a:lnTo>
                  <a:cubicBezTo>
                    <a:pt x="80358" y="2664"/>
                    <a:pt x="77916" y="1"/>
                    <a:pt x="74808"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974;p343">
              <a:extLst>
                <a:ext uri="{FF2B5EF4-FFF2-40B4-BE49-F238E27FC236}">
                  <a16:creationId xmlns:a16="http://schemas.microsoft.com/office/drawing/2014/main" id="{92C1C9DB-949B-791B-980C-025DDF82C1DF}"/>
                </a:ext>
              </a:extLst>
            </p:cNvPr>
            <p:cNvSpPr/>
            <p:nvPr/>
          </p:nvSpPr>
          <p:spPr>
            <a:xfrm>
              <a:off x="1859010" y="2447818"/>
              <a:ext cx="428911" cy="249051"/>
            </a:xfrm>
            <a:custGeom>
              <a:avLst/>
              <a:gdLst/>
              <a:ahLst/>
              <a:cxnLst/>
              <a:rect l="l" t="t" r="r" b="b"/>
              <a:pathLst>
                <a:path w="80358" h="46617" extrusionOk="0">
                  <a:moveTo>
                    <a:pt x="74808" y="5550"/>
                  </a:moveTo>
                  <a:lnTo>
                    <a:pt x="74808" y="40623"/>
                  </a:lnTo>
                  <a:lnTo>
                    <a:pt x="5550" y="40623"/>
                  </a:lnTo>
                  <a:lnTo>
                    <a:pt x="5550" y="5550"/>
                  </a:lnTo>
                  <a:close/>
                  <a:moveTo>
                    <a:pt x="5550" y="0"/>
                  </a:moveTo>
                  <a:cubicBezTo>
                    <a:pt x="2442" y="0"/>
                    <a:pt x="1" y="2442"/>
                    <a:pt x="1" y="5550"/>
                  </a:cubicBezTo>
                  <a:lnTo>
                    <a:pt x="1" y="41067"/>
                  </a:lnTo>
                  <a:cubicBezTo>
                    <a:pt x="1" y="43952"/>
                    <a:pt x="2442" y="46616"/>
                    <a:pt x="5550" y="46616"/>
                  </a:cubicBezTo>
                  <a:lnTo>
                    <a:pt x="74808" y="46616"/>
                  </a:lnTo>
                  <a:cubicBezTo>
                    <a:pt x="77916" y="46616"/>
                    <a:pt x="80358" y="43952"/>
                    <a:pt x="80358" y="40623"/>
                  </a:cubicBezTo>
                  <a:lnTo>
                    <a:pt x="80358" y="5550"/>
                  </a:lnTo>
                  <a:cubicBezTo>
                    <a:pt x="80358" y="2442"/>
                    <a:pt x="77916" y="0"/>
                    <a:pt x="74808"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975;p343">
              <a:extLst>
                <a:ext uri="{FF2B5EF4-FFF2-40B4-BE49-F238E27FC236}">
                  <a16:creationId xmlns:a16="http://schemas.microsoft.com/office/drawing/2014/main" id="{154B66EA-817C-D53A-FC94-7B0EE8DD4C64}"/>
                </a:ext>
              </a:extLst>
            </p:cNvPr>
            <p:cNvSpPr/>
            <p:nvPr/>
          </p:nvSpPr>
          <p:spPr>
            <a:xfrm>
              <a:off x="1859010" y="2781061"/>
              <a:ext cx="428911" cy="247865"/>
            </a:xfrm>
            <a:custGeom>
              <a:avLst/>
              <a:gdLst/>
              <a:ahLst/>
              <a:cxnLst/>
              <a:rect l="l" t="t" r="r" b="b"/>
              <a:pathLst>
                <a:path w="80358" h="46395" extrusionOk="0">
                  <a:moveTo>
                    <a:pt x="74808" y="5550"/>
                  </a:moveTo>
                  <a:lnTo>
                    <a:pt x="74808" y="40845"/>
                  </a:lnTo>
                  <a:lnTo>
                    <a:pt x="5550" y="40845"/>
                  </a:lnTo>
                  <a:lnTo>
                    <a:pt x="5550" y="5550"/>
                  </a:lnTo>
                  <a:close/>
                  <a:moveTo>
                    <a:pt x="5550" y="1"/>
                  </a:moveTo>
                  <a:cubicBezTo>
                    <a:pt x="2442" y="1"/>
                    <a:pt x="1" y="2443"/>
                    <a:pt x="1" y="5550"/>
                  </a:cubicBezTo>
                  <a:lnTo>
                    <a:pt x="1" y="40845"/>
                  </a:lnTo>
                  <a:cubicBezTo>
                    <a:pt x="1" y="43731"/>
                    <a:pt x="2442" y="46395"/>
                    <a:pt x="5550" y="46395"/>
                  </a:cubicBezTo>
                  <a:lnTo>
                    <a:pt x="74808" y="46395"/>
                  </a:lnTo>
                  <a:cubicBezTo>
                    <a:pt x="77916" y="46395"/>
                    <a:pt x="80358" y="43731"/>
                    <a:pt x="80358" y="40845"/>
                  </a:cubicBezTo>
                  <a:lnTo>
                    <a:pt x="80358" y="5550"/>
                  </a:lnTo>
                  <a:cubicBezTo>
                    <a:pt x="80358" y="2443"/>
                    <a:pt x="77916" y="1"/>
                    <a:pt x="74808"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976;p343">
              <a:extLst>
                <a:ext uri="{FF2B5EF4-FFF2-40B4-BE49-F238E27FC236}">
                  <a16:creationId xmlns:a16="http://schemas.microsoft.com/office/drawing/2014/main" id="{FCE9CC15-22DE-9DC1-1BA3-93B56E8F437F}"/>
                </a:ext>
              </a:extLst>
            </p:cNvPr>
            <p:cNvSpPr/>
            <p:nvPr/>
          </p:nvSpPr>
          <p:spPr>
            <a:xfrm>
              <a:off x="1648115" y="2168779"/>
              <a:ext cx="178913" cy="140289"/>
            </a:xfrm>
            <a:custGeom>
              <a:avLst/>
              <a:gdLst/>
              <a:ahLst/>
              <a:cxnLst/>
              <a:rect l="l" t="t" r="r" b="b"/>
              <a:pathLst>
                <a:path w="33520" h="26259" extrusionOk="0">
                  <a:moveTo>
                    <a:pt x="18659" y="1"/>
                  </a:moveTo>
                  <a:cubicBezTo>
                    <a:pt x="17893" y="1"/>
                    <a:pt x="17137" y="343"/>
                    <a:pt x="16649" y="953"/>
                  </a:cubicBezTo>
                  <a:cubicBezTo>
                    <a:pt x="15539" y="2062"/>
                    <a:pt x="15761" y="4060"/>
                    <a:pt x="16871" y="4948"/>
                  </a:cubicBezTo>
                  <a:lnTo>
                    <a:pt x="23530" y="10498"/>
                  </a:lnTo>
                  <a:lnTo>
                    <a:pt x="2664" y="10498"/>
                  </a:lnTo>
                  <a:cubicBezTo>
                    <a:pt x="1110" y="10498"/>
                    <a:pt x="0" y="11608"/>
                    <a:pt x="0" y="13162"/>
                  </a:cubicBezTo>
                  <a:cubicBezTo>
                    <a:pt x="0" y="14937"/>
                    <a:pt x="888" y="15825"/>
                    <a:pt x="2442" y="15825"/>
                  </a:cubicBezTo>
                  <a:lnTo>
                    <a:pt x="23308" y="15825"/>
                  </a:lnTo>
                  <a:lnTo>
                    <a:pt x="16649" y="21375"/>
                  </a:lnTo>
                  <a:cubicBezTo>
                    <a:pt x="15539" y="22485"/>
                    <a:pt x="15317" y="24039"/>
                    <a:pt x="16427" y="25149"/>
                  </a:cubicBezTo>
                  <a:cubicBezTo>
                    <a:pt x="16871" y="25814"/>
                    <a:pt x="17759" y="26258"/>
                    <a:pt x="18646" y="26258"/>
                  </a:cubicBezTo>
                  <a:cubicBezTo>
                    <a:pt x="19090" y="26258"/>
                    <a:pt x="19978" y="26036"/>
                    <a:pt x="20200" y="25814"/>
                  </a:cubicBezTo>
                  <a:lnTo>
                    <a:pt x="32409" y="15381"/>
                  </a:lnTo>
                  <a:cubicBezTo>
                    <a:pt x="33075" y="14937"/>
                    <a:pt x="33519" y="14049"/>
                    <a:pt x="33519" y="13162"/>
                  </a:cubicBezTo>
                  <a:lnTo>
                    <a:pt x="33519" y="11830"/>
                  </a:lnTo>
                  <a:lnTo>
                    <a:pt x="20422" y="731"/>
                  </a:lnTo>
                  <a:cubicBezTo>
                    <a:pt x="19922" y="231"/>
                    <a:pt x="19287" y="1"/>
                    <a:pt x="18659"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977;p343">
              <a:extLst>
                <a:ext uri="{FF2B5EF4-FFF2-40B4-BE49-F238E27FC236}">
                  <a16:creationId xmlns:a16="http://schemas.microsoft.com/office/drawing/2014/main" id="{317A6663-8342-2458-43A3-EA7B89DB2079}"/>
                </a:ext>
              </a:extLst>
            </p:cNvPr>
            <p:cNvSpPr/>
            <p:nvPr/>
          </p:nvSpPr>
          <p:spPr>
            <a:xfrm>
              <a:off x="1646930" y="2499656"/>
              <a:ext cx="180098" cy="141475"/>
            </a:xfrm>
            <a:custGeom>
              <a:avLst/>
              <a:gdLst/>
              <a:ahLst/>
              <a:cxnLst/>
              <a:rect l="l" t="t" r="r" b="b"/>
              <a:pathLst>
                <a:path w="33742" h="26481" extrusionOk="0">
                  <a:moveTo>
                    <a:pt x="18659" y="1"/>
                  </a:moveTo>
                  <a:cubicBezTo>
                    <a:pt x="17893" y="1"/>
                    <a:pt x="17137" y="342"/>
                    <a:pt x="16649" y="952"/>
                  </a:cubicBezTo>
                  <a:cubicBezTo>
                    <a:pt x="15539" y="2062"/>
                    <a:pt x="15761" y="4060"/>
                    <a:pt x="16871" y="4948"/>
                  </a:cubicBezTo>
                  <a:lnTo>
                    <a:pt x="23530" y="10497"/>
                  </a:lnTo>
                  <a:lnTo>
                    <a:pt x="2664" y="10497"/>
                  </a:lnTo>
                  <a:cubicBezTo>
                    <a:pt x="1110" y="10497"/>
                    <a:pt x="0" y="11607"/>
                    <a:pt x="0" y="13161"/>
                  </a:cubicBezTo>
                  <a:cubicBezTo>
                    <a:pt x="0" y="14937"/>
                    <a:pt x="1110" y="16047"/>
                    <a:pt x="2664" y="16047"/>
                  </a:cubicBezTo>
                  <a:lnTo>
                    <a:pt x="23530" y="16047"/>
                  </a:lnTo>
                  <a:lnTo>
                    <a:pt x="16871" y="21596"/>
                  </a:lnTo>
                  <a:cubicBezTo>
                    <a:pt x="15761" y="22706"/>
                    <a:pt x="15539" y="24260"/>
                    <a:pt x="16649" y="25370"/>
                  </a:cubicBezTo>
                  <a:cubicBezTo>
                    <a:pt x="17093" y="26036"/>
                    <a:pt x="17981" y="26480"/>
                    <a:pt x="18868" y="26480"/>
                  </a:cubicBezTo>
                  <a:cubicBezTo>
                    <a:pt x="19312" y="26480"/>
                    <a:pt x="20200" y="26258"/>
                    <a:pt x="20422" y="26036"/>
                  </a:cubicBezTo>
                  <a:lnTo>
                    <a:pt x="32631" y="15603"/>
                  </a:lnTo>
                  <a:cubicBezTo>
                    <a:pt x="33297" y="15159"/>
                    <a:pt x="33741" y="14271"/>
                    <a:pt x="33741" y="13383"/>
                  </a:cubicBezTo>
                  <a:lnTo>
                    <a:pt x="33741" y="12051"/>
                  </a:lnTo>
                  <a:lnTo>
                    <a:pt x="20422" y="730"/>
                  </a:lnTo>
                  <a:cubicBezTo>
                    <a:pt x="19922" y="230"/>
                    <a:pt x="19287" y="1"/>
                    <a:pt x="18659"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978;p343">
              <a:extLst>
                <a:ext uri="{FF2B5EF4-FFF2-40B4-BE49-F238E27FC236}">
                  <a16:creationId xmlns:a16="http://schemas.microsoft.com/office/drawing/2014/main" id="{98B4A2D0-1AC3-A700-56B9-2F333F3BE221}"/>
                </a:ext>
              </a:extLst>
            </p:cNvPr>
            <p:cNvSpPr/>
            <p:nvPr/>
          </p:nvSpPr>
          <p:spPr>
            <a:xfrm>
              <a:off x="1646930" y="2833370"/>
              <a:ext cx="180098" cy="142191"/>
            </a:xfrm>
            <a:custGeom>
              <a:avLst/>
              <a:gdLst/>
              <a:ahLst/>
              <a:cxnLst/>
              <a:rect l="l" t="t" r="r" b="b"/>
              <a:pathLst>
                <a:path w="33742" h="26615" extrusionOk="0">
                  <a:moveTo>
                    <a:pt x="18855" y="0"/>
                  </a:moveTo>
                  <a:cubicBezTo>
                    <a:pt x="18023" y="0"/>
                    <a:pt x="17178" y="425"/>
                    <a:pt x="16649" y="1087"/>
                  </a:cubicBezTo>
                  <a:cubicBezTo>
                    <a:pt x="15539" y="2197"/>
                    <a:pt x="15761" y="3973"/>
                    <a:pt x="16871" y="4861"/>
                  </a:cubicBezTo>
                  <a:lnTo>
                    <a:pt x="23530" y="10410"/>
                  </a:lnTo>
                  <a:lnTo>
                    <a:pt x="2664" y="10410"/>
                  </a:lnTo>
                  <a:cubicBezTo>
                    <a:pt x="1110" y="10410"/>
                    <a:pt x="0" y="11520"/>
                    <a:pt x="0" y="13296"/>
                  </a:cubicBezTo>
                  <a:cubicBezTo>
                    <a:pt x="0" y="14850"/>
                    <a:pt x="1110" y="15960"/>
                    <a:pt x="2664" y="15960"/>
                  </a:cubicBezTo>
                  <a:lnTo>
                    <a:pt x="23530" y="15960"/>
                  </a:lnTo>
                  <a:lnTo>
                    <a:pt x="16871" y="21509"/>
                  </a:lnTo>
                  <a:cubicBezTo>
                    <a:pt x="15761" y="22619"/>
                    <a:pt x="15539" y="24395"/>
                    <a:pt x="16649" y="25505"/>
                  </a:cubicBezTo>
                  <a:cubicBezTo>
                    <a:pt x="17093" y="25949"/>
                    <a:pt x="17981" y="26615"/>
                    <a:pt x="18868" y="26615"/>
                  </a:cubicBezTo>
                  <a:cubicBezTo>
                    <a:pt x="19312" y="26615"/>
                    <a:pt x="20200" y="26171"/>
                    <a:pt x="20422" y="25949"/>
                  </a:cubicBezTo>
                  <a:lnTo>
                    <a:pt x="32631" y="15738"/>
                  </a:lnTo>
                  <a:cubicBezTo>
                    <a:pt x="33297" y="15072"/>
                    <a:pt x="33741" y="14406"/>
                    <a:pt x="33741" y="13518"/>
                  </a:cubicBezTo>
                  <a:lnTo>
                    <a:pt x="33741" y="12186"/>
                  </a:lnTo>
                  <a:lnTo>
                    <a:pt x="20422" y="643"/>
                  </a:lnTo>
                  <a:cubicBezTo>
                    <a:pt x="19974" y="195"/>
                    <a:pt x="19418" y="0"/>
                    <a:pt x="18855"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 name="Google Shape;4979;p343">
            <a:extLst>
              <a:ext uri="{FF2B5EF4-FFF2-40B4-BE49-F238E27FC236}">
                <a16:creationId xmlns:a16="http://schemas.microsoft.com/office/drawing/2014/main" id="{F67CD29A-18E1-8D0B-769F-2F154A7B46F0}"/>
              </a:ext>
            </a:extLst>
          </p:cNvPr>
          <p:cNvSpPr txBox="1"/>
          <p:nvPr/>
        </p:nvSpPr>
        <p:spPr>
          <a:xfrm>
            <a:off x="1506449" y="3307846"/>
            <a:ext cx="1715216"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dirty="0">
                <a:ea typeface="Lexend Deca Light"/>
                <a:cs typeface="Lexend Deca Light"/>
                <a:sym typeface="Lexend Deca Light"/>
              </a:rPr>
              <a:t>Clave/Valor</a:t>
            </a:r>
            <a:endParaRPr sz="2400" b="1" dirty="0">
              <a:ea typeface="Lexend Deca Light"/>
              <a:cs typeface="Lexend Deca Light"/>
              <a:sym typeface="Lexend Deca Light"/>
            </a:endParaRPr>
          </a:p>
        </p:txBody>
      </p:sp>
      <p:grpSp>
        <p:nvGrpSpPr>
          <p:cNvPr id="46" name="Google Shape;4981;p343">
            <a:extLst>
              <a:ext uri="{FF2B5EF4-FFF2-40B4-BE49-F238E27FC236}">
                <a16:creationId xmlns:a16="http://schemas.microsoft.com/office/drawing/2014/main" id="{A1ACC5E7-C03C-C6CA-D723-F1DC3C3A8341}"/>
              </a:ext>
            </a:extLst>
          </p:cNvPr>
          <p:cNvGrpSpPr/>
          <p:nvPr/>
        </p:nvGrpSpPr>
        <p:grpSpPr>
          <a:xfrm>
            <a:off x="3859514" y="1832751"/>
            <a:ext cx="1127049" cy="1058805"/>
            <a:chOff x="4267100" y="623100"/>
            <a:chExt cx="34600" cy="34675"/>
          </a:xfrm>
        </p:grpSpPr>
        <p:sp>
          <p:nvSpPr>
            <p:cNvPr id="48" name="Google Shape;4982;p343">
              <a:extLst>
                <a:ext uri="{FF2B5EF4-FFF2-40B4-BE49-F238E27FC236}">
                  <a16:creationId xmlns:a16="http://schemas.microsoft.com/office/drawing/2014/main" id="{555F4054-4F79-91CA-9808-10A4D5B2FAD3}"/>
                </a:ext>
              </a:extLst>
            </p:cNvPr>
            <p:cNvSpPr/>
            <p:nvPr/>
          </p:nvSpPr>
          <p:spPr>
            <a:xfrm>
              <a:off x="4267100" y="656800"/>
              <a:ext cx="33400" cy="975"/>
            </a:xfrm>
            <a:custGeom>
              <a:avLst/>
              <a:gdLst/>
              <a:ahLst/>
              <a:cxnLst/>
              <a:rect l="l" t="t" r="r" b="b"/>
              <a:pathLst>
                <a:path w="1336" h="39" extrusionOk="0">
                  <a:moveTo>
                    <a:pt x="19" y="0"/>
                  </a:moveTo>
                  <a:cubicBezTo>
                    <a:pt x="7" y="0"/>
                    <a:pt x="0" y="10"/>
                    <a:pt x="0" y="19"/>
                  </a:cubicBezTo>
                  <a:cubicBezTo>
                    <a:pt x="0" y="32"/>
                    <a:pt x="7" y="38"/>
                    <a:pt x="19" y="38"/>
                  </a:cubicBezTo>
                  <a:lnTo>
                    <a:pt x="1314" y="38"/>
                  </a:lnTo>
                  <a:cubicBezTo>
                    <a:pt x="1326" y="38"/>
                    <a:pt x="1336" y="32"/>
                    <a:pt x="1336" y="19"/>
                  </a:cubicBezTo>
                  <a:cubicBezTo>
                    <a:pt x="1336" y="10"/>
                    <a:pt x="1326" y="0"/>
                    <a:pt x="1314"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83;p343">
              <a:extLst>
                <a:ext uri="{FF2B5EF4-FFF2-40B4-BE49-F238E27FC236}">
                  <a16:creationId xmlns:a16="http://schemas.microsoft.com/office/drawing/2014/main" id="{E472F0D1-4C00-1B6D-C3AC-1C1DC3873B6E}"/>
                </a:ext>
              </a:extLst>
            </p:cNvPr>
            <p:cNvSpPr/>
            <p:nvPr/>
          </p:nvSpPr>
          <p:spPr>
            <a:xfrm>
              <a:off x="4269325" y="650125"/>
              <a:ext cx="6625" cy="7650"/>
            </a:xfrm>
            <a:custGeom>
              <a:avLst/>
              <a:gdLst/>
              <a:ahLst/>
              <a:cxnLst/>
              <a:rect l="l" t="t" r="r" b="b"/>
              <a:pathLst>
                <a:path w="265" h="306" extrusionOk="0">
                  <a:moveTo>
                    <a:pt x="217" y="41"/>
                  </a:moveTo>
                  <a:cubicBezTo>
                    <a:pt x="220" y="41"/>
                    <a:pt x="223" y="45"/>
                    <a:pt x="223" y="48"/>
                  </a:cubicBezTo>
                  <a:lnTo>
                    <a:pt x="223" y="267"/>
                  </a:lnTo>
                  <a:lnTo>
                    <a:pt x="42" y="267"/>
                  </a:lnTo>
                  <a:lnTo>
                    <a:pt x="42" y="48"/>
                  </a:lnTo>
                  <a:cubicBezTo>
                    <a:pt x="42" y="45"/>
                    <a:pt x="45" y="41"/>
                    <a:pt x="48" y="41"/>
                  </a:cubicBezTo>
                  <a:close/>
                  <a:moveTo>
                    <a:pt x="48" y="0"/>
                  </a:moveTo>
                  <a:cubicBezTo>
                    <a:pt x="26" y="0"/>
                    <a:pt x="0" y="22"/>
                    <a:pt x="0" y="48"/>
                  </a:cubicBezTo>
                  <a:lnTo>
                    <a:pt x="0" y="286"/>
                  </a:lnTo>
                  <a:cubicBezTo>
                    <a:pt x="0" y="299"/>
                    <a:pt x="10" y="305"/>
                    <a:pt x="19" y="305"/>
                  </a:cubicBezTo>
                  <a:lnTo>
                    <a:pt x="245" y="305"/>
                  </a:lnTo>
                  <a:cubicBezTo>
                    <a:pt x="255" y="305"/>
                    <a:pt x="264" y="299"/>
                    <a:pt x="261" y="286"/>
                  </a:cubicBezTo>
                  <a:lnTo>
                    <a:pt x="261" y="48"/>
                  </a:lnTo>
                  <a:cubicBezTo>
                    <a:pt x="261" y="26"/>
                    <a:pt x="239" y="0"/>
                    <a:pt x="213"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4984;p343">
              <a:extLst>
                <a:ext uri="{FF2B5EF4-FFF2-40B4-BE49-F238E27FC236}">
                  <a16:creationId xmlns:a16="http://schemas.microsoft.com/office/drawing/2014/main" id="{F1F81723-7FAF-B0D7-FD7A-E3E458E5641B}"/>
                </a:ext>
              </a:extLst>
            </p:cNvPr>
            <p:cNvSpPr/>
            <p:nvPr/>
          </p:nvSpPr>
          <p:spPr>
            <a:xfrm>
              <a:off x="4280450" y="636750"/>
              <a:ext cx="6700" cy="21025"/>
            </a:xfrm>
            <a:custGeom>
              <a:avLst/>
              <a:gdLst/>
              <a:ahLst/>
              <a:cxnLst/>
              <a:rect l="l" t="t" r="r" b="b"/>
              <a:pathLst>
                <a:path w="268" h="841" extrusionOk="0">
                  <a:moveTo>
                    <a:pt x="217" y="39"/>
                  </a:moveTo>
                  <a:cubicBezTo>
                    <a:pt x="220" y="39"/>
                    <a:pt x="223" y="42"/>
                    <a:pt x="223" y="49"/>
                  </a:cubicBezTo>
                  <a:lnTo>
                    <a:pt x="223" y="802"/>
                  </a:lnTo>
                  <a:lnTo>
                    <a:pt x="45" y="802"/>
                  </a:lnTo>
                  <a:lnTo>
                    <a:pt x="45" y="49"/>
                  </a:lnTo>
                  <a:cubicBezTo>
                    <a:pt x="45" y="42"/>
                    <a:pt x="48" y="39"/>
                    <a:pt x="55" y="39"/>
                  </a:cubicBezTo>
                  <a:close/>
                  <a:moveTo>
                    <a:pt x="48" y="1"/>
                  </a:moveTo>
                  <a:cubicBezTo>
                    <a:pt x="26" y="1"/>
                    <a:pt x="1" y="20"/>
                    <a:pt x="1" y="49"/>
                  </a:cubicBezTo>
                  <a:lnTo>
                    <a:pt x="1" y="821"/>
                  </a:lnTo>
                  <a:cubicBezTo>
                    <a:pt x="1" y="834"/>
                    <a:pt x="10" y="840"/>
                    <a:pt x="23" y="840"/>
                  </a:cubicBezTo>
                  <a:lnTo>
                    <a:pt x="245" y="840"/>
                  </a:lnTo>
                  <a:cubicBezTo>
                    <a:pt x="255" y="840"/>
                    <a:pt x="268" y="834"/>
                    <a:pt x="261" y="821"/>
                  </a:cubicBezTo>
                  <a:lnTo>
                    <a:pt x="261" y="49"/>
                  </a:lnTo>
                  <a:cubicBezTo>
                    <a:pt x="261" y="23"/>
                    <a:pt x="239" y="1"/>
                    <a:pt x="214"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4985;p343">
              <a:extLst>
                <a:ext uri="{FF2B5EF4-FFF2-40B4-BE49-F238E27FC236}">
                  <a16:creationId xmlns:a16="http://schemas.microsoft.com/office/drawing/2014/main" id="{933B62B7-D372-45D1-F4D1-0FE70D7B4CC1}"/>
                </a:ext>
              </a:extLst>
            </p:cNvPr>
            <p:cNvSpPr/>
            <p:nvPr/>
          </p:nvSpPr>
          <p:spPr>
            <a:xfrm>
              <a:off x="4291750" y="643350"/>
              <a:ext cx="6525" cy="14425"/>
            </a:xfrm>
            <a:custGeom>
              <a:avLst/>
              <a:gdLst/>
              <a:ahLst/>
              <a:cxnLst/>
              <a:rect l="l" t="t" r="r" b="b"/>
              <a:pathLst>
                <a:path w="261" h="577" extrusionOk="0">
                  <a:moveTo>
                    <a:pt x="213" y="42"/>
                  </a:moveTo>
                  <a:cubicBezTo>
                    <a:pt x="216" y="42"/>
                    <a:pt x="223" y="45"/>
                    <a:pt x="223" y="49"/>
                  </a:cubicBezTo>
                  <a:lnTo>
                    <a:pt x="223" y="538"/>
                  </a:lnTo>
                  <a:lnTo>
                    <a:pt x="41" y="538"/>
                  </a:lnTo>
                  <a:lnTo>
                    <a:pt x="41" y="49"/>
                  </a:lnTo>
                  <a:cubicBezTo>
                    <a:pt x="41" y="45"/>
                    <a:pt x="48" y="42"/>
                    <a:pt x="51" y="42"/>
                  </a:cubicBezTo>
                  <a:close/>
                  <a:moveTo>
                    <a:pt x="48" y="1"/>
                  </a:moveTo>
                  <a:cubicBezTo>
                    <a:pt x="22" y="1"/>
                    <a:pt x="0" y="23"/>
                    <a:pt x="0" y="49"/>
                  </a:cubicBezTo>
                  <a:lnTo>
                    <a:pt x="0" y="557"/>
                  </a:lnTo>
                  <a:cubicBezTo>
                    <a:pt x="0" y="570"/>
                    <a:pt x="6" y="576"/>
                    <a:pt x="19" y="576"/>
                  </a:cubicBezTo>
                  <a:lnTo>
                    <a:pt x="242" y="576"/>
                  </a:lnTo>
                  <a:cubicBezTo>
                    <a:pt x="254" y="576"/>
                    <a:pt x="261" y="570"/>
                    <a:pt x="258" y="557"/>
                  </a:cubicBezTo>
                  <a:lnTo>
                    <a:pt x="258" y="49"/>
                  </a:lnTo>
                  <a:cubicBezTo>
                    <a:pt x="258" y="26"/>
                    <a:pt x="238" y="1"/>
                    <a:pt x="210"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4986;p343">
              <a:extLst>
                <a:ext uri="{FF2B5EF4-FFF2-40B4-BE49-F238E27FC236}">
                  <a16:creationId xmlns:a16="http://schemas.microsoft.com/office/drawing/2014/main" id="{410A9741-6283-650A-D24A-E88F829A2967}"/>
                </a:ext>
              </a:extLst>
            </p:cNvPr>
            <p:cNvSpPr/>
            <p:nvPr/>
          </p:nvSpPr>
          <p:spPr>
            <a:xfrm>
              <a:off x="4270125" y="629825"/>
              <a:ext cx="7100" cy="6950"/>
            </a:xfrm>
            <a:custGeom>
              <a:avLst/>
              <a:gdLst/>
              <a:ahLst/>
              <a:cxnLst/>
              <a:rect l="l" t="t" r="r" b="b"/>
              <a:pathLst>
                <a:path w="284" h="278" extrusionOk="0">
                  <a:moveTo>
                    <a:pt x="261" y="0"/>
                  </a:moveTo>
                  <a:cubicBezTo>
                    <a:pt x="256" y="0"/>
                    <a:pt x="251" y="3"/>
                    <a:pt x="248" y="8"/>
                  </a:cubicBezTo>
                  <a:lnTo>
                    <a:pt x="10" y="246"/>
                  </a:lnTo>
                  <a:cubicBezTo>
                    <a:pt x="0" y="252"/>
                    <a:pt x="0" y="265"/>
                    <a:pt x="10" y="272"/>
                  </a:cubicBezTo>
                  <a:cubicBezTo>
                    <a:pt x="13" y="278"/>
                    <a:pt x="22" y="278"/>
                    <a:pt x="26" y="278"/>
                  </a:cubicBezTo>
                  <a:cubicBezTo>
                    <a:pt x="29" y="278"/>
                    <a:pt x="38" y="278"/>
                    <a:pt x="38" y="272"/>
                  </a:cubicBezTo>
                  <a:lnTo>
                    <a:pt x="277" y="33"/>
                  </a:lnTo>
                  <a:cubicBezTo>
                    <a:pt x="283" y="27"/>
                    <a:pt x="283" y="14"/>
                    <a:pt x="277" y="8"/>
                  </a:cubicBezTo>
                  <a:cubicBezTo>
                    <a:pt x="272" y="3"/>
                    <a:pt x="266" y="0"/>
                    <a:pt x="261"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4987;p343">
              <a:extLst>
                <a:ext uri="{FF2B5EF4-FFF2-40B4-BE49-F238E27FC236}">
                  <a16:creationId xmlns:a16="http://schemas.microsoft.com/office/drawing/2014/main" id="{4C17B39F-3836-3567-C01C-A29B72F349BB}"/>
                </a:ext>
              </a:extLst>
            </p:cNvPr>
            <p:cNvSpPr/>
            <p:nvPr/>
          </p:nvSpPr>
          <p:spPr>
            <a:xfrm>
              <a:off x="4280300" y="629675"/>
              <a:ext cx="8050" cy="2900"/>
            </a:xfrm>
            <a:custGeom>
              <a:avLst/>
              <a:gdLst/>
              <a:ahLst/>
              <a:cxnLst/>
              <a:rect l="l" t="t" r="r" b="b"/>
              <a:pathLst>
                <a:path w="322" h="116" extrusionOk="0">
                  <a:moveTo>
                    <a:pt x="29" y="1"/>
                  </a:moveTo>
                  <a:cubicBezTo>
                    <a:pt x="16" y="1"/>
                    <a:pt x="7" y="4"/>
                    <a:pt x="3" y="17"/>
                  </a:cubicBezTo>
                  <a:cubicBezTo>
                    <a:pt x="0" y="30"/>
                    <a:pt x="7" y="36"/>
                    <a:pt x="19" y="39"/>
                  </a:cubicBezTo>
                  <a:lnTo>
                    <a:pt x="299" y="115"/>
                  </a:lnTo>
                  <a:lnTo>
                    <a:pt x="302" y="115"/>
                  </a:lnTo>
                  <a:cubicBezTo>
                    <a:pt x="309" y="115"/>
                    <a:pt x="318" y="109"/>
                    <a:pt x="321" y="99"/>
                  </a:cubicBezTo>
                  <a:cubicBezTo>
                    <a:pt x="321" y="87"/>
                    <a:pt x="318" y="80"/>
                    <a:pt x="305" y="77"/>
                  </a:cubicBezTo>
                  <a:lnTo>
                    <a:pt x="29" y="1"/>
                  </a:ln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4988;p343">
              <a:extLst>
                <a:ext uri="{FF2B5EF4-FFF2-40B4-BE49-F238E27FC236}">
                  <a16:creationId xmlns:a16="http://schemas.microsoft.com/office/drawing/2014/main" id="{7DF271E3-4C8C-2305-EE83-1D6F561D93EA}"/>
                </a:ext>
              </a:extLst>
            </p:cNvPr>
            <p:cNvSpPr/>
            <p:nvPr/>
          </p:nvSpPr>
          <p:spPr>
            <a:xfrm>
              <a:off x="4290950" y="626450"/>
              <a:ext cx="6525" cy="5175"/>
            </a:xfrm>
            <a:custGeom>
              <a:avLst/>
              <a:gdLst/>
              <a:ahLst/>
              <a:cxnLst/>
              <a:rect l="l" t="t" r="r" b="b"/>
              <a:pathLst>
                <a:path w="261" h="207" extrusionOk="0">
                  <a:moveTo>
                    <a:pt x="236" y="1"/>
                  </a:moveTo>
                  <a:cubicBezTo>
                    <a:pt x="232" y="1"/>
                    <a:pt x="229" y="1"/>
                    <a:pt x="226" y="3"/>
                  </a:cubicBezTo>
                  <a:lnTo>
                    <a:pt x="10" y="168"/>
                  </a:lnTo>
                  <a:cubicBezTo>
                    <a:pt x="3" y="178"/>
                    <a:pt x="0" y="190"/>
                    <a:pt x="7" y="197"/>
                  </a:cubicBezTo>
                  <a:cubicBezTo>
                    <a:pt x="10" y="200"/>
                    <a:pt x="19" y="206"/>
                    <a:pt x="22" y="206"/>
                  </a:cubicBezTo>
                  <a:cubicBezTo>
                    <a:pt x="26" y="206"/>
                    <a:pt x="32" y="206"/>
                    <a:pt x="35" y="200"/>
                  </a:cubicBezTo>
                  <a:lnTo>
                    <a:pt x="248" y="35"/>
                  </a:lnTo>
                  <a:cubicBezTo>
                    <a:pt x="258" y="25"/>
                    <a:pt x="261" y="15"/>
                    <a:pt x="255" y="6"/>
                  </a:cubicBezTo>
                  <a:cubicBezTo>
                    <a:pt x="249" y="2"/>
                    <a:pt x="242" y="1"/>
                    <a:pt x="236"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4989;p343">
              <a:extLst>
                <a:ext uri="{FF2B5EF4-FFF2-40B4-BE49-F238E27FC236}">
                  <a16:creationId xmlns:a16="http://schemas.microsoft.com/office/drawing/2014/main" id="{91A3D364-505E-3CB5-B9E0-55E6D0C6D33B}"/>
                </a:ext>
              </a:extLst>
            </p:cNvPr>
            <p:cNvSpPr/>
            <p:nvPr/>
          </p:nvSpPr>
          <p:spPr>
            <a:xfrm>
              <a:off x="4276000" y="626575"/>
              <a:ext cx="5600" cy="5525"/>
            </a:xfrm>
            <a:custGeom>
              <a:avLst/>
              <a:gdLst/>
              <a:ahLst/>
              <a:cxnLst/>
              <a:rect l="l" t="t" r="r" b="b"/>
              <a:pathLst>
                <a:path w="224" h="221" extrusionOk="0">
                  <a:moveTo>
                    <a:pt x="112" y="42"/>
                  </a:moveTo>
                  <a:cubicBezTo>
                    <a:pt x="147" y="42"/>
                    <a:pt x="185" y="74"/>
                    <a:pt x="185" y="112"/>
                  </a:cubicBezTo>
                  <a:cubicBezTo>
                    <a:pt x="185" y="154"/>
                    <a:pt x="153" y="185"/>
                    <a:pt x="112" y="185"/>
                  </a:cubicBezTo>
                  <a:cubicBezTo>
                    <a:pt x="74" y="185"/>
                    <a:pt x="42" y="154"/>
                    <a:pt x="42" y="112"/>
                  </a:cubicBezTo>
                  <a:cubicBezTo>
                    <a:pt x="42" y="74"/>
                    <a:pt x="74" y="42"/>
                    <a:pt x="112" y="42"/>
                  </a:cubicBezTo>
                  <a:close/>
                  <a:moveTo>
                    <a:pt x="112" y="1"/>
                  </a:moveTo>
                  <a:cubicBezTo>
                    <a:pt x="51" y="1"/>
                    <a:pt x="0" y="45"/>
                    <a:pt x="0" y="109"/>
                  </a:cubicBezTo>
                  <a:cubicBezTo>
                    <a:pt x="0" y="173"/>
                    <a:pt x="51" y="220"/>
                    <a:pt x="112" y="220"/>
                  </a:cubicBezTo>
                  <a:cubicBezTo>
                    <a:pt x="172" y="220"/>
                    <a:pt x="223" y="176"/>
                    <a:pt x="223" y="112"/>
                  </a:cubicBezTo>
                  <a:cubicBezTo>
                    <a:pt x="223" y="49"/>
                    <a:pt x="172" y="1"/>
                    <a:pt x="112"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4990;p343">
              <a:extLst>
                <a:ext uri="{FF2B5EF4-FFF2-40B4-BE49-F238E27FC236}">
                  <a16:creationId xmlns:a16="http://schemas.microsoft.com/office/drawing/2014/main" id="{E57349C7-9686-4DCC-7499-AC3BCD9DE61D}"/>
                </a:ext>
              </a:extLst>
            </p:cNvPr>
            <p:cNvSpPr/>
            <p:nvPr/>
          </p:nvSpPr>
          <p:spPr>
            <a:xfrm>
              <a:off x="4296100" y="623100"/>
              <a:ext cx="5600" cy="5575"/>
            </a:xfrm>
            <a:custGeom>
              <a:avLst/>
              <a:gdLst/>
              <a:ahLst/>
              <a:cxnLst/>
              <a:rect l="l" t="t" r="r" b="b"/>
              <a:pathLst>
                <a:path w="224" h="223" extrusionOk="0">
                  <a:moveTo>
                    <a:pt x="112" y="45"/>
                  </a:moveTo>
                  <a:cubicBezTo>
                    <a:pt x="150" y="45"/>
                    <a:pt x="182" y="76"/>
                    <a:pt x="182" y="118"/>
                  </a:cubicBezTo>
                  <a:cubicBezTo>
                    <a:pt x="182" y="156"/>
                    <a:pt x="150" y="188"/>
                    <a:pt x="112" y="188"/>
                  </a:cubicBezTo>
                  <a:cubicBezTo>
                    <a:pt x="71" y="188"/>
                    <a:pt x="39" y="156"/>
                    <a:pt x="39" y="118"/>
                  </a:cubicBezTo>
                  <a:cubicBezTo>
                    <a:pt x="39" y="76"/>
                    <a:pt x="71" y="45"/>
                    <a:pt x="112" y="45"/>
                  </a:cubicBezTo>
                  <a:close/>
                  <a:moveTo>
                    <a:pt x="112" y="0"/>
                  </a:moveTo>
                  <a:cubicBezTo>
                    <a:pt x="49" y="0"/>
                    <a:pt x="1" y="48"/>
                    <a:pt x="1" y="111"/>
                  </a:cubicBezTo>
                  <a:cubicBezTo>
                    <a:pt x="1" y="175"/>
                    <a:pt x="52" y="223"/>
                    <a:pt x="112" y="223"/>
                  </a:cubicBezTo>
                  <a:cubicBezTo>
                    <a:pt x="169" y="223"/>
                    <a:pt x="223" y="175"/>
                    <a:pt x="223" y="111"/>
                  </a:cubicBezTo>
                  <a:cubicBezTo>
                    <a:pt x="223" y="48"/>
                    <a:pt x="176" y="0"/>
                    <a:pt x="112"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4991;p343">
              <a:extLst>
                <a:ext uri="{FF2B5EF4-FFF2-40B4-BE49-F238E27FC236}">
                  <a16:creationId xmlns:a16="http://schemas.microsoft.com/office/drawing/2014/main" id="{664F18E3-3F8A-76FB-90C7-1A611315B994}"/>
                </a:ext>
              </a:extLst>
            </p:cNvPr>
            <p:cNvSpPr/>
            <p:nvPr/>
          </p:nvSpPr>
          <p:spPr>
            <a:xfrm>
              <a:off x="4287125" y="629850"/>
              <a:ext cx="5600" cy="5575"/>
            </a:xfrm>
            <a:custGeom>
              <a:avLst/>
              <a:gdLst/>
              <a:ahLst/>
              <a:cxnLst/>
              <a:rect l="l" t="t" r="r" b="b"/>
              <a:pathLst>
                <a:path w="224" h="223" extrusionOk="0">
                  <a:moveTo>
                    <a:pt x="112" y="45"/>
                  </a:moveTo>
                  <a:cubicBezTo>
                    <a:pt x="153" y="45"/>
                    <a:pt x="185" y="77"/>
                    <a:pt x="185" y="118"/>
                  </a:cubicBezTo>
                  <a:cubicBezTo>
                    <a:pt x="185" y="156"/>
                    <a:pt x="153" y="188"/>
                    <a:pt x="112" y="188"/>
                  </a:cubicBezTo>
                  <a:cubicBezTo>
                    <a:pt x="74" y="188"/>
                    <a:pt x="42" y="156"/>
                    <a:pt x="42" y="118"/>
                  </a:cubicBezTo>
                  <a:cubicBezTo>
                    <a:pt x="42" y="77"/>
                    <a:pt x="74" y="45"/>
                    <a:pt x="112" y="45"/>
                  </a:cubicBezTo>
                  <a:close/>
                  <a:moveTo>
                    <a:pt x="112" y="0"/>
                  </a:moveTo>
                  <a:cubicBezTo>
                    <a:pt x="48" y="0"/>
                    <a:pt x="1" y="48"/>
                    <a:pt x="1" y="112"/>
                  </a:cubicBezTo>
                  <a:cubicBezTo>
                    <a:pt x="1" y="175"/>
                    <a:pt x="51" y="223"/>
                    <a:pt x="112" y="223"/>
                  </a:cubicBezTo>
                  <a:cubicBezTo>
                    <a:pt x="172" y="223"/>
                    <a:pt x="223" y="175"/>
                    <a:pt x="223" y="112"/>
                  </a:cubicBezTo>
                  <a:cubicBezTo>
                    <a:pt x="223" y="48"/>
                    <a:pt x="175" y="0"/>
                    <a:pt x="112"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4992;p343">
              <a:extLst>
                <a:ext uri="{FF2B5EF4-FFF2-40B4-BE49-F238E27FC236}">
                  <a16:creationId xmlns:a16="http://schemas.microsoft.com/office/drawing/2014/main" id="{15B3AE02-77C6-1349-A384-A18869AB39DD}"/>
                </a:ext>
              </a:extLst>
            </p:cNvPr>
            <p:cNvSpPr/>
            <p:nvPr/>
          </p:nvSpPr>
          <p:spPr>
            <a:xfrm>
              <a:off x="4267100" y="635575"/>
              <a:ext cx="5575" cy="5425"/>
            </a:xfrm>
            <a:custGeom>
              <a:avLst/>
              <a:gdLst/>
              <a:ahLst/>
              <a:cxnLst/>
              <a:rect l="l" t="t" r="r" b="b"/>
              <a:pathLst>
                <a:path w="223" h="217" extrusionOk="0">
                  <a:moveTo>
                    <a:pt x="108" y="38"/>
                  </a:moveTo>
                  <a:cubicBezTo>
                    <a:pt x="147" y="38"/>
                    <a:pt x="182" y="70"/>
                    <a:pt x="182" y="112"/>
                  </a:cubicBezTo>
                  <a:cubicBezTo>
                    <a:pt x="182" y="150"/>
                    <a:pt x="150" y="181"/>
                    <a:pt x="108" y="181"/>
                  </a:cubicBezTo>
                  <a:cubicBezTo>
                    <a:pt x="70" y="181"/>
                    <a:pt x="38" y="150"/>
                    <a:pt x="38" y="112"/>
                  </a:cubicBezTo>
                  <a:cubicBezTo>
                    <a:pt x="38" y="70"/>
                    <a:pt x="70" y="38"/>
                    <a:pt x="108" y="38"/>
                  </a:cubicBezTo>
                  <a:close/>
                  <a:moveTo>
                    <a:pt x="108" y="0"/>
                  </a:moveTo>
                  <a:cubicBezTo>
                    <a:pt x="51" y="0"/>
                    <a:pt x="0" y="42"/>
                    <a:pt x="0" y="105"/>
                  </a:cubicBezTo>
                  <a:cubicBezTo>
                    <a:pt x="0" y="169"/>
                    <a:pt x="51" y="216"/>
                    <a:pt x="108" y="216"/>
                  </a:cubicBezTo>
                  <a:cubicBezTo>
                    <a:pt x="169" y="216"/>
                    <a:pt x="223" y="175"/>
                    <a:pt x="223" y="112"/>
                  </a:cubicBezTo>
                  <a:cubicBezTo>
                    <a:pt x="223" y="48"/>
                    <a:pt x="169" y="0"/>
                    <a:pt x="108"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993;p343">
            <a:extLst>
              <a:ext uri="{FF2B5EF4-FFF2-40B4-BE49-F238E27FC236}">
                <a16:creationId xmlns:a16="http://schemas.microsoft.com/office/drawing/2014/main" id="{F84183F3-566E-390E-777A-A016608408F3}"/>
              </a:ext>
            </a:extLst>
          </p:cNvPr>
          <p:cNvSpPr txBox="1"/>
          <p:nvPr/>
        </p:nvSpPr>
        <p:spPr>
          <a:xfrm>
            <a:off x="3797277" y="3307845"/>
            <a:ext cx="1413621" cy="553968"/>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400" b="1" dirty="0">
                <a:ea typeface="Lexend Deca Light"/>
                <a:cs typeface="Lexend Deca Light"/>
                <a:sym typeface="Lexend Deca Light"/>
              </a:rPr>
              <a:t>De grafos</a:t>
            </a:r>
            <a:endParaRPr sz="2400" b="1" dirty="0">
              <a:ea typeface="Lexend Deca Light"/>
              <a:cs typeface="Lexend Deca Light"/>
              <a:sym typeface="Lexend Deca Light"/>
            </a:endParaRPr>
          </a:p>
        </p:txBody>
      </p:sp>
    </p:spTree>
    <p:extLst>
      <p:ext uri="{BB962C8B-B14F-4D97-AF65-F5344CB8AC3E}">
        <p14:creationId xmlns:p14="http://schemas.microsoft.com/office/powerpoint/2010/main" val="1210077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83B97CEF-85FB-B07C-E56F-426F629919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8A8E4D6-974C-BAA2-C51C-19C4347CCABA}"/>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a:ln>
                <a:noFill/>
              </a:ln>
              <a:solidFill>
                <a:prstClr val="white"/>
              </a:solidFill>
              <a:effectLst/>
              <a:uLnTx/>
              <a:uFillTx/>
              <a:latin typeface="Calibri Light"/>
              <a:ea typeface="+mn-ea"/>
              <a:cs typeface="+mn-cs"/>
            </a:endParaRPr>
          </a:p>
        </p:txBody>
      </p:sp>
      <p:sp>
        <p:nvSpPr>
          <p:cNvPr id="3" name="Content Placeholder 2">
            <a:extLst>
              <a:ext uri="{FF2B5EF4-FFF2-40B4-BE49-F238E27FC236}">
                <a16:creationId xmlns:a16="http://schemas.microsoft.com/office/drawing/2014/main" id="{43AA40AC-CA18-069B-FE6B-172C9F62819F}"/>
              </a:ext>
            </a:extLst>
          </p:cNvPr>
          <p:cNvSpPr>
            <a:spLocks noGrp="1"/>
          </p:cNvSpPr>
          <p:nvPr>
            <p:ph idx="1"/>
          </p:nvPr>
        </p:nvSpPr>
        <p:spPr>
          <a:xfrm>
            <a:off x="371475" y="1233488"/>
            <a:ext cx="5724526" cy="4943475"/>
          </a:xfrm>
        </p:spPr>
        <p:txBody>
          <a:bodyPr>
            <a:normAutofit lnSpcReduction="10000"/>
          </a:bodyPr>
          <a:lstStyle/>
          <a:p>
            <a:r>
              <a:rPr lang="es-AR" sz="3600" b="1" dirty="0">
                <a:solidFill>
                  <a:schemeClr val="bg1"/>
                </a:solidFill>
              </a:rPr>
              <a:t>Estructura</a:t>
            </a:r>
          </a:p>
          <a:p>
            <a:pPr lvl="1"/>
            <a:r>
              <a:rPr lang="es-AR" sz="3200" b="1" dirty="0">
                <a:solidFill>
                  <a:schemeClr val="bg1"/>
                </a:solidFill>
              </a:rPr>
              <a:t>Una clave única se encuentra mapeada con una colección de valores, donde los valores pueden ser cualquier cosa desde una cadena de caracteres hasta un objeto grande binario</a:t>
            </a:r>
          </a:p>
          <a:p>
            <a:endParaRPr lang="es-AR" sz="3600" b="1" dirty="0">
              <a:solidFill>
                <a:schemeClr val="bg1"/>
              </a:solidFill>
            </a:endParaRPr>
          </a:p>
          <a:p>
            <a:r>
              <a:rPr lang="es-AR" sz="3600" b="1" dirty="0">
                <a:solidFill>
                  <a:schemeClr val="bg1"/>
                </a:solidFill>
              </a:rPr>
              <a:t>Fortaleza</a:t>
            </a:r>
          </a:p>
          <a:p>
            <a:pPr lvl="1"/>
            <a:r>
              <a:rPr lang="es-AR" sz="3200" b="1" dirty="0">
                <a:solidFill>
                  <a:schemeClr val="bg1"/>
                </a:solidFill>
              </a:rPr>
              <a:t>Modelo de datos sencillo</a:t>
            </a:r>
          </a:p>
        </p:txBody>
      </p:sp>
      <p:sp>
        <p:nvSpPr>
          <p:cNvPr id="4" name="Slide Number Placeholder 3">
            <a:extLst>
              <a:ext uri="{FF2B5EF4-FFF2-40B4-BE49-F238E27FC236}">
                <a16:creationId xmlns:a16="http://schemas.microsoft.com/office/drawing/2014/main" id="{A539C45B-1CA3-C35E-F123-5EB41F0BD3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BE396603-4B38-F4CB-F3C5-EE9A31190284}"/>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781747D5-8F10-1C45-1DE9-0C1A225FA603}"/>
              </a:ext>
            </a:extLst>
          </p:cNvPr>
          <p:cNvSpPr txBox="1">
            <a:spLocks/>
          </p:cNvSpPr>
          <p:nvPr/>
        </p:nvSpPr>
        <p:spPr>
          <a:xfrm>
            <a:off x="6330469" y="5039955"/>
            <a:ext cx="5724526" cy="1477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600" b="1" i="0" u="none" strike="noStrike" kern="1200" cap="none" spc="0" normalizeH="0" baseline="0" noProof="0" dirty="0">
                <a:ln>
                  <a:noFill/>
                </a:ln>
                <a:effectLst/>
                <a:uLnTx/>
                <a:uFillTx/>
                <a:latin typeface="+mj-lt"/>
                <a:ea typeface="+mn-ea"/>
                <a:cs typeface="+mn-cs"/>
              </a:rPr>
              <a:t>Base de datos de Clave/Valor</a:t>
            </a:r>
          </a:p>
        </p:txBody>
      </p:sp>
      <p:grpSp>
        <p:nvGrpSpPr>
          <p:cNvPr id="5" name="Google Shape;5000;p344">
            <a:extLst>
              <a:ext uri="{FF2B5EF4-FFF2-40B4-BE49-F238E27FC236}">
                <a16:creationId xmlns:a16="http://schemas.microsoft.com/office/drawing/2014/main" id="{FD60374F-0B61-CE1D-CBE3-C3090A14023D}"/>
              </a:ext>
            </a:extLst>
          </p:cNvPr>
          <p:cNvGrpSpPr/>
          <p:nvPr/>
        </p:nvGrpSpPr>
        <p:grpSpPr>
          <a:xfrm>
            <a:off x="8091319" y="2504057"/>
            <a:ext cx="2181560" cy="2181567"/>
            <a:chOff x="1369679" y="2114568"/>
            <a:chExt cx="918242" cy="914358"/>
          </a:xfrm>
        </p:grpSpPr>
        <p:sp>
          <p:nvSpPr>
            <p:cNvPr id="8" name="Google Shape;5001;p344">
              <a:extLst>
                <a:ext uri="{FF2B5EF4-FFF2-40B4-BE49-F238E27FC236}">
                  <a16:creationId xmlns:a16="http://schemas.microsoft.com/office/drawing/2014/main" id="{E162D9F1-1DE7-E5A9-F289-93368078D823}"/>
                </a:ext>
              </a:extLst>
            </p:cNvPr>
            <p:cNvSpPr/>
            <p:nvPr/>
          </p:nvSpPr>
          <p:spPr>
            <a:xfrm>
              <a:off x="1369679" y="2114568"/>
              <a:ext cx="247633" cy="247865"/>
            </a:xfrm>
            <a:custGeom>
              <a:avLst/>
              <a:gdLst/>
              <a:ahLst/>
              <a:cxnLst/>
              <a:rect l="l" t="t" r="r" b="b"/>
              <a:pathLst>
                <a:path w="46395" h="46395" extrusionOk="0">
                  <a:moveTo>
                    <a:pt x="40845" y="5550"/>
                  </a:moveTo>
                  <a:lnTo>
                    <a:pt x="40845" y="40845"/>
                  </a:lnTo>
                  <a:lnTo>
                    <a:pt x="5550" y="40845"/>
                  </a:lnTo>
                  <a:lnTo>
                    <a:pt x="5550" y="5550"/>
                  </a:lnTo>
                  <a:close/>
                  <a:moveTo>
                    <a:pt x="5550" y="1"/>
                  </a:moveTo>
                  <a:cubicBezTo>
                    <a:pt x="2442" y="1"/>
                    <a:pt x="1" y="2664"/>
                    <a:pt x="1" y="5550"/>
                  </a:cubicBezTo>
                  <a:lnTo>
                    <a:pt x="1" y="40845"/>
                  </a:lnTo>
                  <a:cubicBezTo>
                    <a:pt x="1" y="43953"/>
                    <a:pt x="2442" y="46395"/>
                    <a:pt x="5550" y="46395"/>
                  </a:cubicBezTo>
                  <a:lnTo>
                    <a:pt x="40845" y="46395"/>
                  </a:lnTo>
                  <a:cubicBezTo>
                    <a:pt x="43953" y="46395"/>
                    <a:pt x="46395" y="43953"/>
                    <a:pt x="46395" y="40845"/>
                  </a:cubicBezTo>
                  <a:lnTo>
                    <a:pt x="46395" y="5550"/>
                  </a:lnTo>
                  <a:cubicBezTo>
                    <a:pt x="46395" y="2664"/>
                    <a:pt x="43953" y="1"/>
                    <a:pt x="40845" y="1"/>
                  </a:cubicBezTo>
                  <a:close/>
                </a:path>
              </a:pathLst>
            </a:custGeom>
            <a:solidFill>
              <a:srgbClr val="13AA5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0" name="Google Shape;5002;p344">
              <a:extLst>
                <a:ext uri="{FF2B5EF4-FFF2-40B4-BE49-F238E27FC236}">
                  <a16:creationId xmlns:a16="http://schemas.microsoft.com/office/drawing/2014/main" id="{E2431135-278E-77C5-6231-D1D1881D2F87}"/>
                </a:ext>
              </a:extLst>
            </p:cNvPr>
            <p:cNvSpPr/>
            <p:nvPr/>
          </p:nvSpPr>
          <p:spPr>
            <a:xfrm>
              <a:off x="1369679" y="2447818"/>
              <a:ext cx="247633" cy="249051"/>
            </a:xfrm>
            <a:custGeom>
              <a:avLst/>
              <a:gdLst/>
              <a:ahLst/>
              <a:cxnLst/>
              <a:rect l="l" t="t" r="r" b="b"/>
              <a:pathLst>
                <a:path w="46395" h="46617" extrusionOk="0">
                  <a:moveTo>
                    <a:pt x="40845" y="5550"/>
                  </a:moveTo>
                  <a:lnTo>
                    <a:pt x="40845" y="40623"/>
                  </a:lnTo>
                  <a:lnTo>
                    <a:pt x="5550" y="40623"/>
                  </a:lnTo>
                  <a:lnTo>
                    <a:pt x="5550" y="5550"/>
                  </a:lnTo>
                  <a:close/>
                  <a:moveTo>
                    <a:pt x="5550" y="0"/>
                  </a:moveTo>
                  <a:cubicBezTo>
                    <a:pt x="2442" y="0"/>
                    <a:pt x="1" y="2442"/>
                    <a:pt x="1" y="5550"/>
                  </a:cubicBezTo>
                  <a:lnTo>
                    <a:pt x="1" y="41067"/>
                  </a:lnTo>
                  <a:cubicBezTo>
                    <a:pt x="1" y="43952"/>
                    <a:pt x="2442" y="46616"/>
                    <a:pt x="5550" y="46616"/>
                  </a:cubicBezTo>
                  <a:lnTo>
                    <a:pt x="40845" y="46616"/>
                  </a:lnTo>
                  <a:cubicBezTo>
                    <a:pt x="43953" y="46616"/>
                    <a:pt x="46395" y="43952"/>
                    <a:pt x="46395" y="40623"/>
                  </a:cubicBezTo>
                  <a:lnTo>
                    <a:pt x="46395" y="5550"/>
                  </a:lnTo>
                  <a:cubicBezTo>
                    <a:pt x="46395" y="2442"/>
                    <a:pt x="43953" y="0"/>
                    <a:pt x="40845" y="0"/>
                  </a:cubicBezTo>
                  <a:close/>
                </a:path>
              </a:pathLst>
            </a:custGeom>
            <a:solidFill>
              <a:srgbClr val="13AA5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1" name="Google Shape;5003;p344">
              <a:extLst>
                <a:ext uri="{FF2B5EF4-FFF2-40B4-BE49-F238E27FC236}">
                  <a16:creationId xmlns:a16="http://schemas.microsoft.com/office/drawing/2014/main" id="{49E746E6-F1FA-1C45-CD36-B9BFC6F37190}"/>
                </a:ext>
              </a:extLst>
            </p:cNvPr>
            <p:cNvSpPr/>
            <p:nvPr/>
          </p:nvSpPr>
          <p:spPr>
            <a:xfrm>
              <a:off x="1369679" y="2781061"/>
              <a:ext cx="247633" cy="247865"/>
            </a:xfrm>
            <a:custGeom>
              <a:avLst/>
              <a:gdLst/>
              <a:ahLst/>
              <a:cxnLst/>
              <a:rect l="l" t="t" r="r" b="b"/>
              <a:pathLst>
                <a:path w="46395" h="46395" extrusionOk="0">
                  <a:moveTo>
                    <a:pt x="40845" y="5550"/>
                  </a:moveTo>
                  <a:lnTo>
                    <a:pt x="40845" y="40845"/>
                  </a:lnTo>
                  <a:lnTo>
                    <a:pt x="5550" y="40845"/>
                  </a:lnTo>
                  <a:lnTo>
                    <a:pt x="5550" y="5550"/>
                  </a:lnTo>
                  <a:close/>
                  <a:moveTo>
                    <a:pt x="5550" y="1"/>
                  </a:moveTo>
                  <a:cubicBezTo>
                    <a:pt x="2442" y="1"/>
                    <a:pt x="1" y="2443"/>
                    <a:pt x="1" y="5550"/>
                  </a:cubicBezTo>
                  <a:lnTo>
                    <a:pt x="1" y="40845"/>
                  </a:lnTo>
                  <a:cubicBezTo>
                    <a:pt x="1" y="43731"/>
                    <a:pt x="2442" y="46395"/>
                    <a:pt x="5550" y="46395"/>
                  </a:cubicBezTo>
                  <a:lnTo>
                    <a:pt x="40845" y="46395"/>
                  </a:lnTo>
                  <a:cubicBezTo>
                    <a:pt x="43953" y="46395"/>
                    <a:pt x="46395" y="43731"/>
                    <a:pt x="46395" y="40845"/>
                  </a:cubicBezTo>
                  <a:lnTo>
                    <a:pt x="46395" y="5550"/>
                  </a:lnTo>
                  <a:cubicBezTo>
                    <a:pt x="46395" y="2443"/>
                    <a:pt x="43953" y="1"/>
                    <a:pt x="40845" y="1"/>
                  </a:cubicBezTo>
                  <a:close/>
                </a:path>
              </a:pathLst>
            </a:custGeom>
            <a:solidFill>
              <a:srgbClr val="13AA5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2" name="Google Shape;5004;p344">
              <a:extLst>
                <a:ext uri="{FF2B5EF4-FFF2-40B4-BE49-F238E27FC236}">
                  <a16:creationId xmlns:a16="http://schemas.microsoft.com/office/drawing/2014/main" id="{972B6462-6433-8E65-8CEB-42D0CAED88E6}"/>
                </a:ext>
              </a:extLst>
            </p:cNvPr>
            <p:cNvSpPr/>
            <p:nvPr/>
          </p:nvSpPr>
          <p:spPr>
            <a:xfrm>
              <a:off x="1859010" y="2114568"/>
              <a:ext cx="428911" cy="247865"/>
            </a:xfrm>
            <a:custGeom>
              <a:avLst/>
              <a:gdLst/>
              <a:ahLst/>
              <a:cxnLst/>
              <a:rect l="l" t="t" r="r" b="b"/>
              <a:pathLst>
                <a:path w="80358" h="46395" extrusionOk="0">
                  <a:moveTo>
                    <a:pt x="74808" y="5550"/>
                  </a:moveTo>
                  <a:lnTo>
                    <a:pt x="74808" y="40845"/>
                  </a:lnTo>
                  <a:lnTo>
                    <a:pt x="5550" y="40845"/>
                  </a:lnTo>
                  <a:lnTo>
                    <a:pt x="5550" y="5550"/>
                  </a:lnTo>
                  <a:close/>
                  <a:moveTo>
                    <a:pt x="5550" y="1"/>
                  </a:moveTo>
                  <a:cubicBezTo>
                    <a:pt x="2442" y="1"/>
                    <a:pt x="1" y="2664"/>
                    <a:pt x="1" y="5550"/>
                  </a:cubicBezTo>
                  <a:lnTo>
                    <a:pt x="1" y="40845"/>
                  </a:lnTo>
                  <a:cubicBezTo>
                    <a:pt x="1" y="43953"/>
                    <a:pt x="2442" y="46395"/>
                    <a:pt x="5550" y="46395"/>
                  </a:cubicBezTo>
                  <a:lnTo>
                    <a:pt x="74808" y="46395"/>
                  </a:lnTo>
                  <a:cubicBezTo>
                    <a:pt x="77916" y="46395"/>
                    <a:pt x="80358" y="43953"/>
                    <a:pt x="80358" y="40845"/>
                  </a:cubicBezTo>
                  <a:lnTo>
                    <a:pt x="80358" y="5550"/>
                  </a:lnTo>
                  <a:cubicBezTo>
                    <a:pt x="80358" y="2664"/>
                    <a:pt x="77916" y="1"/>
                    <a:pt x="74808" y="1"/>
                  </a:cubicBezTo>
                  <a:close/>
                </a:path>
              </a:pathLst>
            </a:custGeom>
            <a:solidFill>
              <a:srgbClr val="13AA5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3" name="Google Shape;5005;p344">
              <a:extLst>
                <a:ext uri="{FF2B5EF4-FFF2-40B4-BE49-F238E27FC236}">
                  <a16:creationId xmlns:a16="http://schemas.microsoft.com/office/drawing/2014/main" id="{79879EEB-8E18-94BC-BC9B-8AE7D015F171}"/>
                </a:ext>
              </a:extLst>
            </p:cNvPr>
            <p:cNvSpPr/>
            <p:nvPr/>
          </p:nvSpPr>
          <p:spPr>
            <a:xfrm>
              <a:off x="1859010" y="2447818"/>
              <a:ext cx="428911" cy="249051"/>
            </a:xfrm>
            <a:custGeom>
              <a:avLst/>
              <a:gdLst/>
              <a:ahLst/>
              <a:cxnLst/>
              <a:rect l="l" t="t" r="r" b="b"/>
              <a:pathLst>
                <a:path w="80358" h="46617" extrusionOk="0">
                  <a:moveTo>
                    <a:pt x="74808" y="5550"/>
                  </a:moveTo>
                  <a:lnTo>
                    <a:pt x="74808" y="40623"/>
                  </a:lnTo>
                  <a:lnTo>
                    <a:pt x="5550" y="40623"/>
                  </a:lnTo>
                  <a:lnTo>
                    <a:pt x="5550" y="5550"/>
                  </a:lnTo>
                  <a:close/>
                  <a:moveTo>
                    <a:pt x="5550" y="0"/>
                  </a:moveTo>
                  <a:cubicBezTo>
                    <a:pt x="2442" y="0"/>
                    <a:pt x="1" y="2442"/>
                    <a:pt x="1" y="5550"/>
                  </a:cubicBezTo>
                  <a:lnTo>
                    <a:pt x="1" y="41067"/>
                  </a:lnTo>
                  <a:cubicBezTo>
                    <a:pt x="1" y="43952"/>
                    <a:pt x="2442" y="46616"/>
                    <a:pt x="5550" y="46616"/>
                  </a:cubicBezTo>
                  <a:lnTo>
                    <a:pt x="74808" y="46616"/>
                  </a:lnTo>
                  <a:cubicBezTo>
                    <a:pt x="77916" y="46616"/>
                    <a:pt x="80358" y="43952"/>
                    <a:pt x="80358" y="40623"/>
                  </a:cubicBezTo>
                  <a:lnTo>
                    <a:pt x="80358" y="5550"/>
                  </a:lnTo>
                  <a:cubicBezTo>
                    <a:pt x="80358" y="2442"/>
                    <a:pt x="77916" y="0"/>
                    <a:pt x="74808" y="0"/>
                  </a:cubicBezTo>
                  <a:close/>
                </a:path>
              </a:pathLst>
            </a:custGeom>
            <a:solidFill>
              <a:srgbClr val="13AA5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4" name="Google Shape;5006;p344">
              <a:extLst>
                <a:ext uri="{FF2B5EF4-FFF2-40B4-BE49-F238E27FC236}">
                  <a16:creationId xmlns:a16="http://schemas.microsoft.com/office/drawing/2014/main" id="{A676B2B7-7242-7752-B7A3-E4A72B593CD8}"/>
                </a:ext>
              </a:extLst>
            </p:cNvPr>
            <p:cNvSpPr/>
            <p:nvPr/>
          </p:nvSpPr>
          <p:spPr>
            <a:xfrm>
              <a:off x="1859010" y="2781061"/>
              <a:ext cx="428911" cy="247865"/>
            </a:xfrm>
            <a:custGeom>
              <a:avLst/>
              <a:gdLst/>
              <a:ahLst/>
              <a:cxnLst/>
              <a:rect l="l" t="t" r="r" b="b"/>
              <a:pathLst>
                <a:path w="80358" h="46395" extrusionOk="0">
                  <a:moveTo>
                    <a:pt x="74808" y="5550"/>
                  </a:moveTo>
                  <a:lnTo>
                    <a:pt x="74808" y="40845"/>
                  </a:lnTo>
                  <a:lnTo>
                    <a:pt x="5550" y="40845"/>
                  </a:lnTo>
                  <a:lnTo>
                    <a:pt x="5550" y="5550"/>
                  </a:lnTo>
                  <a:close/>
                  <a:moveTo>
                    <a:pt x="5550" y="1"/>
                  </a:moveTo>
                  <a:cubicBezTo>
                    <a:pt x="2442" y="1"/>
                    <a:pt x="1" y="2443"/>
                    <a:pt x="1" y="5550"/>
                  </a:cubicBezTo>
                  <a:lnTo>
                    <a:pt x="1" y="40845"/>
                  </a:lnTo>
                  <a:cubicBezTo>
                    <a:pt x="1" y="43731"/>
                    <a:pt x="2442" y="46395"/>
                    <a:pt x="5550" y="46395"/>
                  </a:cubicBezTo>
                  <a:lnTo>
                    <a:pt x="74808" y="46395"/>
                  </a:lnTo>
                  <a:cubicBezTo>
                    <a:pt x="77916" y="46395"/>
                    <a:pt x="80358" y="43731"/>
                    <a:pt x="80358" y="40845"/>
                  </a:cubicBezTo>
                  <a:lnTo>
                    <a:pt x="80358" y="5550"/>
                  </a:lnTo>
                  <a:cubicBezTo>
                    <a:pt x="80358" y="2443"/>
                    <a:pt x="77916" y="1"/>
                    <a:pt x="74808" y="1"/>
                  </a:cubicBezTo>
                  <a:close/>
                </a:path>
              </a:pathLst>
            </a:custGeom>
            <a:solidFill>
              <a:srgbClr val="13AA52"/>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5" name="Google Shape;5007;p344">
              <a:extLst>
                <a:ext uri="{FF2B5EF4-FFF2-40B4-BE49-F238E27FC236}">
                  <a16:creationId xmlns:a16="http://schemas.microsoft.com/office/drawing/2014/main" id="{75ACE644-566C-6F40-4906-4DD42E54E2BA}"/>
                </a:ext>
              </a:extLst>
            </p:cNvPr>
            <p:cNvSpPr/>
            <p:nvPr/>
          </p:nvSpPr>
          <p:spPr>
            <a:xfrm>
              <a:off x="1648115" y="2168779"/>
              <a:ext cx="178913" cy="140289"/>
            </a:xfrm>
            <a:custGeom>
              <a:avLst/>
              <a:gdLst/>
              <a:ahLst/>
              <a:cxnLst/>
              <a:rect l="l" t="t" r="r" b="b"/>
              <a:pathLst>
                <a:path w="33520" h="26259" extrusionOk="0">
                  <a:moveTo>
                    <a:pt x="18659" y="1"/>
                  </a:moveTo>
                  <a:cubicBezTo>
                    <a:pt x="17893" y="1"/>
                    <a:pt x="17137" y="343"/>
                    <a:pt x="16649" y="953"/>
                  </a:cubicBezTo>
                  <a:cubicBezTo>
                    <a:pt x="15539" y="2062"/>
                    <a:pt x="15761" y="4060"/>
                    <a:pt x="16871" y="4948"/>
                  </a:cubicBezTo>
                  <a:lnTo>
                    <a:pt x="23530" y="10498"/>
                  </a:lnTo>
                  <a:lnTo>
                    <a:pt x="2664" y="10498"/>
                  </a:lnTo>
                  <a:cubicBezTo>
                    <a:pt x="1110" y="10498"/>
                    <a:pt x="0" y="11608"/>
                    <a:pt x="0" y="13162"/>
                  </a:cubicBezTo>
                  <a:cubicBezTo>
                    <a:pt x="0" y="14937"/>
                    <a:pt x="888" y="15825"/>
                    <a:pt x="2442" y="15825"/>
                  </a:cubicBezTo>
                  <a:lnTo>
                    <a:pt x="23308" y="15825"/>
                  </a:lnTo>
                  <a:lnTo>
                    <a:pt x="16649" y="21375"/>
                  </a:lnTo>
                  <a:cubicBezTo>
                    <a:pt x="15539" y="22485"/>
                    <a:pt x="15317" y="24039"/>
                    <a:pt x="16427" y="25149"/>
                  </a:cubicBezTo>
                  <a:cubicBezTo>
                    <a:pt x="16871" y="25814"/>
                    <a:pt x="17759" y="26258"/>
                    <a:pt x="18646" y="26258"/>
                  </a:cubicBezTo>
                  <a:cubicBezTo>
                    <a:pt x="19090" y="26258"/>
                    <a:pt x="19978" y="26036"/>
                    <a:pt x="20200" y="25814"/>
                  </a:cubicBezTo>
                  <a:lnTo>
                    <a:pt x="32409" y="15381"/>
                  </a:lnTo>
                  <a:cubicBezTo>
                    <a:pt x="33075" y="14937"/>
                    <a:pt x="33519" y="14049"/>
                    <a:pt x="33519" y="13162"/>
                  </a:cubicBezTo>
                  <a:lnTo>
                    <a:pt x="33519" y="11830"/>
                  </a:lnTo>
                  <a:lnTo>
                    <a:pt x="20422" y="731"/>
                  </a:lnTo>
                  <a:cubicBezTo>
                    <a:pt x="19922" y="231"/>
                    <a:pt x="19287" y="1"/>
                    <a:pt x="18659" y="1"/>
                  </a:cubicBezTo>
                  <a:close/>
                </a:path>
              </a:pathLst>
            </a:custGeom>
            <a:solidFill>
              <a:srgbClr val="11614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6" name="Google Shape;5008;p344">
              <a:extLst>
                <a:ext uri="{FF2B5EF4-FFF2-40B4-BE49-F238E27FC236}">
                  <a16:creationId xmlns:a16="http://schemas.microsoft.com/office/drawing/2014/main" id="{9A968681-F334-FFC7-2483-CDD2B24318D6}"/>
                </a:ext>
              </a:extLst>
            </p:cNvPr>
            <p:cNvSpPr/>
            <p:nvPr/>
          </p:nvSpPr>
          <p:spPr>
            <a:xfrm>
              <a:off x="1646930" y="2499656"/>
              <a:ext cx="180098" cy="141475"/>
            </a:xfrm>
            <a:custGeom>
              <a:avLst/>
              <a:gdLst/>
              <a:ahLst/>
              <a:cxnLst/>
              <a:rect l="l" t="t" r="r" b="b"/>
              <a:pathLst>
                <a:path w="33742" h="26481" extrusionOk="0">
                  <a:moveTo>
                    <a:pt x="18659" y="1"/>
                  </a:moveTo>
                  <a:cubicBezTo>
                    <a:pt x="17893" y="1"/>
                    <a:pt x="17137" y="342"/>
                    <a:pt x="16649" y="952"/>
                  </a:cubicBezTo>
                  <a:cubicBezTo>
                    <a:pt x="15539" y="2062"/>
                    <a:pt x="15761" y="4060"/>
                    <a:pt x="16871" y="4948"/>
                  </a:cubicBezTo>
                  <a:lnTo>
                    <a:pt x="23530" y="10497"/>
                  </a:lnTo>
                  <a:lnTo>
                    <a:pt x="2664" y="10497"/>
                  </a:lnTo>
                  <a:cubicBezTo>
                    <a:pt x="1110" y="10497"/>
                    <a:pt x="0" y="11607"/>
                    <a:pt x="0" y="13161"/>
                  </a:cubicBezTo>
                  <a:cubicBezTo>
                    <a:pt x="0" y="14937"/>
                    <a:pt x="1110" y="16047"/>
                    <a:pt x="2664" y="16047"/>
                  </a:cubicBezTo>
                  <a:lnTo>
                    <a:pt x="23530" y="16047"/>
                  </a:lnTo>
                  <a:lnTo>
                    <a:pt x="16871" y="21596"/>
                  </a:lnTo>
                  <a:cubicBezTo>
                    <a:pt x="15761" y="22706"/>
                    <a:pt x="15539" y="24260"/>
                    <a:pt x="16649" y="25370"/>
                  </a:cubicBezTo>
                  <a:cubicBezTo>
                    <a:pt x="17093" y="26036"/>
                    <a:pt x="17981" y="26480"/>
                    <a:pt x="18868" y="26480"/>
                  </a:cubicBezTo>
                  <a:cubicBezTo>
                    <a:pt x="19312" y="26480"/>
                    <a:pt x="20200" y="26258"/>
                    <a:pt x="20422" y="26036"/>
                  </a:cubicBezTo>
                  <a:lnTo>
                    <a:pt x="32631" y="15603"/>
                  </a:lnTo>
                  <a:cubicBezTo>
                    <a:pt x="33297" y="15159"/>
                    <a:pt x="33741" y="14271"/>
                    <a:pt x="33741" y="13383"/>
                  </a:cubicBezTo>
                  <a:lnTo>
                    <a:pt x="33741" y="12051"/>
                  </a:lnTo>
                  <a:lnTo>
                    <a:pt x="20422" y="730"/>
                  </a:lnTo>
                  <a:cubicBezTo>
                    <a:pt x="19922" y="230"/>
                    <a:pt x="19287" y="1"/>
                    <a:pt x="18659" y="1"/>
                  </a:cubicBezTo>
                  <a:close/>
                </a:path>
              </a:pathLst>
            </a:custGeom>
            <a:solidFill>
              <a:srgbClr val="11614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sp>
          <p:nvSpPr>
            <p:cNvPr id="17" name="Google Shape;5009;p344">
              <a:extLst>
                <a:ext uri="{FF2B5EF4-FFF2-40B4-BE49-F238E27FC236}">
                  <a16:creationId xmlns:a16="http://schemas.microsoft.com/office/drawing/2014/main" id="{359EEDAC-1BF9-E93C-C9D3-0F0A17B50156}"/>
                </a:ext>
              </a:extLst>
            </p:cNvPr>
            <p:cNvSpPr/>
            <p:nvPr/>
          </p:nvSpPr>
          <p:spPr>
            <a:xfrm>
              <a:off x="1646930" y="2833370"/>
              <a:ext cx="180098" cy="142191"/>
            </a:xfrm>
            <a:custGeom>
              <a:avLst/>
              <a:gdLst/>
              <a:ahLst/>
              <a:cxnLst/>
              <a:rect l="l" t="t" r="r" b="b"/>
              <a:pathLst>
                <a:path w="33742" h="26615" extrusionOk="0">
                  <a:moveTo>
                    <a:pt x="18855" y="0"/>
                  </a:moveTo>
                  <a:cubicBezTo>
                    <a:pt x="18023" y="0"/>
                    <a:pt x="17178" y="425"/>
                    <a:pt x="16649" y="1087"/>
                  </a:cubicBezTo>
                  <a:cubicBezTo>
                    <a:pt x="15539" y="2197"/>
                    <a:pt x="15761" y="3973"/>
                    <a:pt x="16871" y="4861"/>
                  </a:cubicBezTo>
                  <a:lnTo>
                    <a:pt x="23530" y="10410"/>
                  </a:lnTo>
                  <a:lnTo>
                    <a:pt x="2664" y="10410"/>
                  </a:lnTo>
                  <a:cubicBezTo>
                    <a:pt x="1110" y="10410"/>
                    <a:pt x="0" y="11520"/>
                    <a:pt x="0" y="13296"/>
                  </a:cubicBezTo>
                  <a:cubicBezTo>
                    <a:pt x="0" y="14850"/>
                    <a:pt x="1110" y="15960"/>
                    <a:pt x="2664" y="15960"/>
                  </a:cubicBezTo>
                  <a:lnTo>
                    <a:pt x="23530" y="15960"/>
                  </a:lnTo>
                  <a:lnTo>
                    <a:pt x="16871" y="21509"/>
                  </a:lnTo>
                  <a:cubicBezTo>
                    <a:pt x="15761" y="22619"/>
                    <a:pt x="15539" y="24395"/>
                    <a:pt x="16649" y="25505"/>
                  </a:cubicBezTo>
                  <a:cubicBezTo>
                    <a:pt x="17093" y="25949"/>
                    <a:pt x="17981" y="26615"/>
                    <a:pt x="18868" y="26615"/>
                  </a:cubicBezTo>
                  <a:cubicBezTo>
                    <a:pt x="19312" y="26615"/>
                    <a:pt x="20200" y="26171"/>
                    <a:pt x="20422" y="25949"/>
                  </a:cubicBezTo>
                  <a:lnTo>
                    <a:pt x="32631" y="15738"/>
                  </a:lnTo>
                  <a:cubicBezTo>
                    <a:pt x="33297" y="15072"/>
                    <a:pt x="33741" y="14406"/>
                    <a:pt x="33741" y="13518"/>
                  </a:cubicBezTo>
                  <a:lnTo>
                    <a:pt x="33741" y="12186"/>
                  </a:lnTo>
                  <a:lnTo>
                    <a:pt x="20422" y="643"/>
                  </a:lnTo>
                  <a:cubicBezTo>
                    <a:pt x="19974" y="195"/>
                    <a:pt x="19418" y="0"/>
                    <a:pt x="18855" y="0"/>
                  </a:cubicBezTo>
                  <a:close/>
                </a:path>
              </a:pathLst>
            </a:custGeom>
            <a:solidFill>
              <a:srgbClr val="116149"/>
            </a:solidFill>
            <a:ln>
              <a:noFill/>
            </a:ln>
          </p:spPr>
          <p:txBody>
            <a:bodyPr spcFirstLastPara="1" wrap="square" lIns="91425" tIns="91425" rIns="91425" bIns="91425" anchor="ctr" anchorCtr="0">
              <a:noAutofit/>
            </a:bodyPr>
            <a:lstStyle/>
            <a:p>
              <a:pPr>
                <a:buClr>
                  <a:srgbClr val="000000"/>
                </a:buClr>
                <a:buFont typeface="Arial"/>
                <a:buNone/>
              </a:pPr>
              <a:endParaRPr sz="1400" kern="0">
                <a:solidFill>
                  <a:srgbClr val="000000"/>
                </a:solidFill>
                <a:latin typeface="Arial"/>
                <a:cs typeface="Arial"/>
                <a:sym typeface="Arial"/>
              </a:endParaRPr>
            </a:p>
          </p:txBody>
        </p:sp>
      </p:grpSp>
    </p:spTree>
    <p:extLst>
      <p:ext uri="{BB962C8B-B14F-4D97-AF65-F5344CB8AC3E}">
        <p14:creationId xmlns:p14="http://schemas.microsoft.com/office/powerpoint/2010/main" val="3471624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E7D9D-E16B-59ED-C984-98FEE5B44A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26347-0486-BE20-7906-839B3D88AB5E}"/>
              </a:ext>
            </a:extLst>
          </p:cNvPr>
          <p:cNvSpPr>
            <a:spLocks noGrp="1"/>
          </p:cNvSpPr>
          <p:nvPr>
            <p:ph type="title"/>
          </p:nvPr>
        </p:nvSpPr>
        <p:spPr/>
        <p:txBody>
          <a:bodyPr/>
          <a:lstStyle/>
          <a:p>
            <a:r>
              <a:rPr lang="es-AR" dirty="0"/>
              <a:t>Ejemplo: Clave/Valor</a:t>
            </a:r>
          </a:p>
        </p:txBody>
      </p:sp>
      <p:sp>
        <p:nvSpPr>
          <p:cNvPr id="4" name="Slide Number Placeholder 3">
            <a:extLst>
              <a:ext uri="{FF2B5EF4-FFF2-40B4-BE49-F238E27FC236}">
                <a16:creationId xmlns:a16="http://schemas.microsoft.com/office/drawing/2014/main" id="{1DED8FFF-EAFF-6A00-C915-8698EB716381}"/>
              </a:ext>
            </a:extLst>
          </p:cNvPr>
          <p:cNvSpPr>
            <a:spLocks noGrp="1"/>
          </p:cNvSpPr>
          <p:nvPr>
            <p:ph type="sldNum" sz="quarter" idx="12"/>
          </p:nvPr>
        </p:nvSpPr>
        <p:spPr/>
        <p:txBody>
          <a:bodyPr/>
          <a:lstStyle/>
          <a:p>
            <a:pPr rtl="0"/>
            <a:fld id="{03DC2DEF-D2FE-4B45-ABA4-9F153FD1C98A}" type="slidenum">
              <a:rPr lang="es-ES" noProof="0" smtClean="0"/>
              <a:t>8</a:t>
            </a:fld>
            <a:endParaRPr lang="es-ES" noProof="0" dirty="0"/>
          </a:p>
        </p:txBody>
      </p:sp>
      <p:graphicFrame>
        <p:nvGraphicFramePr>
          <p:cNvPr id="3" name="Table 2">
            <a:extLst>
              <a:ext uri="{FF2B5EF4-FFF2-40B4-BE49-F238E27FC236}">
                <a16:creationId xmlns:a16="http://schemas.microsoft.com/office/drawing/2014/main" id="{89996420-6430-1675-A105-2386A77FFCF1}"/>
              </a:ext>
            </a:extLst>
          </p:cNvPr>
          <p:cNvGraphicFramePr>
            <a:graphicFrameLocks noGrp="1"/>
          </p:cNvGraphicFramePr>
          <p:nvPr>
            <p:extLst>
              <p:ext uri="{D42A27DB-BD31-4B8C-83A1-F6EECF244321}">
                <p14:modId xmlns:p14="http://schemas.microsoft.com/office/powerpoint/2010/main" val="1680500191"/>
              </p:ext>
            </p:extLst>
          </p:nvPr>
        </p:nvGraphicFramePr>
        <p:xfrm>
          <a:off x="2067718" y="1857350"/>
          <a:ext cx="5418666" cy="15697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84947151"/>
                    </a:ext>
                  </a:extLst>
                </a:gridCol>
                <a:gridCol w="2709333">
                  <a:extLst>
                    <a:ext uri="{9D8B030D-6E8A-4147-A177-3AD203B41FA5}">
                      <a16:colId xmlns:a16="http://schemas.microsoft.com/office/drawing/2014/main" val="3369110644"/>
                    </a:ext>
                  </a:extLst>
                </a:gridCol>
              </a:tblGrid>
              <a:tr h="370840">
                <a:tc>
                  <a:txBody>
                    <a:bodyPr/>
                    <a:lstStyle/>
                    <a:p>
                      <a:pPr algn="ctr"/>
                      <a:r>
                        <a:rPr lang="es-AR" sz="2400" dirty="0"/>
                        <a:t>Clave</a:t>
                      </a:r>
                    </a:p>
                  </a:txBody>
                  <a:tcPr/>
                </a:tc>
                <a:tc>
                  <a:txBody>
                    <a:bodyPr/>
                    <a:lstStyle/>
                    <a:p>
                      <a:pPr algn="ctr"/>
                      <a:r>
                        <a:rPr lang="es-AR" sz="2400" dirty="0"/>
                        <a:t>Valor</a:t>
                      </a:r>
                    </a:p>
                  </a:txBody>
                  <a:tcPr/>
                </a:tc>
                <a:extLst>
                  <a:ext uri="{0D108BD9-81ED-4DB2-BD59-A6C34878D82A}">
                    <a16:rowId xmlns:a16="http://schemas.microsoft.com/office/drawing/2014/main" val="2524012209"/>
                  </a:ext>
                </a:extLst>
              </a:tr>
              <a:tr h="370840">
                <a:tc>
                  <a:txBody>
                    <a:bodyPr/>
                    <a:lstStyle/>
                    <a:p>
                      <a:r>
                        <a:rPr lang="es-AR" dirty="0"/>
                        <a:t>Nombre</a:t>
                      </a:r>
                    </a:p>
                  </a:txBody>
                  <a:tcPr/>
                </a:tc>
                <a:tc>
                  <a:txBody>
                    <a:bodyPr/>
                    <a:lstStyle/>
                    <a:p>
                      <a:r>
                        <a:rPr lang="es-AR" dirty="0"/>
                        <a:t>Sherlock Holmes</a:t>
                      </a:r>
                    </a:p>
                  </a:txBody>
                  <a:tcPr/>
                </a:tc>
                <a:extLst>
                  <a:ext uri="{0D108BD9-81ED-4DB2-BD59-A6C34878D82A}">
                    <a16:rowId xmlns:a16="http://schemas.microsoft.com/office/drawing/2014/main" val="4248992297"/>
                  </a:ext>
                </a:extLst>
              </a:tr>
              <a:tr h="370840">
                <a:tc>
                  <a:txBody>
                    <a:bodyPr/>
                    <a:lstStyle/>
                    <a:p>
                      <a:r>
                        <a:rPr lang="es-AR" dirty="0"/>
                        <a:t>Edad</a:t>
                      </a:r>
                    </a:p>
                  </a:txBody>
                  <a:tcPr/>
                </a:tc>
                <a:tc>
                  <a:txBody>
                    <a:bodyPr/>
                    <a:lstStyle/>
                    <a:p>
                      <a:r>
                        <a:rPr lang="es-AR" dirty="0"/>
                        <a:t>40</a:t>
                      </a:r>
                    </a:p>
                  </a:txBody>
                  <a:tcPr/>
                </a:tc>
                <a:extLst>
                  <a:ext uri="{0D108BD9-81ED-4DB2-BD59-A6C34878D82A}">
                    <a16:rowId xmlns:a16="http://schemas.microsoft.com/office/drawing/2014/main" val="1320047887"/>
                  </a:ext>
                </a:extLst>
              </a:tr>
              <a:tr h="370840">
                <a:tc>
                  <a:txBody>
                    <a:bodyPr/>
                    <a:lstStyle/>
                    <a:p>
                      <a:r>
                        <a:rPr lang="es-AR" dirty="0"/>
                        <a:t>Dirección</a:t>
                      </a:r>
                    </a:p>
                  </a:txBody>
                  <a:tcPr/>
                </a:tc>
                <a:tc>
                  <a:txBody>
                    <a:bodyPr/>
                    <a:lstStyle/>
                    <a:p>
                      <a:r>
                        <a:rPr lang="es-AR" dirty="0"/>
                        <a:t>221B Baker Street</a:t>
                      </a:r>
                    </a:p>
                  </a:txBody>
                  <a:tcPr/>
                </a:tc>
                <a:extLst>
                  <a:ext uri="{0D108BD9-81ED-4DB2-BD59-A6C34878D82A}">
                    <a16:rowId xmlns:a16="http://schemas.microsoft.com/office/drawing/2014/main" val="938361087"/>
                  </a:ext>
                </a:extLst>
              </a:tr>
            </a:tbl>
          </a:graphicData>
        </a:graphic>
      </p:graphicFrame>
    </p:spTree>
    <p:extLst>
      <p:ext uri="{BB962C8B-B14F-4D97-AF65-F5344CB8AC3E}">
        <p14:creationId xmlns:p14="http://schemas.microsoft.com/office/powerpoint/2010/main" val="3968490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D457E023-E413-531D-5A49-E0EDBB567B3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D45AA0-581F-DEA6-F24E-078C544CEFE0}"/>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3" name="Content Placeholder 2">
            <a:extLst>
              <a:ext uri="{FF2B5EF4-FFF2-40B4-BE49-F238E27FC236}">
                <a16:creationId xmlns:a16="http://schemas.microsoft.com/office/drawing/2014/main" id="{29190EB1-8143-4B36-76E4-BF112149CAE2}"/>
              </a:ext>
            </a:extLst>
          </p:cNvPr>
          <p:cNvSpPr>
            <a:spLocks noGrp="1"/>
          </p:cNvSpPr>
          <p:nvPr>
            <p:ph idx="1"/>
          </p:nvPr>
        </p:nvSpPr>
        <p:spPr>
          <a:xfrm>
            <a:off x="371475" y="1233488"/>
            <a:ext cx="5724526" cy="4943475"/>
          </a:xfrm>
        </p:spPr>
        <p:txBody>
          <a:bodyPr>
            <a:normAutofit fontScale="92500"/>
          </a:bodyPr>
          <a:lstStyle/>
          <a:p>
            <a:r>
              <a:rPr lang="es-AR" sz="3600" b="1" dirty="0">
                <a:solidFill>
                  <a:schemeClr val="bg1"/>
                </a:solidFill>
              </a:rPr>
              <a:t>Estructura</a:t>
            </a:r>
          </a:p>
          <a:p>
            <a:pPr lvl="1"/>
            <a:r>
              <a:rPr lang="es-AR" sz="3200" b="1" dirty="0">
                <a:solidFill>
                  <a:schemeClr val="bg1"/>
                </a:solidFill>
              </a:rPr>
              <a:t>Captura datos conectados</a:t>
            </a:r>
          </a:p>
          <a:p>
            <a:pPr lvl="1"/>
            <a:r>
              <a:rPr lang="es-AR" sz="3200" b="1" dirty="0">
                <a:solidFill>
                  <a:schemeClr val="bg1"/>
                </a:solidFill>
              </a:rPr>
              <a:t>Cada elemento está almacenado como un nodo</a:t>
            </a:r>
          </a:p>
          <a:p>
            <a:pPr lvl="1"/>
            <a:r>
              <a:rPr lang="es-AR" sz="3200" b="1" dirty="0">
                <a:solidFill>
                  <a:schemeClr val="bg1"/>
                </a:solidFill>
              </a:rPr>
              <a:t>Las conexiones entre los nodos se llaman </a:t>
            </a:r>
            <a:r>
              <a:rPr lang="es-AR" sz="3200" b="1" dirty="0" err="1">
                <a:solidFill>
                  <a:schemeClr val="bg1"/>
                </a:solidFill>
              </a:rPr>
              <a:t>enlances</a:t>
            </a:r>
            <a:r>
              <a:rPr lang="es-AR" sz="3200" b="1" dirty="0">
                <a:solidFill>
                  <a:schemeClr val="bg1"/>
                </a:solidFill>
              </a:rPr>
              <a:t> o relaciones</a:t>
            </a:r>
          </a:p>
          <a:p>
            <a:endParaRPr lang="es-AR" sz="3600" b="1" dirty="0">
              <a:solidFill>
                <a:schemeClr val="bg1"/>
              </a:solidFill>
            </a:endParaRPr>
          </a:p>
          <a:p>
            <a:r>
              <a:rPr lang="es-AR" sz="3600" b="1" dirty="0">
                <a:solidFill>
                  <a:schemeClr val="bg1"/>
                </a:solidFill>
              </a:rPr>
              <a:t>Fortaleza</a:t>
            </a:r>
          </a:p>
          <a:p>
            <a:pPr lvl="1"/>
            <a:r>
              <a:rPr lang="es-AR" sz="3200" b="1" dirty="0">
                <a:solidFill>
                  <a:schemeClr val="bg1"/>
                </a:solidFill>
              </a:rPr>
              <a:t>Recorre rápidamente las conexiones entre los datos</a:t>
            </a:r>
          </a:p>
        </p:txBody>
      </p:sp>
      <p:sp>
        <p:nvSpPr>
          <p:cNvPr id="4" name="Slide Number Placeholder 3">
            <a:extLst>
              <a:ext uri="{FF2B5EF4-FFF2-40B4-BE49-F238E27FC236}">
                <a16:creationId xmlns:a16="http://schemas.microsoft.com/office/drawing/2014/main" id="{D0FC1733-E57B-E601-7522-9E8FBFA15E0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13ECE879-07DB-635D-9A0B-2F603FC86666}"/>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ECCE1729-E0CA-A7FD-51E6-0B1B63DEEA83}"/>
              </a:ext>
            </a:extLst>
          </p:cNvPr>
          <p:cNvSpPr txBox="1">
            <a:spLocks/>
          </p:cNvSpPr>
          <p:nvPr/>
        </p:nvSpPr>
        <p:spPr>
          <a:xfrm>
            <a:off x="6330469" y="5039955"/>
            <a:ext cx="5724526" cy="1477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600" b="1" i="0" u="none" strike="noStrike" kern="1200" cap="none" spc="0" normalizeH="0" baseline="0" noProof="0" dirty="0">
                <a:ln>
                  <a:noFill/>
                </a:ln>
                <a:solidFill>
                  <a:srgbClr val="32363F"/>
                </a:solidFill>
                <a:effectLst/>
                <a:uLnTx/>
                <a:uFillTx/>
                <a:latin typeface="Calibri"/>
                <a:ea typeface="+mn-ea"/>
                <a:cs typeface="+mn-cs"/>
              </a:rPr>
              <a:t>Base de datos de Grafos</a:t>
            </a:r>
          </a:p>
        </p:txBody>
      </p:sp>
      <p:grpSp>
        <p:nvGrpSpPr>
          <p:cNvPr id="9" name="Google Shape;5022;p346">
            <a:extLst>
              <a:ext uri="{FF2B5EF4-FFF2-40B4-BE49-F238E27FC236}">
                <a16:creationId xmlns:a16="http://schemas.microsoft.com/office/drawing/2014/main" id="{69871F0A-BF71-B979-3222-A71D69CA6ABA}"/>
              </a:ext>
            </a:extLst>
          </p:cNvPr>
          <p:cNvGrpSpPr/>
          <p:nvPr/>
        </p:nvGrpSpPr>
        <p:grpSpPr>
          <a:xfrm>
            <a:off x="8049731" y="1960377"/>
            <a:ext cx="2286001" cy="2286001"/>
            <a:chOff x="4267100" y="623100"/>
            <a:chExt cx="34600" cy="34675"/>
          </a:xfrm>
        </p:grpSpPr>
        <p:sp>
          <p:nvSpPr>
            <p:cNvPr id="18" name="Google Shape;5023;p346">
              <a:extLst>
                <a:ext uri="{FF2B5EF4-FFF2-40B4-BE49-F238E27FC236}">
                  <a16:creationId xmlns:a16="http://schemas.microsoft.com/office/drawing/2014/main" id="{64588416-F044-852B-2439-60DBA502558C}"/>
                </a:ext>
              </a:extLst>
            </p:cNvPr>
            <p:cNvSpPr/>
            <p:nvPr/>
          </p:nvSpPr>
          <p:spPr>
            <a:xfrm>
              <a:off x="4267100" y="656800"/>
              <a:ext cx="33400" cy="975"/>
            </a:xfrm>
            <a:custGeom>
              <a:avLst/>
              <a:gdLst/>
              <a:ahLst/>
              <a:cxnLst/>
              <a:rect l="l" t="t" r="r" b="b"/>
              <a:pathLst>
                <a:path w="1336" h="39" extrusionOk="0">
                  <a:moveTo>
                    <a:pt x="19" y="0"/>
                  </a:moveTo>
                  <a:cubicBezTo>
                    <a:pt x="7" y="0"/>
                    <a:pt x="0" y="10"/>
                    <a:pt x="0" y="19"/>
                  </a:cubicBezTo>
                  <a:cubicBezTo>
                    <a:pt x="0" y="32"/>
                    <a:pt x="7" y="38"/>
                    <a:pt x="19" y="38"/>
                  </a:cubicBezTo>
                  <a:lnTo>
                    <a:pt x="1314" y="38"/>
                  </a:lnTo>
                  <a:cubicBezTo>
                    <a:pt x="1326" y="38"/>
                    <a:pt x="1336" y="32"/>
                    <a:pt x="1336" y="19"/>
                  </a:cubicBezTo>
                  <a:cubicBezTo>
                    <a:pt x="1336" y="10"/>
                    <a:pt x="1326" y="0"/>
                    <a:pt x="1314"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024;p346">
              <a:extLst>
                <a:ext uri="{FF2B5EF4-FFF2-40B4-BE49-F238E27FC236}">
                  <a16:creationId xmlns:a16="http://schemas.microsoft.com/office/drawing/2014/main" id="{49494F33-36F2-7F8F-3363-4EEA495BA482}"/>
                </a:ext>
              </a:extLst>
            </p:cNvPr>
            <p:cNvSpPr/>
            <p:nvPr/>
          </p:nvSpPr>
          <p:spPr>
            <a:xfrm>
              <a:off x="4269325" y="650125"/>
              <a:ext cx="6625" cy="7650"/>
            </a:xfrm>
            <a:custGeom>
              <a:avLst/>
              <a:gdLst/>
              <a:ahLst/>
              <a:cxnLst/>
              <a:rect l="l" t="t" r="r" b="b"/>
              <a:pathLst>
                <a:path w="265" h="306" extrusionOk="0">
                  <a:moveTo>
                    <a:pt x="217" y="41"/>
                  </a:moveTo>
                  <a:cubicBezTo>
                    <a:pt x="220" y="41"/>
                    <a:pt x="223" y="45"/>
                    <a:pt x="223" y="48"/>
                  </a:cubicBezTo>
                  <a:lnTo>
                    <a:pt x="223" y="267"/>
                  </a:lnTo>
                  <a:lnTo>
                    <a:pt x="42" y="267"/>
                  </a:lnTo>
                  <a:lnTo>
                    <a:pt x="42" y="48"/>
                  </a:lnTo>
                  <a:cubicBezTo>
                    <a:pt x="42" y="45"/>
                    <a:pt x="45" y="41"/>
                    <a:pt x="48" y="41"/>
                  </a:cubicBezTo>
                  <a:close/>
                  <a:moveTo>
                    <a:pt x="48" y="0"/>
                  </a:moveTo>
                  <a:cubicBezTo>
                    <a:pt x="26" y="0"/>
                    <a:pt x="0" y="22"/>
                    <a:pt x="0" y="48"/>
                  </a:cubicBezTo>
                  <a:lnTo>
                    <a:pt x="0" y="286"/>
                  </a:lnTo>
                  <a:cubicBezTo>
                    <a:pt x="0" y="299"/>
                    <a:pt x="10" y="305"/>
                    <a:pt x="19" y="305"/>
                  </a:cubicBezTo>
                  <a:lnTo>
                    <a:pt x="245" y="305"/>
                  </a:lnTo>
                  <a:cubicBezTo>
                    <a:pt x="255" y="305"/>
                    <a:pt x="264" y="299"/>
                    <a:pt x="261" y="286"/>
                  </a:cubicBezTo>
                  <a:lnTo>
                    <a:pt x="261" y="48"/>
                  </a:lnTo>
                  <a:cubicBezTo>
                    <a:pt x="261" y="26"/>
                    <a:pt x="239" y="0"/>
                    <a:pt x="213"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5025;p346">
              <a:extLst>
                <a:ext uri="{FF2B5EF4-FFF2-40B4-BE49-F238E27FC236}">
                  <a16:creationId xmlns:a16="http://schemas.microsoft.com/office/drawing/2014/main" id="{6D4B4BD2-F5FE-358F-3720-D569997EED33}"/>
                </a:ext>
              </a:extLst>
            </p:cNvPr>
            <p:cNvSpPr/>
            <p:nvPr/>
          </p:nvSpPr>
          <p:spPr>
            <a:xfrm>
              <a:off x="4280450" y="636750"/>
              <a:ext cx="6700" cy="21025"/>
            </a:xfrm>
            <a:custGeom>
              <a:avLst/>
              <a:gdLst/>
              <a:ahLst/>
              <a:cxnLst/>
              <a:rect l="l" t="t" r="r" b="b"/>
              <a:pathLst>
                <a:path w="268" h="841" extrusionOk="0">
                  <a:moveTo>
                    <a:pt x="217" y="39"/>
                  </a:moveTo>
                  <a:cubicBezTo>
                    <a:pt x="220" y="39"/>
                    <a:pt x="223" y="42"/>
                    <a:pt x="223" y="49"/>
                  </a:cubicBezTo>
                  <a:lnTo>
                    <a:pt x="223" y="802"/>
                  </a:lnTo>
                  <a:lnTo>
                    <a:pt x="45" y="802"/>
                  </a:lnTo>
                  <a:lnTo>
                    <a:pt x="45" y="49"/>
                  </a:lnTo>
                  <a:cubicBezTo>
                    <a:pt x="45" y="42"/>
                    <a:pt x="48" y="39"/>
                    <a:pt x="55" y="39"/>
                  </a:cubicBezTo>
                  <a:close/>
                  <a:moveTo>
                    <a:pt x="48" y="1"/>
                  </a:moveTo>
                  <a:cubicBezTo>
                    <a:pt x="26" y="1"/>
                    <a:pt x="1" y="20"/>
                    <a:pt x="1" y="49"/>
                  </a:cubicBezTo>
                  <a:lnTo>
                    <a:pt x="1" y="821"/>
                  </a:lnTo>
                  <a:cubicBezTo>
                    <a:pt x="1" y="834"/>
                    <a:pt x="10" y="840"/>
                    <a:pt x="23" y="840"/>
                  </a:cubicBezTo>
                  <a:lnTo>
                    <a:pt x="245" y="840"/>
                  </a:lnTo>
                  <a:cubicBezTo>
                    <a:pt x="255" y="840"/>
                    <a:pt x="268" y="834"/>
                    <a:pt x="261" y="821"/>
                  </a:cubicBezTo>
                  <a:lnTo>
                    <a:pt x="261" y="49"/>
                  </a:lnTo>
                  <a:cubicBezTo>
                    <a:pt x="261" y="23"/>
                    <a:pt x="239" y="1"/>
                    <a:pt x="214"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5026;p346">
              <a:extLst>
                <a:ext uri="{FF2B5EF4-FFF2-40B4-BE49-F238E27FC236}">
                  <a16:creationId xmlns:a16="http://schemas.microsoft.com/office/drawing/2014/main" id="{4E1443D7-97BA-B49D-16F0-A88DD74228EF}"/>
                </a:ext>
              </a:extLst>
            </p:cNvPr>
            <p:cNvSpPr/>
            <p:nvPr/>
          </p:nvSpPr>
          <p:spPr>
            <a:xfrm>
              <a:off x="4291750" y="643350"/>
              <a:ext cx="6525" cy="14425"/>
            </a:xfrm>
            <a:custGeom>
              <a:avLst/>
              <a:gdLst/>
              <a:ahLst/>
              <a:cxnLst/>
              <a:rect l="l" t="t" r="r" b="b"/>
              <a:pathLst>
                <a:path w="261" h="577" extrusionOk="0">
                  <a:moveTo>
                    <a:pt x="213" y="42"/>
                  </a:moveTo>
                  <a:cubicBezTo>
                    <a:pt x="216" y="42"/>
                    <a:pt x="223" y="45"/>
                    <a:pt x="223" y="49"/>
                  </a:cubicBezTo>
                  <a:lnTo>
                    <a:pt x="223" y="538"/>
                  </a:lnTo>
                  <a:lnTo>
                    <a:pt x="41" y="538"/>
                  </a:lnTo>
                  <a:lnTo>
                    <a:pt x="41" y="49"/>
                  </a:lnTo>
                  <a:cubicBezTo>
                    <a:pt x="41" y="45"/>
                    <a:pt x="48" y="42"/>
                    <a:pt x="51" y="42"/>
                  </a:cubicBezTo>
                  <a:close/>
                  <a:moveTo>
                    <a:pt x="48" y="1"/>
                  </a:moveTo>
                  <a:cubicBezTo>
                    <a:pt x="22" y="1"/>
                    <a:pt x="0" y="23"/>
                    <a:pt x="0" y="49"/>
                  </a:cubicBezTo>
                  <a:lnTo>
                    <a:pt x="0" y="557"/>
                  </a:lnTo>
                  <a:cubicBezTo>
                    <a:pt x="0" y="570"/>
                    <a:pt x="6" y="576"/>
                    <a:pt x="19" y="576"/>
                  </a:cubicBezTo>
                  <a:lnTo>
                    <a:pt x="242" y="576"/>
                  </a:lnTo>
                  <a:cubicBezTo>
                    <a:pt x="254" y="576"/>
                    <a:pt x="261" y="570"/>
                    <a:pt x="258" y="557"/>
                  </a:cubicBezTo>
                  <a:lnTo>
                    <a:pt x="258" y="49"/>
                  </a:lnTo>
                  <a:cubicBezTo>
                    <a:pt x="258" y="26"/>
                    <a:pt x="238" y="1"/>
                    <a:pt x="210"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5027;p346">
              <a:extLst>
                <a:ext uri="{FF2B5EF4-FFF2-40B4-BE49-F238E27FC236}">
                  <a16:creationId xmlns:a16="http://schemas.microsoft.com/office/drawing/2014/main" id="{46521176-E93D-CFD0-58CD-40F25A23870B}"/>
                </a:ext>
              </a:extLst>
            </p:cNvPr>
            <p:cNvSpPr/>
            <p:nvPr/>
          </p:nvSpPr>
          <p:spPr>
            <a:xfrm>
              <a:off x="4270125" y="629825"/>
              <a:ext cx="7100" cy="6950"/>
            </a:xfrm>
            <a:custGeom>
              <a:avLst/>
              <a:gdLst/>
              <a:ahLst/>
              <a:cxnLst/>
              <a:rect l="l" t="t" r="r" b="b"/>
              <a:pathLst>
                <a:path w="284" h="278" extrusionOk="0">
                  <a:moveTo>
                    <a:pt x="261" y="0"/>
                  </a:moveTo>
                  <a:cubicBezTo>
                    <a:pt x="256" y="0"/>
                    <a:pt x="251" y="3"/>
                    <a:pt x="248" y="8"/>
                  </a:cubicBezTo>
                  <a:lnTo>
                    <a:pt x="10" y="246"/>
                  </a:lnTo>
                  <a:cubicBezTo>
                    <a:pt x="0" y="252"/>
                    <a:pt x="0" y="265"/>
                    <a:pt x="10" y="272"/>
                  </a:cubicBezTo>
                  <a:cubicBezTo>
                    <a:pt x="13" y="278"/>
                    <a:pt x="22" y="278"/>
                    <a:pt x="26" y="278"/>
                  </a:cubicBezTo>
                  <a:cubicBezTo>
                    <a:pt x="29" y="278"/>
                    <a:pt x="38" y="278"/>
                    <a:pt x="38" y="272"/>
                  </a:cubicBezTo>
                  <a:lnTo>
                    <a:pt x="277" y="33"/>
                  </a:lnTo>
                  <a:cubicBezTo>
                    <a:pt x="283" y="27"/>
                    <a:pt x="283" y="14"/>
                    <a:pt x="277" y="8"/>
                  </a:cubicBezTo>
                  <a:cubicBezTo>
                    <a:pt x="272" y="3"/>
                    <a:pt x="266" y="0"/>
                    <a:pt x="261"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028;p346">
              <a:extLst>
                <a:ext uri="{FF2B5EF4-FFF2-40B4-BE49-F238E27FC236}">
                  <a16:creationId xmlns:a16="http://schemas.microsoft.com/office/drawing/2014/main" id="{DC347535-28B6-1E3D-B51E-B7D815452E5D}"/>
                </a:ext>
              </a:extLst>
            </p:cNvPr>
            <p:cNvSpPr/>
            <p:nvPr/>
          </p:nvSpPr>
          <p:spPr>
            <a:xfrm>
              <a:off x="4280300" y="629675"/>
              <a:ext cx="8050" cy="2900"/>
            </a:xfrm>
            <a:custGeom>
              <a:avLst/>
              <a:gdLst/>
              <a:ahLst/>
              <a:cxnLst/>
              <a:rect l="l" t="t" r="r" b="b"/>
              <a:pathLst>
                <a:path w="322" h="116" extrusionOk="0">
                  <a:moveTo>
                    <a:pt x="29" y="1"/>
                  </a:moveTo>
                  <a:cubicBezTo>
                    <a:pt x="16" y="1"/>
                    <a:pt x="7" y="4"/>
                    <a:pt x="3" y="17"/>
                  </a:cubicBezTo>
                  <a:cubicBezTo>
                    <a:pt x="0" y="30"/>
                    <a:pt x="7" y="36"/>
                    <a:pt x="19" y="39"/>
                  </a:cubicBezTo>
                  <a:lnTo>
                    <a:pt x="299" y="115"/>
                  </a:lnTo>
                  <a:lnTo>
                    <a:pt x="302" y="115"/>
                  </a:lnTo>
                  <a:cubicBezTo>
                    <a:pt x="309" y="115"/>
                    <a:pt x="318" y="109"/>
                    <a:pt x="321" y="99"/>
                  </a:cubicBezTo>
                  <a:cubicBezTo>
                    <a:pt x="321" y="87"/>
                    <a:pt x="318" y="80"/>
                    <a:pt x="305" y="77"/>
                  </a:cubicBezTo>
                  <a:lnTo>
                    <a:pt x="29" y="1"/>
                  </a:ln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029;p346">
              <a:extLst>
                <a:ext uri="{FF2B5EF4-FFF2-40B4-BE49-F238E27FC236}">
                  <a16:creationId xmlns:a16="http://schemas.microsoft.com/office/drawing/2014/main" id="{1F211B93-AF1A-6DE3-F488-BB4BB91ABFBC}"/>
                </a:ext>
              </a:extLst>
            </p:cNvPr>
            <p:cNvSpPr/>
            <p:nvPr/>
          </p:nvSpPr>
          <p:spPr>
            <a:xfrm>
              <a:off x="4290950" y="626450"/>
              <a:ext cx="6525" cy="5175"/>
            </a:xfrm>
            <a:custGeom>
              <a:avLst/>
              <a:gdLst/>
              <a:ahLst/>
              <a:cxnLst/>
              <a:rect l="l" t="t" r="r" b="b"/>
              <a:pathLst>
                <a:path w="261" h="207" extrusionOk="0">
                  <a:moveTo>
                    <a:pt x="236" y="1"/>
                  </a:moveTo>
                  <a:cubicBezTo>
                    <a:pt x="232" y="1"/>
                    <a:pt x="229" y="1"/>
                    <a:pt x="226" y="3"/>
                  </a:cubicBezTo>
                  <a:lnTo>
                    <a:pt x="10" y="168"/>
                  </a:lnTo>
                  <a:cubicBezTo>
                    <a:pt x="3" y="178"/>
                    <a:pt x="0" y="190"/>
                    <a:pt x="7" y="197"/>
                  </a:cubicBezTo>
                  <a:cubicBezTo>
                    <a:pt x="10" y="200"/>
                    <a:pt x="19" y="206"/>
                    <a:pt x="22" y="206"/>
                  </a:cubicBezTo>
                  <a:cubicBezTo>
                    <a:pt x="26" y="206"/>
                    <a:pt x="32" y="206"/>
                    <a:pt x="35" y="200"/>
                  </a:cubicBezTo>
                  <a:lnTo>
                    <a:pt x="248" y="35"/>
                  </a:lnTo>
                  <a:cubicBezTo>
                    <a:pt x="258" y="25"/>
                    <a:pt x="261" y="15"/>
                    <a:pt x="255" y="6"/>
                  </a:cubicBezTo>
                  <a:cubicBezTo>
                    <a:pt x="249" y="2"/>
                    <a:pt x="242" y="1"/>
                    <a:pt x="236"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5030;p346">
              <a:extLst>
                <a:ext uri="{FF2B5EF4-FFF2-40B4-BE49-F238E27FC236}">
                  <a16:creationId xmlns:a16="http://schemas.microsoft.com/office/drawing/2014/main" id="{458F632C-1E8B-9CC5-9E6E-4BA7242B744C}"/>
                </a:ext>
              </a:extLst>
            </p:cNvPr>
            <p:cNvSpPr/>
            <p:nvPr/>
          </p:nvSpPr>
          <p:spPr>
            <a:xfrm>
              <a:off x="4276000" y="626575"/>
              <a:ext cx="5600" cy="5525"/>
            </a:xfrm>
            <a:custGeom>
              <a:avLst/>
              <a:gdLst/>
              <a:ahLst/>
              <a:cxnLst/>
              <a:rect l="l" t="t" r="r" b="b"/>
              <a:pathLst>
                <a:path w="224" h="221" extrusionOk="0">
                  <a:moveTo>
                    <a:pt x="112" y="42"/>
                  </a:moveTo>
                  <a:cubicBezTo>
                    <a:pt x="147" y="42"/>
                    <a:pt x="185" y="74"/>
                    <a:pt x="185" y="112"/>
                  </a:cubicBezTo>
                  <a:cubicBezTo>
                    <a:pt x="185" y="154"/>
                    <a:pt x="153" y="185"/>
                    <a:pt x="112" y="185"/>
                  </a:cubicBezTo>
                  <a:cubicBezTo>
                    <a:pt x="74" y="185"/>
                    <a:pt x="42" y="154"/>
                    <a:pt x="42" y="112"/>
                  </a:cubicBezTo>
                  <a:cubicBezTo>
                    <a:pt x="42" y="74"/>
                    <a:pt x="74" y="42"/>
                    <a:pt x="112" y="42"/>
                  </a:cubicBezTo>
                  <a:close/>
                  <a:moveTo>
                    <a:pt x="112" y="1"/>
                  </a:moveTo>
                  <a:cubicBezTo>
                    <a:pt x="51" y="1"/>
                    <a:pt x="0" y="45"/>
                    <a:pt x="0" y="109"/>
                  </a:cubicBezTo>
                  <a:cubicBezTo>
                    <a:pt x="0" y="173"/>
                    <a:pt x="51" y="220"/>
                    <a:pt x="112" y="220"/>
                  </a:cubicBezTo>
                  <a:cubicBezTo>
                    <a:pt x="172" y="220"/>
                    <a:pt x="223" y="176"/>
                    <a:pt x="223" y="112"/>
                  </a:cubicBezTo>
                  <a:cubicBezTo>
                    <a:pt x="223" y="49"/>
                    <a:pt x="172" y="1"/>
                    <a:pt x="112"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5031;p346">
              <a:extLst>
                <a:ext uri="{FF2B5EF4-FFF2-40B4-BE49-F238E27FC236}">
                  <a16:creationId xmlns:a16="http://schemas.microsoft.com/office/drawing/2014/main" id="{02FC0578-4B39-1483-4832-27AF03A63031}"/>
                </a:ext>
              </a:extLst>
            </p:cNvPr>
            <p:cNvSpPr/>
            <p:nvPr/>
          </p:nvSpPr>
          <p:spPr>
            <a:xfrm>
              <a:off x="4296100" y="623100"/>
              <a:ext cx="5600" cy="5575"/>
            </a:xfrm>
            <a:custGeom>
              <a:avLst/>
              <a:gdLst/>
              <a:ahLst/>
              <a:cxnLst/>
              <a:rect l="l" t="t" r="r" b="b"/>
              <a:pathLst>
                <a:path w="224" h="223" extrusionOk="0">
                  <a:moveTo>
                    <a:pt x="112" y="45"/>
                  </a:moveTo>
                  <a:cubicBezTo>
                    <a:pt x="150" y="45"/>
                    <a:pt x="182" y="76"/>
                    <a:pt x="182" y="118"/>
                  </a:cubicBezTo>
                  <a:cubicBezTo>
                    <a:pt x="182" y="156"/>
                    <a:pt x="150" y="188"/>
                    <a:pt x="112" y="188"/>
                  </a:cubicBezTo>
                  <a:cubicBezTo>
                    <a:pt x="71" y="188"/>
                    <a:pt x="39" y="156"/>
                    <a:pt x="39" y="118"/>
                  </a:cubicBezTo>
                  <a:cubicBezTo>
                    <a:pt x="39" y="76"/>
                    <a:pt x="71" y="45"/>
                    <a:pt x="112" y="45"/>
                  </a:cubicBezTo>
                  <a:close/>
                  <a:moveTo>
                    <a:pt x="112" y="0"/>
                  </a:moveTo>
                  <a:cubicBezTo>
                    <a:pt x="49" y="0"/>
                    <a:pt x="1" y="48"/>
                    <a:pt x="1" y="111"/>
                  </a:cubicBezTo>
                  <a:cubicBezTo>
                    <a:pt x="1" y="175"/>
                    <a:pt x="52" y="223"/>
                    <a:pt x="112" y="223"/>
                  </a:cubicBezTo>
                  <a:cubicBezTo>
                    <a:pt x="169" y="223"/>
                    <a:pt x="223" y="175"/>
                    <a:pt x="223" y="111"/>
                  </a:cubicBezTo>
                  <a:cubicBezTo>
                    <a:pt x="223" y="48"/>
                    <a:pt x="176" y="0"/>
                    <a:pt x="112"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5032;p346">
              <a:extLst>
                <a:ext uri="{FF2B5EF4-FFF2-40B4-BE49-F238E27FC236}">
                  <a16:creationId xmlns:a16="http://schemas.microsoft.com/office/drawing/2014/main" id="{8DF541A4-A186-96BB-D055-761756FFA290}"/>
                </a:ext>
              </a:extLst>
            </p:cNvPr>
            <p:cNvSpPr/>
            <p:nvPr/>
          </p:nvSpPr>
          <p:spPr>
            <a:xfrm>
              <a:off x="4287125" y="629850"/>
              <a:ext cx="5600" cy="5575"/>
            </a:xfrm>
            <a:custGeom>
              <a:avLst/>
              <a:gdLst/>
              <a:ahLst/>
              <a:cxnLst/>
              <a:rect l="l" t="t" r="r" b="b"/>
              <a:pathLst>
                <a:path w="224" h="223" extrusionOk="0">
                  <a:moveTo>
                    <a:pt x="112" y="45"/>
                  </a:moveTo>
                  <a:cubicBezTo>
                    <a:pt x="153" y="45"/>
                    <a:pt x="185" y="77"/>
                    <a:pt x="185" y="118"/>
                  </a:cubicBezTo>
                  <a:cubicBezTo>
                    <a:pt x="185" y="156"/>
                    <a:pt x="153" y="188"/>
                    <a:pt x="112" y="188"/>
                  </a:cubicBezTo>
                  <a:cubicBezTo>
                    <a:pt x="74" y="188"/>
                    <a:pt x="42" y="156"/>
                    <a:pt x="42" y="118"/>
                  </a:cubicBezTo>
                  <a:cubicBezTo>
                    <a:pt x="42" y="77"/>
                    <a:pt x="74" y="45"/>
                    <a:pt x="112" y="45"/>
                  </a:cubicBezTo>
                  <a:close/>
                  <a:moveTo>
                    <a:pt x="112" y="0"/>
                  </a:moveTo>
                  <a:cubicBezTo>
                    <a:pt x="48" y="0"/>
                    <a:pt x="1" y="48"/>
                    <a:pt x="1" y="112"/>
                  </a:cubicBezTo>
                  <a:cubicBezTo>
                    <a:pt x="1" y="175"/>
                    <a:pt x="51" y="223"/>
                    <a:pt x="112" y="223"/>
                  </a:cubicBezTo>
                  <a:cubicBezTo>
                    <a:pt x="172" y="223"/>
                    <a:pt x="223" y="175"/>
                    <a:pt x="223" y="112"/>
                  </a:cubicBezTo>
                  <a:cubicBezTo>
                    <a:pt x="223" y="48"/>
                    <a:pt x="175" y="0"/>
                    <a:pt x="112"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5033;p346">
              <a:extLst>
                <a:ext uri="{FF2B5EF4-FFF2-40B4-BE49-F238E27FC236}">
                  <a16:creationId xmlns:a16="http://schemas.microsoft.com/office/drawing/2014/main" id="{CF05E063-C146-21A2-5B68-06FBB29759B9}"/>
                </a:ext>
              </a:extLst>
            </p:cNvPr>
            <p:cNvSpPr/>
            <p:nvPr/>
          </p:nvSpPr>
          <p:spPr>
            <a:xfrm>
              <a:off x="4267100" y="635575"/>
              <a:ext cx="5575" cy="5425"/>
            </a:xfrm>
            <a:custGeom>
              <a:avLst/>
              <a:gdLst/>
              <a:ahLst/>
              <a:cxnLst/>
              <a:rect l="l" t="t" r="r" b="b"/>
              <a:pathLst>
                <a:path w="223" h="217" extrusionOk="0">
                  <a:moveTo>
                    <a:pt x="108" y="38"/>
                  </a:moveTo>
                  <a:cubicBezTo>
                    <a:pt x="147" y="38"/>
                    <a:pt x="182" y="70"/>
                    <a:pt x="182" y="112"/>
                  </a:cubicBezTo>
                  <a:cubicBezTo>
                    <a:pt x="182" y="150"/>
                    <a:pt x="150" y="181"/>
                    <a:pt x="108" y="181"/>
                  </a:cubicBezTo>
                  <a:cubicBezTo>
                    <a:pt x="70" y="181"/>
                    <a:pt x="38" y="150"/>
                    <a:pt x="38" y="112"/>
                  </a:cubicBezTo>
                  <a:cubicBezTo>
                    <a:pt x="38" y="70"/>
                    <a:pt x="70" y="38"/>
                    <a:pt x="108" y="38"/>
                  </a:cubicBezTo>
                  <a:close/>
                  <a:moveTo>
                    <a:pt x="108" y="0"/>
                  </a:moveTo>
                  <a:cubicBezTo>
                    <a:pt x="51" y="0"/>
                    <a:pt x="0" y="42"/>
                    <a:pt x="0" y="105"/>
                  </a:cubicBezTo>
                  <a:cubicBezTo>
                    <a:pt x="0" y="169"/>
                    <a:pt x="51" y="216"/>
                    <a:pt x="108" y="216"/>
                  </a:cubicBezTo>
                  <a:cubicBezTo>
                    <a:pt x="169" y="216"/>
                    <a:pt x="223" y="175"/>
                    <a:pt x="223" y="112"/>
                  </a:cubicBezTo>
                  <a:cubicBezTo>
                    <a:pt x="223" y="48"/>
                    <a:pt x="169" y="0"/>
                    <a:pt x="108" y="0"/>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129354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32BEB-F01E-1655-1713-19D9125CE6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FBD6C0-1210-A596-23CF-1915E07254D2}"/>
              </a:ext>
            </a:extLst>
          </p:cNvPr>
          <p:cNvSpPr>
            <a:spLocks noGrp="1"/>
          </p:cNvSpPr>
          <p:nvPr>
            <p:ph type="title"/>
          </p:nvPr>
        </p:nvSpPr>
        <p:spPr/>
        <p:txBody>
          <a:bodyPr/>
          <a:lstStyle/>
          <a:p>
            <a:r>
              <a:rPr lang="es-AR" dirty="0"/>
              <a:t>Ejemplo: Grafos</a:t>
            </a:r>
          </a:p>
        </p:txBody>
      </p:sp>
      <p:sp>
        <p:nvSpPr>
          <p:cNvPr id="4" name="Slide Number Placeholder 3">
            <a:extLst>
              <a:ext uri="{FF2B5EF4-FFF2-40B4-BE49-F238E27FC236}">
                <a16:creationId xmlns:a16="http://schemas.microsoft.com/office/drawing/2014/main" id="{CFCDB3EE-B1B1-BC01-CFE3-CB7EC683BE19}"/>
              </a:ext>
            </a:extLst>
          </p:cNvPr>
          <p:cNvSpPr>
            <a:spLocks noGrp="1"/>
          </p:cNvSpPr>
          <p:nvPr>
            <p:ph type="sldNum" sz="quarter" idx="12"/>
          </p:nvPr>
        </p:nvSpPr>
        <p:spPr/>
        <p:txBody>
          <a:bodyPr/>
          <a:lstStyle/>
          <a:p>
            <a:pPr rtl="0"/>
            <a:fld id="{03DC2DEF-D2FE-4B45-ABA4-9F153FD1C98A}" type="slidenum">
              <a:rPr lang="es-ES" noProof="0" smtClean="0"/>
              <a:t>10</a:t>
            </a:fld>
            <a:endParaRPr lang="es-ES" noProof="0" dirty="0"/>
          </a:p>
        </p:txBody>
      </p:sp>
      <p:pic>
        <p:nvPicPr>
          <p:cNvPr id="51" name="Picture 50">
            <a:extLst>
              <a:ext uri="{FF2B5EF4-FFF2-40B4-BE49-F238E27FC236}">
                <a16:creationId xmlns:a16="http://schemas.microsoft.com/office/drawing/2014/main" id="{2019B2E9-2579-F24D-955E-CD27D79FF4A3}"/>
              </a:ext>
            </a:extLst>
          </p:cNvPr>
          <p:cNvPicPr>
            <a:picLocks noChangeAspect="1"/>
          </p:cNvPicPr>
          <p:nvPr/>
        </p:nvPicPr>
        <p:blipFill>
          <a:blip r:embed="rId2"/>
          <a:stretch>
            <a:fillRect/>
          </a:stretch>
        </p:blipFill>
        <p:spPr>
          <a:xfrm>
            <a:off x="1828037" y="1282445"/>
            <a:ext cx="9627093" cy="4841907"/>
          </a:xfrm>
          <a:prstGeom prst="rect">
            <a:avLst/>
          </a:prstGeom>
        </p:spPr>
      </p:pic>
    </p:spTree>
    <p:extLst>
      <p:ext uri="{BB962C8B-B14F-4D97-AF65-F5344CB8AC3E}">
        <p14:creationId xmlns:p14="http://schemas.microsoft.com/office/powerpoint/2010/main" val="1173923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AF8A76DF-B61D-3152-AF3B-B0E9756CFD2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3452D4-533F-9C88-BFC2-8E642623F914}"/>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3" name="Content Placeholder 2">
            <a:extLst>
              <a:ext uri="{FF2B5EF4-FFF2-40B4-BE49-F238E27FC236}">
                <a16:creationId xmlns:a16="http://schemas.microsoft.com/office/drawing/2014/main" id="{78B0E2B6-C554-BA88-1FEC-5BA6E9DD4D46}"/>
              </a:ext>
            </a:extLst>
          </p:cNvPr>
          <p:cNvSpPr>
            <a:spLocks noGrp="1"/>
          </p:cNvSpPr>
          <p:nvPr>
            <p:ph idx="1"/>
          </p:nvPr>
        </p:nvSpPr>
        <p:spPr>
          <a:xfrm>
            <a:off x="371475" y="1233488"/>
            <a:ext cx="5724526" cy="4943475"/>
          </a:xfrm>
        </p:spPr>
        <p:txBody>
          <a:bodyPr>
            <a:normAutofit lnSpcReduction="10000"/>
          </a:bodyPr>
          <a:lstStyle/>
          <a:p>
            <a:r>
              <a:rPr lang="es-AR" sz="3600" b="1" dirty="0">
                <a:solidFill>
                  <a:schemeClr val="bg1"/>
                </a:solidFill>
              </a:rPr>
              <a:t>Estructura</a:t>
            </a:r>
          </a:p>
          <a:p>
            <a:pPr lvl="1"/>
            <a:r>
              <a:rPr lang="es-AR" sz="3200" b="1" dirty="0">
                <a:solidFill>
                  <a:schemeClr val="bg1"/>
                </a:solidFill>
              </a:rPr>
              <a:t>Los datos se almacenan usando filas de claves que pueden ser asociados con una o más columnas dinámicas</a:t>
            </a:r>
          </a:p>
          <a:p>
            <a:endParaRPr lang="es-AR" sz="3600" b="1" dirty="0">
              <a:solidFill>
                <a:schemeClr val="bg1"/>
              </a:solidFill>
            </a:endParaRPr>
          </a:p>
          <a:p>
            <a:r>
              <a:rPr lang="es-AR" sz="3600" b="1" dirty="0">
                <a:solidFill>
                  <a:schemeClr val="bg1"/>
                </a:solidFill>
              </a:rPr>
              <a:t>Fortaleza</a:t>
            </a:r>
          </a:p>
          <a:p>
            <a:pPr lvl="1"/>
            <a:r>
              <a:rPr lang="es-AR" sz="3200" b="1" dirty="0">
                <a:solidFill>
                  <a:schemeClr val="bg1"/>
                </a:solidFill>
              </a:rPr>
              <a:t>Consultas con muy alto desempeño</a:t>
            </a:r>
          </a:p>
          <a:p>
            <a:pPr lvl="1"/>
            <a:r>
              <a:rPr lang="es-AR" sz="3200" b="1" dirty="0">
                <a:solidFill>
                  <a:schemeClr val="bg1"/>
                </a:solidFill>
              </a:rPr>
              <a:t>Diseñadas para </a:t>
            </a:r>
            <a:r>
              <a:rPr lang="es-AR" sz="3200" b="1" dirty="0" err="1">
                <a:solidFill>
                  <a:schemeClr val="bg1"/>
                </a:solidFill>
              </a:rPr>
              <a:t>analytics</a:t>
            </a:r>
            <a:endParaRPr lang="es-AR" sz="3200" b="1" dirty="0">
              <a:solidFill>
                <a:schemeClr val="bg1"/>
              </a:solidFill>
            </a:endParaRPr>
          </a:p>
        </p:txBody>
      </p:sp>
      <p:sp>
        <p:nvSpPr>
          <p:cNvPr id="4" name="Slide Number Placeholder 3">
            <a:extLst>
              <a:ext uri="{FF2B5EF4-FFF2-40B4-BE49-F238E27FC236}">
                <a16:creationId xmlns:a16="http://schemas.microsoft.com/office/drawing/2014/main" id="{9115F9F2-1566-EF06-86C6-89978FA8E82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62FEF369-3AC5-10F8-A230-4E7783BB9CAD}"/>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09925425-B31E-2D7C-42AB-0445B6D30622}"/>
              </a:ext>
            </a:extLst>
          </p:cNvPr>
          <p:cNvSpPr txBox="1">
            <a:spLocks/>
          </p:cNvSpPr>
          <p:nvPr/>
        </p:nvSpPr>
        <p:spPr>
          <a:xfrm>
            <a:off x="6330469" y="5039955"/>
            <a:ext cx="5724526" cy="1477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600" b="1" i="0" u="none" strike="noStrike" kern="1200" cap="none" spc="0" normalizeH="0" baseline="0" noProof="0" dirty="0">
                <a:ln>
                  <a:noFill/>
                </a:ln>
                <a:solidFill>
                  <a:srgbClr val="32363F"/>
                </a:solidFill>
                <a:effectLst/>
                <a:uLnTx/>
                <a:uFillTx/>
                <a:latin typeface="Calibri"/>
                <a:ea typeface="+mn-ea"/>
                <a:cs typeface="+mn-cs"/>
              </a:rPr>
              <a:t>Base de datos Columnares</a:t>
            </a:r>
          </a:p>
        </p:txBody>
      </p:sp>
      <p:grpSp>
        <p:nvGrpSpPr>
          <p:cNvPr id="9" name="Google Shape;5022;p346">
            <a:extLst>
              <a:ext uri="{FF2B5EF4-FFF2-40B4-BE49-F238E27FC236}">
                <a16:creationId xmlns:a16="http://schemas.microsoft.com/office/drawing/2014/main" id="{746865C0-EB67-047C-FC03-D0F9F82896CB}"/>
              </a:ext>
            </a:extLst>
          </p:cNvPr>
          <p:cNvGrpSpPr/>
          <p:nvPr/>
        </p:nvGrpSpPr>
        <p:grpSpPr>
          <a:xfrm>
            <a:off x="8049731" y="1960377"/>
            <a:ext cx="2286001" cy="2286001"/>
            <a:chOff x="4267100" y="623100"/>
            <a:chExt cx="34600" cy="34675"/>
          </a:xfrm>
        </p:grpSpPr>
        <p:sp>
          <p:nvSpPr>
            <p:cNvPr id="18" name="Google Shape;5023;p346">
              <a:extLst>
                <a:ext uri="{FF2B5EF4-FFF2-40B4-BE49-F238E27FC236}">
                  <a16:creationId xmlns:a16="http://schemas.microsoft.com/office/drawing/2014/main" id="{669D718E-250B-32B3-B84A-DF1021A942ED}"/>
                </a:ext>
              </a:extLst>
            </p:cNvPr>
            <p:cNvSpPr/>
            <p:nvPr/>
          </p:nvSpPr>
          <p:spPr>
            <a:xfrm>
              <a:off x="4267100" y="656800"/>
              <a:ext cx="33400" cy="975"/>
            </a:xfrm>
            <a:custGeom>
              <a:avLst/>
              <a:gdLst/>
              <a:ahLst/>
              <a:cxnLst/>
              <a:rect l="l" t="t" r="r" b="b"/>
              <a:pathLst>
                <a:path w="1336" h="39" extrusionOk="0">
                  <a:moveTo>
                    <a:pt x="19" y="0"/>
                  </a:moveTo>
                  <a:cubicBezTo>
                    <a:pt x="7" y="0"/>
                    <a:pt x="0" y="10"/>
                    <a:pt x="0" y="19"/>
                  </a:cubicBezTo>
                  <a:cubicBezTo>
                    <a:pt x="0" y="32"/>
                    <a:pt x="7" y="38"/>
                    <a:pt x="19" y="38"/>
                  </a:cubicBezTo>
                  <a:lnTo>
                    <a:pt x="1314" y="38"/>
                  </a:lnTo>
                  <a:cubicBezTo>
                    <a:pt x="1326" y="38"/>
                    <a:pt x="1336" y="32"/>
                    <a:pt x="1336" y="19"/>
                  </a:cubicBezTo>
                  <a:cubicBezTo>
                    <a:pt x="1336" y="10"/>
                    <a:pt x="1326" y="0"/>
                    <a:pt x="1314" y="0"/>
                  </a:cubicBezTo>
                  <a:close/>
                </a:path>
              </a:pathLst>
            </a:custGeom>
            <a:solidFill>
              <a:srgbClr val="13AA5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19" name="Google Shape;5024;p346">
              <a:extLst>
                <a:ext uri="{FF2B5EF4-FFF2-40B4-BE49-F238E27FC236}">
                  <a16:creationId xmlns:a16="http://schemas.microsoft.com/office/drawing/2014/main" id="{09793140-A489-6F44-AFB1-767F4205EDE8}"/>
                </a:ext>
              </a:extLst>
            </p:cNvPr>
            <p:cNvSpPr/>
            <p:nvPr/>
          </p:nvSpPr>
          <p:spPr>
            <a:xfrm>
              <a:off x="4269325" y="650125"/>
              <a:ext cx="6625" cy="7650"/>
            </a:xfrm>
            <a:custGeom>
              <a:avLst/>
              <a:gdLst/>
              <a:ahLst/>
              <a:cxnLst/>
              <a:rect l="l" t="t" r="r" b="b"/>
              <a:pathLst>
                <a:path w="265" h="306" extrusionOk="0">
                  <a:moveTo>
                    <a:pt x="217" y="41"/>
                  </a:moveTo>
                  <a:cubicBezTo>
                    <a:pt x="220" y="41"/>
                    <a:pt x="223" y="45"/>
                    <a:pt x="223" y="48"/>
                  </a:cubicBezTo>
                  <a:lnTo>
                    <a:pt x="223" y="267"/>
                  </a:lnTo>
                  <a:lnTo>
                    <a:pt x="42" y="267"/>
                  </a:lnTo>
                  <a:lnTo>
                    <a:pt x="42" y="48"/>
                  </a:lnTo>
                  <a:cubicBezTo>
                    <a:pt x="42" y="45"/>
                    <a:pt x="45" y="41"/>
                    <a:pt x="48" y="41"/>
                  </a:cubicBezTo>
                  <a:close/>
                  <a:moveTo>
                    <a:pt x="48" y="0"/>
                  </a:moveTo>
                  <a:cubicBezTo>
                    <a:pt x="26" y="0"/>
                    <a:pt x="0" y="22"/>
                    <a:pt x="0" y="48"/>
                  </a:cubicBezTo>
                  <a:lnTo>
                    <a:pt x="0" y="286"/>
                  </a:lnTo>
                  <a:cubicBezTo>
                    <a:pt x="0" y="299"/>
                    <a:pt x="10" y="305"/>
                    <a:pt x="19" y="305"/>
                  </a:cubicBezTo>
                  <a:lnTo>
                    <a:pt x="245" y="305"/>
                  </a:lnTo>
                  <a:cubicBezTo>
                    <a:pt x="255" y="305"/>
                    <a:pt x="264" y="299"/>
                    <a:pt x="261" y="286"/>
                  </a:cubicBezTo>
                  <a:lnTo>
                    <a:pt x="261" y="48"/>
                  </a:lnTo>
                  <a:cubicBezTo>
                    <a:pt x="261" y="26"/>
                    <a:pt x="239" y="0"/>
                    <a:pt x="213" y="0"/>
                  </a:cubicBezTo>
                  <a:close/>
                </a:path>
              </a:pathLst>
            </a:custGeom>
            <a:solidFill>
              <a:srgbClr val="13AA5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0" name="Google Shape;5025;p346">
              <a:extLst>
                <a:ext uri="{FF2B5EF4-FFF2-40B4-BE49-F238E27FC236}">
                  <a16:creationId xmlns:a16="http://schemas.microsoft.com/office/drawing/2014/main" id="{F55F2316-9FC3-DD0F-F700-2A0951582F8F}"/>
                </a:ext>
              </a:extLst>
            </p:cNvPr>
            <p:cNvSpPr/>
            <p:nvPr/>
          </p:nvSpPr>
          <p:spPr>
            <a:xfrm>
              <a:off x="4280450" y="636750"/>
              <a:ext cx="6700" cy="21025"/>
            </a:xfrm>
            <a:custGeom>
              <a:avLst/>
              <a:gdLst/>
              <a:ahLst/>
              <a:cxnLst/>
              <a:rect l="l" t="t" r="r" b="b"/>
              <a:pathLst>
                <a:path w="268" h="841" extrusionOk="0">
                  <a:moveTo>
                    <a:pt x="217" y="39"/>
                  </a:moveTo>
                  <a:cubicBezTo>
                    <a:pt x="220" y="39"/>
                    <a:pt x="223" y="42"/>
                    <a:pt x="223" y="49"/>
                  </a:cubicBezTo>
                  <a:lnTo>
                    <a:pt x="223" y="802"/>
                  </a:lnTo>
                  <a:lnTo>
                    <a:pt x="45" y="802"/>
                  </a:lnTo>
                  <a:lnTo>
                    <a:pt x="45" y="49"/>
                  </a:lnTo>
                  <a:cubicBezTo>
                    <a:pt x="45" y="42"/>
                    <a:pt x="48" y="39"/>
                    <a:pt x="55" y="39"/>
                  </a:cubicBezTo>
                  <a:close/>
                  <a:moveTo>
                    <a:pt x="48" y="1"/>
                  </a:moveTo>
                  <a:cubicBezTo>
                    <a:pt x="26" y="1"/>
                    <a:pt x="1" y="20"/>
                    <a:pt x="1" y="49"/>
                  </a:cubicBezTo>
                  <a:lnTo>
                    <a:pt x="1" y="821"/>
                  </a:lnTo>
                  <a:cubicBezTo>
                    <a:pt x="1" y="834"/>
                    <a:pt x="10" y="840"/>
                    <a:pt x="23" y="840"/>
                  </a:cubicBezTo>
                  <a:lnTo>
                    <a:pt x="245" y="840"/>
                  </a:lnTo>
                  <a:cubicBezTo>
                    <a:pt x="255" y="840"/>
                    <a:pt x="268" y="834"/>
                    <a:pt x="261" y="821"/>
                  </a:cubicBezTo>
                  <a:lnTo>
                    <a:pt x="261" y="49"/>
                  </a:lnTo>
                  <a:cubicBezTo>
                    <a:pt x="261" y="23"/>
                    <a:pt x="239" y="1"/>
                    <a:pt x="214" y="1"/>
                  </a:cubicBezTo>
                  <a:close/>
                </a:path>
              </a:pathLst>
            </a:custGeom>
            <a:solidFill>
              <a:srgbClr val="13AA5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1" name="Google Shape;5026;p346">
              <a:extLst>
                <a:ext uri="{FF2B5EF4-FFF2-40B4-BE49-F238E27FC236}">
                  <a16:creationId xmlns:a16="http://schemas.microsoft.com/office/drawing/2014/main" id="{2DCE126A-F4F7-7474-63A3-16C79120A2DD}"/>
                </a:ext>
              </a:extLst>
            </p:cNvPr>
            <p:cNvSpPr/>
            <p:nvPr/>
          </p:nvSpPr>
          <p:spPr>
            <a:xfrm>
              <a:off x="4291750" y="643350"/>
              <a:ext cx="6525" cy="14425"/>
            </a:xfrm>
            <a:custGeom>
              <a:avLst/>
              <a:gdLst/>
              <a:ahLst/>
              <a:cxnLst/>
              <a:rect l="l" t="t" r="r" b="b"/>
              <a:pathLst>
                <a:path w="261" h="577" extrusionOk="0">
                  <a:moveTo>
                    <a:pt x="213" y="42"/>
                  </a:moveTo>
                  <a:cubicBezTo>
                    <a:pt x="216" y="42"/>
                    <a:pt x="223" y="45"/>
                    <a:pt x="223" y="49"/>
                  </a:cubicBezTo>
                  <a:lnTo>
                    <a:pt x="223" y="538"/>
                  </a:lnTo>
                  <a:lnTo>
                    <a:pt x="41" y="538"/>
                  </a:lnTo>
                  <a:lnTo>
                    <a:pt x="41" y="49"/>
                  </a:lnTo>
                  <a:cubicBezTo>
                    <a:pt x="41" y="45"/>
                    <a:pt x="48" y="42"/>
                    <a:pt x="51" y="42"/>
                  </a:cubicBezTo>
                  <a:close/>
                  <a:moveTo>
                    <a:pt x="48" y="1"/>
                  </a:moveTo>
                  <a:cubicBezTo>
                    <a:pt x="22" y="1"/>
                    <a:pt x="0" y="23"/>
                    <a:pt x="0" y="49"/>
                  </a:cubicBezTo>
                  <a:lnTo>
                    <a:pt x="0" y="557"/>
                  </a:lnTo>
                  <a:cubicBezTo>
                    <a:pt x="0" y="570"/>
                    <a:pt x="6" y="576"/>
                    <a:pt x="19" y="576"/>
                  </a:cubicBezTo>
                  <a:lnTo>
                    <a:pt x="242" y="576"/>
                  </a:lnTo>
                  <a:cubicBezTo>
                    <a:pt x="254" y="576"/>
                    <a:pt x="261" y="570"/>
                    <a:pt x="258" y="557"/>
                  </a:cubicBezTo>
                  <a:lnTo>
                    <a:pt x="258" y="49"/>
                  </a:lnTo>
                  <a:cubicBezTo>
                    <a:pt x="258" y="26"/>
                    <a:pt x="238" y="1"/>
                    <a:pt x="210" y="1"/>
                  </a:cubicBezTo>
                  <a:close/>
                </a:path>
              </a:pathLst>
            </a:custGeom>
            <a:solidFill>
              <a:srgbClr val="13AA52"/>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2" name="Google Shape;5027;p346">
              <a:extLst>
                <a:ext uri="{FF2B5EF4-FFF2-40B4-BE49-F238E27FC236}">
                  <a16:creationId xmlns:a16="http://schemas.microsoft.com/office/drawing/2014/main" id="{6F15DF4C-9A42-D371-8F2F-1E13BD24CB29}"/>
                </a:ext>
              </a:extLst>
            </p:cNvPr>
            <p:cNvSpPr/>
            <p:nvPr/>
          </p:nvSpPr>
          <p:spPr>
            <a:xfrm>
              <a:off x="4270125" y="629825"/>
              <a:ext cx="7100" cy="6950"/>
            </a:xfrm>
            <a:custGeom>
              <a:avLst/>
              <a:gdLst/>
              <a:ahLst/>
              <a:cxnLst/>
              <a:rect l="l" t="t" r="r" b="b"/>
              <a:pathLst>
                <a:path w="284" h="278" extrusionOk="0">
                  <a:moveTo>
                    <a:pt x="261" y="0"/>
                  </a:moveTo>
                  <a:cubicBezTo>
                    <a:pt x="256" y="0"/>
                    <a:pt x="251" y="3"/>
                    <a:pt x="248" y="8"/>
                  </a:cubicBezTo>
                  <a:lnTo>
                    <a:pt x="10" y="246"/>
                  </a:lnTo>
                  <a:cubicBezTo>
                    <a:pt x="0" y="252"/>
                    <a:pt x="0" y="265"/>
                    <a:pt x="10" y="272"/>
                  </a:cubicBezTo>
                  <a:cubicBezTo>
                    <a:pt x="13" y="278"/>
                    <a:pt x="22" y="278"/>
                    <a:pt x="26" y="278"/>
                  </a:cubicBezTo>
                  <a:cubicBezTo>
                    <a:pt x="29" y="278"/>
                    <a:pt x="38" y="278"/>
                    <a:pt x="38" y="272"/>
                  </a:cubicBezTo>
                  <a:lnTo>
                    <a:pt x="277" y="33"/>
                  </a:lnTo>
                  <a:cubicBezTo>
                    <a:pt x="283" y="27"/>
                    <a:pt x="283" y="14"/>
                    <a:pt x="277" y="8"/>
                  </a:cubicBezTo>
                  <a:cubicBezTo>
                    <a:pt x="272" y="3"/>
                    <a:pt x="266" y="0"/>
                    <a:pt x="261" y="0"/>
                  </a:cubicBez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3" name="Google Shape;5028;p346">
              <a:extLst>
                <a:ext uri="{FF2B5EF4-FFF2-40B4-BE49-F238E27FC236}">
                  <a16:creationId xmlns:a16="http://schemas.microsoft.com/office/drawing/2014/main" id="{17904DDA-C10A-6C0D-EDF2-15D1057AFE45}"/>
                </a:ext>
              </a:extLst>
            </p:cNvPr>
            <p:cNvSpPr/>
            <p:nvPr/>
          </p:nvSpPr>
          <p:spPr>
            <a:xfrm>
              <a:off x="4280300" y="629675"/>
              <a:ext cx="8050" cy="2900"/>
            </a:xfrm>
            <a:custGeom>
              <a:avLst/>
              <a:gdLst/>
              <a:ahLst/>
              <a:cxnLst/>
              <a:rect l="l" t="t" r="r" b="b"/>
              <a:pathLst>
                <a:path w="322" h="116" extrusionOk="0">
                  <a:moveTo>
                    <a:pt x="29" y="1"/>
                  </a:moveTo>
                  <a:cubicBezTo>
                    <a:pt x="16" y="1"/>
                    <a:pt x="7" y="4"/>
                    <a:pt x="3" y="17"/>
                  </a:cubicBezTo>
                  <a:cubicBezTo>
                    <a:pt x="0" y="30"/>
                    <a:pt x="7" y="36"/>
                    <a:pt x="19" y="39"/>
                  </a:cubicBezTo>
                  <a:lnTo>
                    <a:pt x="299" y="115"/>
                  </a:lnTo>
                  <a:lnTo>
                    <a:pt x="302" y="115"/>
                  </a:lnTo>
                  <a:cubicBezTo>
                    <a:pt x="309" y="115"/>
                    <a:pt x="318" y="109"/>
                    <a:pt x="321" y="99"/>
                  </a:cubicBezTo>
                  <a:cubicBezTo>
                    <a:pt x="321" y="87"/>
                    <a:pt x="318" y="80"/>
                    <a:pt x="305" y="77"/>
                  </a:cubicBezTo>
                  <a:lnTo>
                    <a:pt x="29" y="1"/>
                  </a:ln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4" name="Google Shape;5029;p346">
              <a:extLst>
                <a:ext uri="{FF2B5EF4-FFF2-40B4-BE49-F238E27FC236}">
                  <a16:creationId xmlns:a16="http://schemas.microsoft.com/office/drawing/2014/main" id="{F4840B74-66C8-060C-583B-F2071ED32A34}"/>
                </a:ext>
              </a:extLst>
            </p:cNvPr>
            <p:cNvSpPr/>
            <p:nvPr/>
          </p:nvSpPr>
          <p:spPr>
            <a:xfrm>
              <a:off x="4290950" y="626450"/>
              <a:ext cx="6525" cy="5175"/>
            </a:xfrm>
            <a:custGeom>
              <a:avLst/>
              <a:gdLst/>
              <a:ahLst/>
              <a:cxnLst/>
              <a:rect l="l" t="t" r="r" b="b"/>
              <a:pathLst>
                <a:path w="261" h="207" extrusionOk="0">
                  <a:moveTo>
                    <a:pt x="236" y="1"/>
                  </a:moveTo>
                  <a:cubicBezTo>
                    <a:pt x="232" y="1"/>
                    <a:pt x="229" y="1"/>
                    <a:pt x="226" y="3"/>
                  </a:cubicBezTo>
                  <a:lnTo>
                    <a:pt x="10" y="168"/>
                  </a:lnTo>
                  <a:cubicBezTo>
                    <a:pt x="3" y="178"/>
                    <a:pt x="0" y="190"/>
                    <a:pt x="7" y="197"/>
                  </a:cubicBezTo>
                  <a:cubicBezTo>
                    <a:pt x="10" y="200"/>
                    <a:pt x="19" y="206"/>
                    <a:pt x="22" y="206"/>
                  </a:cubicBezTo>
                  <a:cubicBezTo>
                    <a:pt x="26" y="206"/>
                    <a:pt x="32" y="206"/>
                    <a:pt x="35" y="200"/>
                  </a:cubicBezTo>
                  <a:lnTo>
                    <a:pt x="248" y="35"/>
                  </a:lnTo>
                  <a:cubicBezTo>
                    <a:pt x="258" y="25"/>
                    <a:pt x="261" y="15"/>
                    <a:pt x="255" y="6"/>
                  </a:cubicBezTo>
                  <a:cubicBezTo>
                    <a:pt x="249" y="2"/>
                    <a:pt x="242" y="1"/>
                    <a:pt x="236" y="1"/>
                  </a:cubicBez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5" name="Google Shape;5030;p346">
              <a:extLst>
                <a:ext uri="{FF2B5EF4-FFF2-40B4-BE49-F238E27FC236}">
                  <a16:creationId xmlns:a16="http://schemas.microsoft.com/office/drawing/2014/main" id="{B3E60181-B86B-AB6E-8B9B-C18049FCB27D}"/>
                </a:ext>
              </a:extLst>
            </p:cNvPr>
            <p:cNvSpPr/>
            <p:nvPr/>
          </p:nvSpPr>
          <p:spPr>
            <a:xfrm>
              <a:off x="4276000" y="626575"/>
              <a:ext cx="5600" cy="5525"/>
            </a:xfrm>
            <a:custGeom>
              <a:avLst/>
              <a:gdLst/>
              <a:ahLst/>
              <a:cxnLst/>
              <a:rect l="l" t="t" r="r" b="b"/>
              <a:pathLst>
                <a:path w="224" h="221" extrusionOk="0">
                  <a:moveTo>
                    <a:pt x="112" y="42"/>
                  </a:moveTo>
                  <a:cubicBezTo>
                    <a:pt x="147" y="42"/>
                    <a:pt x="185" y="74"/>
                    <a:pt x="185" y="112"/>
                  </a:cubicBezTo>
                  <a:cubicBezTo>
                    <a:pt x="185" y="154"/>
                    <a:pt x="153" y="185"/>
                    <a:pt x="112" y="185"/>
                  </a:cubicBezTo>
                  <a:cubicBezTo>
                    <a:pt x="74" y="185"/>
                    <a:pt x="42" y="154"/>
                    <a:pt x="42" y="112"/>
                  </a:cubicBezTo>
                  <a:cubicBezTo>
                    <a:pt x="42" y="74"/>
                    <a:pt x="74" y="42"/>
                    <a:pt x="112" y="42"/>
                  </a:cubicBezTo>
                  <a:close/>
                  <a:moveTo>
                    <a:pt x="112" y="1"/>
                  </a:moveTo>
                  <a:cubicBezTo>
                    <a:pt x="51" y="1"/>
                    <a:pt x="0" y="45"/>
                    <a:pt x="0" y="109"/>
                  </a:cubicBezTo>
                  <a:cubicBezTo>
                    <a:pt x="0" y="173"/>
                    <a:pt x="51" y="220"/>
                    <a:pt x="112" y="220"/>
                  </a:cubicBezTo>
                  <a:cubicBezTo>
                    <a:pt x="172" y="220"/>
                    <a:pt x="223" y="176"/>
                    <a:pt x="223" y="112"/>
                  </a:cubicBezTo>
                  <a:cubicBezTo>
                    <a:pt x="223" y="49"/>
                    <a:pt x="172" y="1"/>
                    <a:pt x="112" y="1"/>
                  </a:cubicBez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6" name="Google Shape;5031;p346">
              <a:extLst>
                <a:ext uri="{FF2B5EF4-FFF2-40B4-BE49-F238E27FC236}">
                  <a16:creationId xmlns:a16="http://schemas.microsoft.com/office/drawing/2014/main" id="{8D621720-D1EA-3049-A60D-D38EA874F40C}"/>
                </a:ext>
              </a:extLst>
            </p:cNvPr>
            <p:cNvSpPr/>
            <p:nvPr/>
          </p:nvSpPr>
          <p:spPr>
            <a:xfrm>
              <a:off x="4296100" y="623100"/>
              <a:ext cx="5600" cy="5575"/>
            </a:xfrm>
            <a:custGeom>
              <a:avLst/>
              <a:gdLst/>
              <a:ahLst/>
              <a:cxnLst/>
              <a:rect l="l" t="t" r="r" b="b"/>
              <a:pathLst>
                <a:path w="224" h="223" extrusionOk="0">
                  <a:moveTo>
                    <a:pt x="112" y="45"/>
                  </a:moveTo>
                  <a:cubicBezTo>
                    <a:pt x="150" y="45"/>
                    <a:pt x="182" y="76"/>
                    <a:pt x="182" y="118"/>
                  </a:cubicBezTo>
                  <a:cubicBezTo>
                    <a:pt x="182" y="156"/>
                    <a:pt x="150" y="188"/>
                    <a:pt x="112" y="188"/>
                  </a:cubicBezTo>
                  <a:cubicBezTo>
                    <a:pt x="71" y="188"/>
                    <a:pt x="39" y="156"/>
                    <a:pt x="39" y="118"/>
                  </a:cubicBezTo>
                  <a:cubicBezTo>
                    <a:pt x="39" y="76"/>
                    <a:pt x="71" y="45"/>
                    <a:pt x="112" y="45"/>
                  </a:cubicBezTo>
                  <a:close/>
                  <a:moveTo>
                    <a:pt x="112" y="0"/>
                  </a:moveTo>
                  <a:cubicBezTo>
                    <a:pt x="49" y="0"/>
                    <a:pt x="1" y="48"/>
                    <a:pt x="1" y="111"/>
                  </a:cubicBezTo>
                  <a:cubicBezTo>
                    <a:pt x="1" y="175"/>
                    <a:pt x="52" y="223"/>
                    <a:pt x="112" y="223"/>
                  </a:cubicBezTo>
                  <a:cubicBezTo>
                    <a:pt x="169" y="223"/>
                    <a:pt x="223" y="175"/>
                    <a:pt x="223" y="111"/>
                  </a:cubicBezTo>
                  <a:cubicBezTo>
                    <a:pt x="223" y="48"/>
                    <a:pt x="176" y="0"/>
                    <a:pt x="112" y="0"/>
                  </a:cubicBez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7" name="Google Shape;5032;p346">
              <a:extLst>
                <a:ext uri="{FF2B5EF4-FFF2-40B4-BE49-F238E27FC236}">
                  <a16:creationId xmlns:a16="http://schemas.microsoft.com/office/drawing/2014/main" id="{1973FD26-6AFF-A6B8-AF60-4D223043E9EC}"/>
                </a:ext>
              </a:extLst>
            </p:cNvPr>
            <p:cNvSpPr/>
            <p:nvPr/>
          </p:nvSpPr>
          <p:spPr>
            <a:xfrm>
              <a:off x="4287125" y="629850"/>
              <a:ext cx="5600" cy="5575"/>
            </a:xfrm>
            <a:custGeom>
              <a:avLst/>
              <a:gdLst/>
              <a:ahLst/>
              <a:cxnLst/>
              <a:rect l="l" t="t" r="r" b="b"/>
              <a:pathLst>
                <a:path w="224" h="223" extrusionOk="0">
                  <a:moveTo>
                    <a:pt x="112" y="45"/>
                  </a:moveTo>
                  <a:cubicBezTo>
                    <a:pt x="153" y="45"/>
                    <a:pt x="185" y="77"/>
                    <a:pt x="185" y="118"/>
                  </a:cubicBezTo>
                  <a:cubicBezTo>
                    <a:pt x="185" y="156"/>
                    <a:pt x="153" y="188"/>
                    <a:pt x="112" y="188"/>
                  </a:cubicBezTo>
                  <a:cubicBezTo>
                    <a:pt x="74" y="188"/>
                    <a:pt x="42" y="156"/>
                    <a:pt x="42" y="118"/>
                  </a:cubicBezTo>
                  <a:cubicBezTo>
                    <a:pt x="42" y="77"/>
                    <a:pt x="74" y="45"/>
                    <a:pt x="112" y="45"/>
                  </a:cubicBezTo>
                  <a:close/>
                  <a:moveTo>
                    <a:pt x="112" y="0"/>
                  </a:moveTo>
                  <a:cubicBezTo>
                    <a:pt x="48" y="0"/>
                    <a:pt x="1" y="48"/>
                    <a:pt x="1" y="112"/>
                  </a:cubicBezTo>
                  <a:cubicBezTo>
                    <a:pt x="1" y="175"/>
                    <a:pt x="51" y="223"/>
                    <a:pt x="112" y="223"/>
                  </a:cubicBezTo>
                  <a:cubicBezTo>
                    <a:pt x="172" y="223"/>
                    <a:pt x="223" y="175"/>
                    <a:pt x="223" y="112"/>
                  </a:cubicBezTo>
                  <a:cubicBezTo>
                    <a:pt x="223" y="48"/>
                    <a:pt x="175" y="0"/>
                    <a:pt x="112" y="0"/>
                  </a:cubicBez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sp>
          <p:nvSpPr>
            <p:cNvPr id="28" name="Google Shape;5033;p346">
              <a:extLst>
                <a:ext uri="{FF2B5EF4-FFF2-40B4-BE49-F238E27FC236}">
                  <a16:creationId xmlns:a16="http://schemas.microsoft.com/office/drawing/2014/main" id="{914F89D5-F46A-361C-3B01-4616766C9BD4}"/>
                </a:ext>
              </a:extLst>
            </p:cNvPr>
            <p:cNvSpPr/>
            <p:nvPr/>
          </p:nvSpPr>
          <p:spPr>
            <a:xfrm>
              <a:off x="4267100" y="635575"/>
              <a:ext cx="5575" cy="5425"/>
            </a:xfrm>
            <a:custGeom>
              <a:avLst/>
              <a:gdLst/>
              <a:ahLst/>
              <a:cxnLst/>
              <a:rect l="l" t="t" r="r" b="b"/>
              <a:pathLst>
                <a:path w="223" h="217" extrusionOk="0">
                  <a:moveTo>
                    <a:pt x="108" y="38"/>
                  </a:moveTo>
                  <a:cubicBezTo>
                    <a:pt x="147" y="38"/>
                    <a:pt x="182" y="70"/>
                    <a:pt x="182" y="112"/>
                  </a:cubicBezTo>
                  <a:cubicBezTo>
                    <a:pt x="182" y="150"/>
                    <a:pt x="150" y="181"/>
                    <a:pt x="108" y="181"/>
                  </a:cubicBezTo>
                  <a:cubicBezTo>
                    <a:pt x="70" y="181"/>
                    <a:pt x="38" y="150"/>
                    <a:pt x="38" y="112"/>
                  </a:cubicBezTo>
                  <a:cubicBezTo>
                    <a:pt x="38" y="70"/>
                    <a:pt x="70" y="38"/>
                    <a:pt x="108" y="38"/>
                  </a:cubicBezTo>
                  <a:close/>
                  <a:moveTo>
                    <a:pt x="108" y="0"/>
                  </a:moveTo>
                  <a:cubicBezTo>
                    <a:pt x="51" y="0"/>
                    <a:pt x="0" y="42"/>
                    <a:pt x="0" y="105"/>
                  </a:cubicBezTo>
                  <a:cubicBezTo>
                    <a:pt x="0" y="169"/>
                    <a:pt x="51" y="216"/>
                    <a:pt x="108" y="216"/>
                  </a:cubicBezTo>
                  <a:cubicBezTo>
                    <a:pt x="169" y="216"/>
                    <a:pt x="223" y="175"/>
                    <a:pt x="223" y="112"/>
                  </a:cubicBezTo>
                  <a:cubicBezTo>
                    <a:pt x="223" y="48"/>
                    <a:pt x="169" y="0"/>
                    <a:pt x="108" y="0"/>
                  </a:cubicBezTo>
                  <a:close/>
                </a:path>
              </a:pathLst>
            </a:custGeom>
            <a:solidFill>
              <a:srgbClr val="116149"/>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32363F"/>
                </a:solidFill>
                <a:effectLst/>
                <a:uLnTx/>
                <a:uFillTx/>
                <a:latin typeface="Calibri Light"/>
                <a:ea typeface="+mn-ea"/>
                <a:cs typeface="+mn-cs"/>
              </a:endParaRPr>
            </a:p>
          </p:txBody>
        </p:sp>
      </p:grpSp>
    </p:spTree>
    <p:extLst>
      <p:ext uri="{BB962C8B-B14F-4D97-AF65-F5344CB8AC3E}">
        <p14:creationId xmlns:p14="http://schemas.microsoft.com/office/powerpoint/2010/main" val="2393658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0D6DF-4B6C-283D-AC05-E7E441B37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4CEF1-968D-2450-9C0C-994AE6374645}"/>
              </a:ext>
            </a:extLst>
          </p:cNvPr>
          <p:cNvSpPr>
            <a:spLocks noGrp="1"/>
          </p:cNvSpPr>
          <p:nvPr>
            <p:ph type="title"/>
          </p:nvPr>
        </p:nvSpPr>
        <p:spPr/>
        <p:txBody>
          <a:bodyPr/>
          <a:lstStyle/>
          <a:p>
            <a:r>
              <a:rPr lang="es-AR" dirty="0"/>
              <a:t>Ejemplo: Columnares</a:t>
            </a:r>
          </a:p>
        </p:txBody>
      </p:sp>
      <p:sp>
        <p:nvSpPr>
          <p:cNvPr id="4" name="Slide Number Placeholder 3">
            <a:extLst>
              <a:ext uri="{FF2B5EF4-FFF2-40B4-BE49-F238E27FC236}">
                <a16:creationId xmlns:a16="http://schemas.microsoft.com/office/drawing/2014/main" id="{F30719A5-20B6-44A3-ECD1-D2614E063871}"/>
              </a:ext>
            </a:extLst>
          </p:cNvPr>
          <p:cNvSpPr>
            <a:spLocks noGrp="1"/>
          </p:cNvSpPr>
          <p:nvPr>
            <p:ph type="sldNum" sz="quarter" idx="12"/>
          </p:nvPr>
        </p:nvSpPr>
        <p:spPr/>
        <p:txBody>
          <a:bodyPr/>
          <a:lstStyle/>
          <a:p>
            <a:pPr rtl="0"/>
            <a:fld id="{03DC2DEF-D2FE-4B45-ABA4-9F153FD1C98A}" type="slidenum">
              <a:rPr lang="es-ES" noProof="0" smtClean="0"/>
              <a:t>12</a:t>
            </a:fld>
            <a:endParaRPr lang="es-ES" noProof="0" dirty="0"/>
          </a:p>
        </p:txBody>
      </p:sp>
      <p:graphicFrame>
        <p:nvGraphicFramePr>
          <p:cNvPr id="3" name="Google Shape;5100;p349">
            <a:extLst>
              <a:ext uri="{FF2B5EF4-FFF2-40B4-BE49-F238E27FC236}">
                <a16:creationId xmlns:a16="http://schemas.microsoft.com/office/drawing/2014/main" id="{EACF3091-2AEF-473F-71C1-D96623B88297}"/>
              </a:ext>
            </a:extLst>
          </p:cNvPr>
          <p:cNvGraphicFramePr/>
          <p:nvPr>
            <p:extLst>
              <p:ext uri="{D42A27DB-BD31-4B8C-83A1-F6EECF244321}">
                <p14:modId xmlns:p14="http://schemas.microsoft.com/office/powerpoint/2010/main" val="413971540"/>
              </p:ext>
            </p:extLst>
          </p:nvPr>
        </p:nvGraphicFramePr>
        <p:xfrm>
          <a:off x="952500" y="1713850"/>
          <a:ext cx="2235150" cy="1828680"/>
        </p:xfrm>
        <a:graphic>
          <a:graphicData uri="http://schemas.openxmlformats.org/drawingml/2006/table">
            <a:tbl>
              <a:tblPr>
                <a:noFill/>
              </a:tblPr>
              <a:tblGrid>
                <a:gridCol w="1117575">
                  <a:extLst>
                    <a:ext uri="{9D8B030D-6E8A-4147-A177-3AD203B41FA5}">
                      <a16:colId xmlns:a16="http://schemas.microsoft.com/office/drawing/2014/main" val="20000"/>
                    </a:ext>
                  </a:extLst>
                </a:gridCol>
                <a:gridCol w="1117575">
                  <a:extLst>
                    <a:ext uri="{9D8B030D-6E8A-4147-A177-3AD203B41FA5}">
                      <a16:colId xmlns:a16="http://schemas.microsoft.com/office/drawing/2014/main" val="20001"/>
                    </a:ext>
                  </a:extLst>
                </a:gridCol>
              </a:tblGrid>
              <a:tr h="404975">
                <a:tc>
                  <a:txBody>
                    <a:bodyPr/>
                    <a:lstStyle/>
                    <a:p>
                      <a:pPr marL="0" lvl="0" indent="0" algn="ctr" rtl="0">
                        <a:spcBef>
                          <a:spcPts val="0"/>
                        </a:spcBef>
                        <a:spcAft>
                          <a:spcPts val="0"/>
                        </a:spcAft>
                        <a:buNone/>
                      </a:pPr>
                      <a:r>
                        <a:rPr lang="en" b="1" dirty="0">
                          <a:solidFill>
                            <a:schemeClr val="bg1"/>
                          </a:solidFill>
                        </a:rPr>
                        <a:t>Name</a:t>
                      </a:r>
                      <a:endParaRPr b="1" dirty="0">
                        <a:solidFill>
                          <a:schemeClr val="bg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b="1" dirty="0">
                          <a:solidFill>
                            <a:schemeClr val="bg1"/>
                          </a:solidFill>
                        </a:rPr>
                        <a:t>ID</a:t>
                      </a:r>
                      <a:endParaRPr b="1" dirty="0">
                        <a:solidFill>
                          <a:schemeClr val="bg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04975">
                <a:tc>
                  <a:txBody>
                    <a:bodyPr/>
                    <a:lstStyle/>
                    <a:p>
                      <a:pPr marL="0" lvl="0" indent="0" algn="l" rtl="0">
                        <a:spcBef>
                          <a:spcPts val="0"/>
                        </a:spcBef>
                        <a:spcAft>
                          <a:spcPts val="0"/>
                        </a:spcAft>
                        <a:buNone/>
                      </a:pPr>
                      <a:r>
                        <a:rPr lang="en"/>
                        <a:t>Sherlock</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t>001</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4975">
                <a:tc>
                  <a:txBody>
                    <a:bodyPr/>
                    <a:lstStyle/>
                    <a:p>
                      <a:pPr marL="0" lvl="0" indent="0" algn="l" rtl="0">
                        <a:spcBef>
                          <a:spcPts val="0"/>
                        </a:spcBef>
                        <a:spcAft>
                          <a:spcPts val="0"/>
                        </a:spcAft>
                        <a:buNone/>
                      </a:pPr>
                      <a:r>
                        <a:rPr lang="en"/>
                        <a:t>John</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t>002</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4975">
                <a:tc>
                  <a:txBody>
                    <a:bodyPr/>
                    <a:lstStyle/>
                    <a:p>
                      <a:pPr marL="0" lvl="0" indent="0" algn="l" rtl="0">
                        <a:spcBef>
                          <a:spcPts val="0"/>
                        </a:spcBef>
                        <a:spcAft>
                          <a:spcPts val="0"/>
                        </a:spcAft>
                        <a:buNone/>
                      </a:pPr>
                      <a:r>
                        <a:rPr lang="en"/>
                        <a:t>Irene</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dirty="0"/>
                        <a:t>003</a:t>
                      </a:r>
                      <a:endParaRPr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5" name="Google Shape;5101;p349">
            <a:extLst>
              <a:ext uri="{FF2B5EF4-FFF2-40B4-BE49-F238E27FC236}">
                <a16:creationId xmlns:a16="http://schemas.microsoft.com/office/drawing/2014/main" id="{B50F5FA6-C434-08CD-CFC2-102246BEE55D}"/>
              </a:ext>
            </a:extLst>
          </p:cNvPr>
          <p:cNvGraphicFramePr/>
          <p:nvPr>
            <p:extLst>
              <p:ext uri="{D42A27DB-BD31-4B8C-83A1-F6EECF244321}">
                <p14:modId xmlns:p14="http://schemas.microsoft.com/office/powerpoint/2010/main" val="2848224461"/>
              </p:ext>
            </p:extLst>
          </p:nvPr>
        </p:nvGraphicFramePr>
        <p:xfrm>
          <a:off x="3543300" y="1713850"/>
          <a:ext cx="2235150" cy="1828680"/>
        </p:xfrm>
        <a:graphic>
          <a:graphicData uri="http://schemas.openxmlformats.org/drawingml/2006/table">
            <a:tbl>
              <a:tblPr>
                <a:noFill/>
              </a:tblPr>
              <a:tblGrid>
                <a:gridCol w="1117575">
                  <a:extLst>
                    <a:ext uri="{9D8B030D-6E8A-4147-A177-3AD203B41FA5}">
                      <a16:colId xmlns:a16="http://schemas.microsoft.com/office/drawing/2014/main" val="20000"/>
                    </a:ext>
                  </a:extLst>
                </a:gridCol>
                <a:gridCol w="1117575">
                  <a:extLst>
                    <a:ext uri="{9D8B030D-6E8A-4147-A177-3AD203B41FA5}">
                      <a16:colId xmlns:a16="http://schemas.microsoft.com/office/drawing/2014/main" val="20001"/>
                    </a:ext>
                  </a:extLst>
                </a:gridCol>
              </a:tblGrid>
              <a:tr h="404975">
                <a:tc>
                  <a:txBody>
                    <a:bodyPr/>
                    <a:lstStyle/>
                    <a:p>
                      <a:pPr marL="0" lvl="0" indent="0" algn="ctr" rtl="0">
                        <a:spcBef>
                          <a:spcPts val="0"/>
                        </a:spcBef>
                        <a:spcAft>
                          <a:spcPts val="0"/>
                        </a:spcAft>
                        <a:buNone/>
                      </a:pPr>
                      <a:r>
                        <a:rPr lang="en" b="1" dirty="0">
                          <a:solidFill>
                            <a:schemeClr val="bg1"/>
                          </a:solidFill>
                        </a:rPr>
                        <a:t>Age</a:t>
                      </a:r>
                      <a:endParaRPr b="1" dirty="0">
                        <a:solidFill>
                          <a:schemeClr val="bg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b="1" dirty="0">
                          <a:solidFill>
                            <a:schemeClr val="bg1"/>
                          </a:solidFill>
                        </a:rPr>
                        <a:t>ID</a:t>
                      </a:r>
                      <a:endParaRPr b="1" dirty="0">
                        <a:solidFill>
                          <a:schemeClr val="bg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04975">
                <a:tc>
                  <a:txBody>
                    <a:bodyPr/>
                    <a:lstStyle/>
                    <a:p>
                      <a:pPr marL="0" lvl="0" indent="0" algn="l" rtl="0">
                        <a:spcBef>
                          <a:spcPts val="0"/>
                        </a:spcBef>
                        <a:spcAft>
                          <a:spcPts val="0"/>
                        </a:spcAft>
                        <a:buNone/>
                      </a:pPr>
                      <a:r>
                        <a:rPr lang="en"/>
                        <a:t>40</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dirty="0"/>
                        <a:t>001</a:t>
                      </a:r>
                      <a:endParaRPr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4975">
                <a:tc>
                  <a:txBody>
                    <a:bodyPr/>
                    <a:lstStyle/>
                    <a:p>
                      <a:pPr marL="0" lvl="0" indent="0" algn="l" rtl="0">
                        <a:spcBef>
                          <a:spcPts val="0"/>
                        </a:spcBef>
                        <a:spcAft>
                          <a:spcPts val="0"/>
                        </a:spcAft>
                        <a:buNone/>
                      </a:pPr>
                      <a:r>
                        <a:rPr lang="en"/>
                        <a:t>45</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t>002</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4975">
                <a:tc>
                  <a:txBody>
                    <a:bodyPr/>
                    <a:lstStyle/>
                    <a:p>
                      <a:pPr marL="0" lvl="0" indent="0" algn="l" rtl="0">
                        <a:spcBef>
                          <a:spcPts val="0"/>
                        </a:spcBef>
                        <a:spcAft>
                          <a:spcPts val="0"/>
                        </a:spcAft>
                        <a:buNone/>
                      </a:pPr>
                      <a:r>
                        <a:rPr lang="en"/>
                        <a:t>43</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dirty="0"/>
                        <a:t>003</a:t>
                      </a:r>
                      <a:endParaRPr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6" name="Google Shape;5102;p349">
            <a:extLst>
              <a:ext uri="{FF2B5EF4-FFF2-40B4-BE49-F238E27FC236}">
                <a16:creationId xmlns:a16="http://schemas.microsoft.com/office/drawing/2014/main" id="{8AA578D9-8504-2E61-FB8A-DD9B6A89E014}"/>
              </a:ext>
            </a:extLst>
          </p:cNvPr>
          <p:cNvGraphicFramePr/>
          <p:nvPr>
            <p:extLst>
              <p:ext uri="{D42A27DB-BD31-4B8C-83A1-F6EECF244321}">
                <p14:modId xmlns:p14="http://schemas.microsoft.com/office/powerpoint/2010/main" val="2488699031"/>
              </p:ext>
            </p:extLst>
          </p:nvPr>
        </p:nvGraphicFramePr>
        <p:xfrm>
          <a:off x="6286500" y="1713850"/>
          <a:ext cx="2235150" cy="1828680"/>
        </p:xfrm>
        <a:graphic>
          <a:graphicData uri="http://schemas.openxmlformats.org/drawingml/2006/table">
            <a:tbl>
              <a:tblPr>
                <a:noFill/>
              </a:tblPr>
              <a:tblGrid>
                <a:gridCol w="1117575">
                  <a:extLst>
                    <a:ext uri="{9D8B030D-6E8A-4147-A177-3AD203B41FA5}">
                      <a16:colId xmlns:a16="http://schemas.microsoft.com/office/drawing/2014/main" val="20000"/>
                    </a:ext>
                  </a:extLst>
                </a:gridCol>
                <a:gridCol w="1117575">
                  <a:extLst>
                    <a:ext uri="{9D8B030D-6E8A-4147-A177-3AD203B41FA5}">
                      <a16:colId xmlns:a16="http://schemas.microsoft.com/office/drawing/2014/main" val="20001"/>
                    </a:ext>
                  </a:extLst>
                </a:gridCol>
              </a:tblGrid>
              <a:tr h="404975">
                <a:tc>
                  <a:txBody>
                    <a:bodyPr/>
                    <a:lstStyle/>
                    <a:p>
                      <a:pPr marL="0" lvl="0" indent="0" algn="ctr" rtl="0">
                        <a:spcBef>
                          <a:spcPts val="0"/>
                        </a:spcBef>
                        <a:spcAft>
                          <a:spcPts val="0"/>
                        </a:spcAft>
                        <a:buNone/>
                      </a:pPr>
                      <a:r>
                        <a:rPr lang="en" b="1" dirty="0">
                          <a:solidFill>
                            <a:schemeClr val="bg1"/>
                          </a:solidFill>
                        </a:rPr>
                        <a:t>Height</a:t>
                      </a:r>
                      <a:endParaRPr b="1" dirty="0">
                        <a:solidFill>
                          <a:schemeClr val="bg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tc>
                  <a:txBody>
                    <a:bodyPr/>
                    <a:lstStyle/>
                    <a:p>
                      <a:pPr marL="0" lvl="0" indent="0" algn="ctr" rtl="0">
                        <a:spcBef>
                          <a:spcPts val="0"/>
                        </a:spcBef>
                        <a:spcAft>
                          <a:spcPts val="0"/>
                        </a:spcAft>
                        <a:buNone/>
                      </a:pPr>
                      <a:r>
                        <a:rPr lang="en" b="1" dirty="0">
                          <a:solidFill>
                            <a:schemeClr val="bg1"/>
                          </a:solidFill>
                        </a:rPr>
                        <a:t>ID</a:t>
                      </a:r>
                      <a:endParaRPr b="1" dirty="0">
                        <a:solidFill>
                          <a:schemeClr val="bg1"/>
                        </a:solidFill>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dk2"/>
                    </a:solidFill>
                  </a:tcPr>
                </a:tc>
                <a:extLst>
                  <a:ext uri="{0D108BD9-81ED-4DB2-BD59-A6C34878D82A}">
                    <a16:rowId xmlns:a16="http://schemas.microsoft.com/office/drawing/2014/main" val="10000"/>
                  </a:ext>
                </a:extLst>
              </a:tr>
              <a:tr h="404975">
                <a:tc>
                  <a:txBody>
                    <a:bodyPr/>
                    <a:lstStyle/>
                    <a:p>
                      <a:pPr marL="0" lvl="0" indent="0" algn="l" rtl="0">
                        <a:spcBef>
                          <a:spcPts val="0"/>
                        </a:spcBef>
                        <a:spcAft>
                          <a:spcPts val="0"/>
                        </a:spcAft>
                        <a:buNone/>
                      </a:pPr>
                      <a:r>
                        <a:rPr lang="en"/>
                        <a:t>6’2</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t>001</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4975">
                <a:tc>
                  <a:txBody>
                    <a:bodyPr/>
                    <a:lstStyle/>
                    <a:p>
                      <a:pPr marL="0" lvl="0" indent="0" algn="l" rtl="0">
                        <a:spcBef>
                          <a:spcPts val="0"/>
                        </a:spcBef>
                        <a:spcAft>
                          <a:spcPts val="0"/>
                        </a:spcAft>
                        <a:buNone/>
                      </a:pPr>
                      <a:r>
                        <a:rPr lang="en"/>
                        <a:t>5’9</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a:t>002</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04975">
                <a:tc>
                  <a:txBody>
                    <a:bodyPr/>
                    <a:lstStyle/>
                    <a:p>
                      <a:pPr marL="0" lvl="0" indent="0" algn="l" rtl="0">
                        <a:spcBef>
                          <a:spcPts val="0"/>
                        </a:spcBef>
                        <a:spcAft>
                          <a:spcPts val="0"/>
                        </a:spcAft>
                        <a:buNone/>
                      </a:pPr>
                      <a:r>
                        <a:rPr lang="en"/>
                        <a:t>5’7</a:t>
                      </a:r>
                      <a:endParaRPr/>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 dirty="0"/>
                        <a:t>003</a:t>
                      </a:r>
                      <a:endParaRPr dirty="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401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9C5574F6-3D9F-7C69-D50F-55DFD6AA15D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8608DE8-23A9-5E67-EB3B-A605BAF19F1F}"/>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3" name="Content Placeholder 2">
            <a:extLst>
              <a:ext uri="{FF2B5EF4-FFF2-40B4-BE49-F238E27FC236}">
                <a16:creationId xmlns:a16="http://schemas.microsoft.com/office/drawing/2014/main" id="{CC7C1317-74B4-D7CD-EA6E-874741ADF60F}"/>
              </a:ext>
            </a:extLst>
          </p:cNvPr>
          <p:cNvSpPr>
            <a:spLocks noGrp="1"/>
          </p:cNvSpPr>
          <p:nvPr>
            <p:ph idx="1"/>
          </p:nvPr>
        </p:nvSpPr>
        <p:spPr>
          <a:xfrm>
            <a:off x="371475" y="1233488"/>
            <a:ext cx="5724526" cy="4943475"/>
          </a:xfrm>
        </p:spPr>
        <p:txBody>
          <a:bodyPr>
            <a:normAutofit fontScale="92500" lnSpcReduction="10000"/>
          </a:bodyPr>
          <a:lstStyle/>
          <a:p>
            <a:r>
              <a:rPr lang="es-AR" sz="3600" b="1" dirty="0">
                <a:solidFill>
                  <a:schemeClr val="bg1"/>
                </a:solidFill>
              </a:rPr>
              <a:t>Estructura</a:t>
            </a:r>
          </a:p>
          <a:p>
            <a:pPr lvl="1"/>
            <a:r>
              <a:rPr lang="es-AR" sz="3200" b="1" dirty="0">
                <a:solidFill>
                  <a:schemeClr val="bg1"/>
                </a:solidFill>
              </a:rPr>
              <a:t>Modelo de datos polimórfico</a:t>
            </a:r>
          </a:p>
          <a:p>
            <a:pPr lvl="1"/>
            <a:r>
              <a:rPr lang="es-AR" sz="3200" b="1" dirty="0">
                <a:solidFill>
                  <a:schemeClr val="bg1"/>
                </a:solidFill>
              </a:rPr>
              <a:t>Cada documento contiene marcas/tags que identifican campos y valores</a:t>
            </a:r>
          </a:p>
          <a:p>
            <a:endParaRPr lang="es-AR" sz="3600" b="1" dirty="0">
              <a:solidFill>
                <a:schemeClr val="bg1"/>
              </a:solidFill>
            </a:endParaRPr>
          </a:p>
          <a:p>
            <a:r>
              <a:rPr lang="es-AR" sz="3600" b="1" dirty="0">
                <a:solidFill>
                  <a:schemeClr val="bg1"/>
                </a:solidFill>
              </a:rPr>
              <a:t>Fortaleza</a:t>
            </a:r>
          </a:p>
          <a:p>
            <a:pPr lvl="1"/>
            <a:r>
              <a:rPr lang="es-AR" sz="3200" b="1" dirty="0">
                <a:solidFill>
                  <a:schemeClr val="bg1"/>
                </a:solidFill>
              </a:rPr>
              <a:t>Relaciones obvias usando documentos y arreglos embebidos</a:t>
            </a:r>
          </a:p>
          <a:p>
            <a:pPr lvl="1"/>
            <a:r>
              <a:rPr lang="es-AR" sz="3200" b="1" dirty="0">
                <a:solidFill>
                  <a:schemeClr val="bg1"/>
                </a:solidFill>
              </a:rPr>
              <a:t>No tiene un mapeo complejo</a:t>
            </a:r>
          </a:p>
        </p:txBody>
      </p:sp>
      <p:sp>
        <p:nvSpPr>
          <p:cNvPr id="4" name="Slide Number Placeholder 3">
            <a:extLst>
              <a:ext uri="{FF2B5EF4-FFF2-40B4-BE49-F238E27FC236}">
                <a16:creationId xmlns:a16="http://schemas.microsoft.com/office/drawing/2014/main" id="{9AF0FFD1-B8AE-3397-12F5-71A002626C2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FEC310F2-A268-58A2-D3A8-BA8BF85ABB18}"/>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FE144653-88B9-FB75-B347-45345EF14E8E}"/>
              </a:ext>
            </a:extLst>
          </p:cNvPr>
          <p:cNvSpPr txBox="1">
            <a:spLocks/>
          </p:cNvSpPr>
          <p:nvPr/>
        </p:nvSpPr>
        <p:spPr>
          <a:xfrm>
            <a:off x="6330469" y="5039955"/>
            <a:ext cx="5724526" cy="147781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600" b="1" i="0" u="none" strike="noStrike" kern="1200" cap="none" spc="0" normalizeH="0" baseline="0" noProof="0" dirty="0">
                <a:ln>
                  <a:noFill/>
                </a:ln>
                <a:solidFill>
                  <a:srgbClr val="32363F"/>
                </a:solidFill>
                <a:effectLst/>
                <a:uLnTx/>
                <a:uFillTx/>
                <a:latin typeface="Calibri"/>
                <a:ea typeface="+mn-ea"/>
                <a:cs typeface="+mn-cs"/>
              </a:rPr>
              <a:t>Base de datos documentales</a:t>
            </a:r>
          </a:p>
        </p:txBody>
      </p:sp>
      <p:grpSp>
        <p:nvGrpSpPr>
          <p:cNvPr id="5" name="Google Shape;5110;p350">
            <a:extLst>
              <a:ext uri="{FF2B5EF4-FFF2-40B4-BE49-F238E27FC236}">
                <a16:creationId xmlns:a16="http://schemas.microsoft.com/office/drawing/2014/main" id="{05546070-877C-F4BA-DD51-4D0F8364FD9C}"/>
              </a:ext>
            </a:extLst>
          </p:cNvPr>
          <p:cNvGrpSpPr/>
          <p:nvPr/>
        </p:nvGrpSpPr>
        <p:grpSpPr>
          <a:xfrm>
            <a:off x="8157743" y="1818045"/>
            <a:ext cx="1972514" cy="2283946"/>
            <a:chOff x="422352" y="3885275"/>
            <a:chExt cx="188848" cy="223774"/>
          </a:xfrm>
        </p:grpSpPr>
        <p:sp>
          <p:nvSpPr>
            <p:cNvPr id="8" name="Google Shape;5111;p350">
              <a:extLst>
                <a:ext uri="{FF2B5EF4-FFF2-40B4-BE49-F238E27FC236}">
                  <a16:creationId xmlns:a16="http://schemas.microsoft.com/office/drawing/2014/main" id="{C97D2FA7-8C64-B913-DF25-EA060D29D98E}"/>
                </a:ext>
              </a:extLst>
            </p:cNvPr>
            <p:cNvSpPr/>
            <p:nvPr/>
          </p:nvSpPr>
          <p:spPr>
            <a:xfrm>
              <a:off x="422352" y="3930555"/>
              <a:ext cx="153458" cy="178494"/>
            </a:xfrm>
            <a:custGeom>
              <a:avLst/>
              <a:gdLst/>
              <a:ahLst/>
              <a:cxnLst/>
              <a:rect l="l" t="t" r="r" b="b"/>
              <a:pathLst>
                <a:path w="993" h="1155" extrusionOk="0">
                  <a:moveTo>
                    <a:pt x="20" y="0"/>
                  </a:moveTo>
                  <a:cubicBezTo>
                    <a:pt x="7" y="0"/>
                    <a:pt x="1" y="10"/>
                    <a:pt x="1" y="23"/>
                  </a:cubicBezTo>
                  <a:lnTo>
                    <a:pt x="1" y="1040"/>
                  </a:lnTo>
                  <a:cubicBezTo>
                    <a:pt x="1" y="1104"/>
                    <a:pt x="52" y="1154"/>
                    <a:pt x="115" y="1154"/>
                  </a:cubicBezTo>
                  <a:lnTo>
                    <a:pt x="977" y="1154"/>
                  </a:lnTo>
                  <a:cubicBezTo>
                    <a:pt x="986" y="1154"/>
                    <a:pt x="993" y="1145"/>
                    <a:pt x="993" y="1135"/>
                  </a:cubicBezTo>
                  <a:cubicBezTo>
                    <a:pt x="993" y="1123"/>
                    <a:pt x="986" y="1113"/>
                    <a:pt x="974" y="1113"/>
                  </a:cubicBezTo>
                  <a:lnTo>
                    <a:pt x="115" y="1113"/>
                  </a:lnTo>
                  <a:cubicBezTo>
                    <a:pt x="74" y="1113"/>
                    <a:pt x="39" y="1078"/>
                    <a:pt x="39" y="1040"/>
                  </a:cubicBezTo>
                  <a:lnTo>
                    <a:pt x="39" y="23"/>
                  </a:lnTo>
                  <a:cubicBezTo>
                    <a:pt x="39" y="10"/>
                    <a:pt x="33" y="0"/>
                    <a:pt x="20" y="0"/>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112;p350">
              <a:extLst>
                <a:ext uri="{FF2B5EF4-FFF2-40B4-BE49-F238E27FC236}">
                  <a16:creationId xmlns:a16="http://schemas.microsoft.com/office/drawing/2014/main" id="{6AC7AF50-C968-63BF-1C16-5F44AA207FB5}"/>
                </a:ext>
              </a:extLst>
            </p:cNvPr>
            <p:cNvSpPr/>
            <p:nvPr/>
          </p:nvSpPr>
          <p:spPr>
            <a:xfrm>
              <a:off x="449396" y="3885275"/>
              <a:ext cx="161803" cy="194257"/>
            </a:xfrm>
            <a:custGeom>
              <a:avLst/>
              <a:gdLst/>
              <a:ahLst/>
              <a:cxnLst/>
              <a:rect l="l" t="t" r="r" b="b"/>
              <a:pathLst>
                <a:path w="1047" h="1257" extrusionOk="0">
                  <a:moveTo>
                    <a:pt x="697" y="39"/>
                  </a:moveTo>
                  <a:cubicBezTo>
                    <a:pt x="719" y="39"/>
                    <a:pt x="745" y="52"/>
                    <a:pt x="761" y="68"/>
                  </a:cubicBezTo>
                  <a:lnTo>
                    <a:pt x="974" y="290"/>
                  </a:lnTo>
                  <a:cubicBezTo>
                    <a:pt x="993" y="306"/>
                    <a:pt x="1002" y="335"/>
                    <a:pt x="1002" y="357"/>
                  </a:cubicBezTo>
                  <a:lnTo>
                    <a:pt x="1002" y="1117"/>
                  </a:lnTo>
                  <a:cubicBezTo>
                    <a:pt x="1002" y="1168"/>
                    <a:pt x="961" y="1212"/>
                    <a:pt x="910" y="1212"/>
                  </a:cubicBezTo>
                  <a:lnTo>
                    <a:pt x="131" y="1212"/>
                  </a:lnTo>
                  <a:cubicBezTo>
                    <a:pt x="80" y="1212"/>
                    <a:pt x="39" y="1168"/>
                    <a:pt x="39" y="1117"/>
                  </a:cubicBezTo>
                  <a:lnTo>
                    <a:pt x="39" y="134"/>
                  </a:lnTo>
                  <a:cubicBezTo>
                    <a:pt x="39" y="83"/>
                    <a:pt x="80" y="39"/>
                    <a:pt x="131" y="39"/>
                  </a:cubicBezTo>
                  <a:close/>
                  <a:moveTo>
                    <a:pt x="131" y="1"/>
                  </a:moveTo>
                  <a:cubicBezTo>
                    <a:pt x="55" y="1"/>
                    <a:pt x="1" y="64"/>
                    <a:pt x="1" y="134"/>
                  </a:cubicBezTo>
                  <a:lnTo>
                    <a:pt x="1" y="1120"/>
                  </a:lnTo>
                  <a:cubicBezTo>
                    <a:pt x="1" y="1193"/>
                    <a:pt x="55" y="1254"/>
                    <a:pt x="131" y="1257"/>
                  </a:cubicBezTo>
                  <a:lnTo>
                    <a:pt x="131" y="1254"/>
                  </a:lnTo>
                  <a:lnTo>
                    <a:pt x="913" y="1254"/>
                  </a:lnTo>
                  <a:cubicBezTo>
                    <a:pt x="990" y="1254"/>
                    <a:pt x="1047" y="1190"/>
                    <a:pt x="1047" y="1117"/>
                  </a:cubicBezTo>
                  <a:lnTo>
                    <a:pt x="1047" y="357"/>
                  </a:lnTo>
                  <a:cubicBezTo>
                    <a:pt x="1047" y="322"/>
                    <a:pt x="1031" y="290"/>
                    <a:pt x="1005" y="261"/>
                  </a:cubicBezTo>
                  <a:lnTo>
                    <a:pt x="792" y="39"/>
                  </a:lnTo>
                  <a:cubicBezTo>
                    <a:pt x="767" y="17"/>
                    <a:pt x="735" y="1"/>
                    <a:pt x="700" y="1"/>
                  </a:cubicBezTo>
                  <a:close/>
                </a:path>
              </a:pathLst>
            </a:custGeom>
            <a:solidFill>
              <a:srgbClr val="13AA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113;p350">
              <a:extLst>
                <a:ext uri="{FF2B5EF4-FFF2-40B4-BE49-F238E27FC236}">
                  <a16:creationId xmlns:a16="http://schemas.microsoft.com/office/drawing/2014/main" id="{21D9DFA0-DF9F-9F9C-4B1F-B97502438E84}"/>
                </a:ext>
              </a:extLst>
            </p:cNvPr>
            <p:cNvSpPr/>
            <p:nvPr/>
          </p:nvSpPr>
          <p:spPr>
            <a:xfrm>
              <a:off x="488185" y="3937200"/>
              <a:ext cx="20399" cy="90715"/>
            </a:xfrm>
            <a:custGeom>
              <a:avLst/>
              <a:gdLst/>
              <a:ahLst/>
              <a:cxnLst/>
              <a:rect l="l" t="t" r="r" b="b"/>
              <a:pathLst>
                <a:path w="132" h="587" extrusionOk="0">
                  <a:moveTo>
                    <a:pt x="111" y="1"/>
                  </a:moveTo>
                  <a:cubicBezTo>
                    <a:pt x="108" y="1"/>
                    <a:pt x="106" y="1"/>
                    <a:pt x="103" y="2"/>
                  </a:cubicBezTo>
                  <a:cubicBezTo>
                    <a:pt x="80" y="8"/>
                    <a:pt x="58" y="30"/>
                    <a:pt x="58" y="59"/>
                  </a:cubicBezTo>
                  <a:lnTo>
                    <a:pt x="58" y="208"/>
                  </a:lnTo>
                  <a:cubicBezTo>
                    <a:pt x="58" y="240"/>
                    <a:pt x="42" y="266"/>
                    <a:pt x="20" y="266"/>
                  </a:cubicBezTo>
                  <a:cubicBezTo>
                    <a:pt x="7" y="266"/>
                    <a:pt x="1" y="272"/>
                    <a:pt x="1" y="285"/>
                  </a:cubicBezTo>
                  <a:lnTo>
                    <a:pt x="1" y="301"/>
                  </a:lnTo>
                  <a:cubicBezTo>
                    <a:pt x="1" y="313"/>
                    <a:pt x="7" y="320"/>
                    <a:pt x="20" y="320"/>
                  </a:cubicBezTo>
                  <a:cubicBezTo>
                    <a:pt x="42" y="323"/>
                    <a:pt x="58" y="345"/>
                    <a:pt x="58" y="377"/>
                  </a:cubicBezTo>
                  <a:lnTo>
                    <a:pt x="58" y="530"/>
                  </a:lnTo>
                  <a:cubicBezTo>
                    <a:pt x="64" y="555"/>
                    <a:pt x="80" y="577"/>
                    <a:pt x="103" y="587"/>
                  </a:cubicBezTo>
                  <a:lnTo>
                    <a:pt x="112" y="587"/>
                  </a:lnTo>
                  <a:cubicBezTo>
                    <a:pt x="119" y="587"/>
                    <a:pt x="128" y="584"/>
                    <a:pt x="128" y="571"/>
                  </a:cubicBezTo>
                  <a:cubicBezTo>
                    <a:pt x="131" y="561"/>
                    <a:pt x="128" y="552"/>
                    <a:pt x="115" y="546"/>
                  </a:cubicBezTo>
                  <a:cubicBezTo>
                    <a:pt x="106" y="542"/>
                    <a:pt x="99" y="536"/>
                    <a:pt x="99" y="526"/>
                  </a:cubicBezTo>
                  <a:lnTo>
                    <a:pt x="99" y="377"/>
                  </a:lnTo>
                  <a:cubicBezTo>
                    <a:pt x="103" y="339"/>
                    <a:pt x="84" y="307"/>
                    <a:pt x="58" y="291"/>
                  </a:cubicBezTo>
                  <a:cubicBezTo>
                    <a:pt x="84" y="275"/>
                    <a:pt x="99" y="243"/>
                    <a:pt x="99" y="208"/>
                  </a:cubicBezTo>
                  <a:lnTo>
                    <a:pt x="99" y="59"/>
                  </a:lnTo>
                  <a:cubicBezTo>
                    <a:pt x="99" y="50"/>
                    <a:pt x="106" y="43"/>
                    <a:pt x="115" y="37"/>
                  </a:cubicBezTo>
                  <a:cubicBezTo>
                    <a:pt x="122" y="34"/>
                    <a:pt x="131" y="27"/>
                    <a:pt x="128" y="15"/>
                  </a:cubicBezTo>
                  <a:cubicBezTo>
                    <a:pt x="123" y="5"/>
                    <a:pt x="118" y="1"/>
                    <a:pt x="111"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114;p350">
              <a:extLst>
                <a:ext uri="{FF2B5EF4-FFF2-40B4-BE49-F238E27FC236}">
                  <a16:creationId xmlns:a16="http://schemas.microsoft.com/office/drawing/2014/main" id="{2C2E4152-DC30-022E-C2B6-F610E4CB77B5}"/>
                </a:ext>
              </a:extLst>
            </p:cNvPr>
            <p:cNvSpPr/>
            <p:nvPr/>
          </p:nvSpPr>
          <p:spPr>
            <a:xfrm>
              <a:off x="556028" y="3937200"/>
              <a:ext cx="20863" cy="90715"/>
            </a:xfrm>
            <a:custGeom>
              <a:avLst/>
              <a:gdLst/>
              <a:ahLst/>
              <a:cxnLst/>
              <a:rect l="l" t="t" r="r" b="b"/>
              <a:pathLst>
                <a:path w="135" h="587" extrusionOk="0">
                  <a:moveTo>
                    <a:pt x="25" y="1"/>
                  </a:moveTo>
                  <a:cubicBezTo>
                    <a:pt x="19" y="1"/>
                    <a:pt x="10" y="7"/>
                    <a:pt x="7" y="15"/>
                  </a:cubicBezTo>
                  <a:cubicBezTo>
                    <a:pt x="1" y="21"/>
                    <a:pt x="7" y="34"/>
                    <a:pt x="17" y="37"/>
                  </a:cubicBezTo>
                  <a:cubicBezTo>
                    <a:pt x="26" y="43"/>
                    <a:pt x="32" y="50"/>
                    <a:pt x="32" y="59"/>
                  </a:cubicBezTo>
                  <a:lnTo>
                    <a:pt x="32" y="212"/>
                  </a:lnTo>
                  <a:cubicBezTo>
                    <a:pt x="29" y="247"/>
                    <a:pt x="48" y="282"/>
                    <a:pt x="74" y="298"/>
                  </a:cubicBezTo>
                  <a:cubicBezTo>
                    <a:pt x="48" y="313"/>
                    <a:pt x="32" y="345"/>
                    <a:pt x="32" y="380"/>
                  </a:cubicBezTo>
                  <a:lnTo>
                    <a:pt x="32" y="530"/>
                  </a:lnTo>
                  <a:cubicBezTo>
                    <a:pt x="32" y="539"/>
                    <a:pt x="26" y="546"/>
                    <a:pt x="17" y="552"/>
                  </a:cubicBezTo>
                  <a:cubicBezTo>
                    <a:pt x="10" y="555"/>
                    <a:pt x="1" y="561"/>
                    <a:pt x="7" y="574"/>
                  </a:cubicBezTo>
                  <a:cubicBezTo>
                    <a:pt x="10" y="584"/>
                    <a:pt x="17" y="587"/>
                    <a:pt x="26" y="587"/>
                  </a:cubicBezTo>
                  <a:lnTo>
                    <a:pt x="29" y="587"/>
                  </a:lnTo>
                  <a:cubicBezTo>
                    <a:pt x="55" y="577"/>
                    <a:pt x="74" y="558"/>
                    <a:pt x="74" y="530"/>
                  </a:cubicBezTo>
                  <a:lnTo>
                    <a:pt x="74" y="380"/>
                  </a:lnTo>
                  <a:cubicBezTo>
                    <a:pt x="74" y="348"/>
                    <a:pt x="90" y="323"/>
                    <a:pt x="112" y="323"/>
                  </a:cubicBezTo>
                  <a:cubicBezTo>
                    <a:pt x="125" y="323"/>
                    <a:pt x="134" y="317"/>
                    <a:pt x="134" y="304"/>
                  </a:cubicBezTo>
                  <a:lnTo>
                    <a:pt x="134" y="288"/>
                  </a:lnTo>
                  <a:cubicBezTo>
                    <a:pt x="134" y="275"/>
                    <a:pt x="125" y="269"/>
                    <a:pt x="112" y="269"/>
                  </a:cubicBezTo>
                  <a:cubicBezTo>
                    <a:pt x="90" y="266"/>
                    <a:pt x="74" y="243"/>
                    <a:pt x="74" y="212"/>
                  </a:cubicBezTo>
                  <a:lnTo>
                    <a:pt x="74" y="59"/>
                  </a:lnTo>
                  <a:cubicBezTo>
                    <a:pt x="71" y="34"/>
                    <a:pt x="55" y="8"/>
                    <a:pt x="29" y="2"/>
                  </a:cubicBezTo>
                  <a:cubicBezTo>
                    <a:pt x="28" y="1"/>
                    <a:pt x="27" y="1"/>
                    <a:pt x="25" y="1"/>
                  </a:cubicBezTo>
                  <a:close/>
                </a:path>
              </a:pathLst>
            </a:custGeom>
            <a:solidFill>
              <a:srgbClr val="1161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088077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4B51-E678-B333-C988-AEEF63EDB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B5995-A4B9-0EEC-F990-9C94A81552E0}"/>
              </a:ext>
            </a:extLst>
          </p:cNvPr>
          <p:cNvSpPr>
            <a:spLocks noGrp="1"/>
          </p:cNvSpPr>
          <p:nvPr>
            <p:ph type="title"/>
          </p:nvPr>
        </p:nvSpPr>
        <p:spPr/>
        <p:txBody>
          <a:bodyPr/>
          <a:lstStyle/>
          <a:p>
            <a:r>
              <a:rPr lang="es-AR" dirty="0"/>
              <a:t>Ejemplo: Documentales</a:t>
            </a:r>
          </a:p>
        </p:txBody>
      </p:sp>
      <p:sp>
        <p:nvSpPr>
          <p:cNvPr id="4" name="Slide Number Placeholder 3">
            <a:extLst>
              <a:ext uri="{FF2B5EF4-FFF2-40B4-BE49-F238E27FC236}">
                <a16:creationId xmlns:a16="http://schemas.microsoft.com/office/drawing/2014/main" id="{77BD26DD-50C3-D29C-9834-A50B6BBC1730}"/>
              </a:ext>
            </a:extLst>
          </p:cNvPr>
          <p:cNvSpPr>
            <a:spLocks noGrp="1"/>
          </p:cNvSpPr>
          <p:nvPr>
            <p:ph type="sldNum" sz="quarter" idx="12"/>
          </p:nvPr>
        </p:nvSpPr>
        <p:spPr/>
        <p:txBody>
          <a:bodyPr/>
          <a:lstStyle/>
          <a:p>
            <a:pPr rtl="0"/>
            <a:fld id="{03DC2DEF-D2FE-4B45-ABA4-9F153FD1C98A}" type="slidenum">
              <a:rPr lang="es-ES" noProof="0" smtClean="0"/>
              <a:t>14</a:t>
            </a:fld>
            <a:endParaRPr lang="es-ES" noProof="0" dirty="0"/>
          </a:p>
        </p:txBody>
      </p:sp>
      <p:sp>
        <p:nvSpPr>
          <p:cNvPr id="7" name="Google Shape;5119;p351">
            <a:extLst>
              <a:ext uri="{FF2B5EF4-FFF2-40B4-BE49-F238E27FC236}">
                <a16:creationId xmlns:a16="http://schemas.microsoft.com/office/drawing/2014/main" id="{F5660914-3745-15C9-2208-E5D9E0F76754}"/>
              </a:ext>
            </a:extLst>
          </p:cNvPr>
          <p:cNvSpPr/>
          <p:nvPr/>
        </p:nvSpPr>
        <p:spPr>
          <a:xfrm>
            <a:off x="1441484" y="1492650"/>
            <a:ext cx="691800" cy="3345900"/>
          </a:xfrm>
          <a:prstGeom prst="leftBrace">
            <a:avLst>
              <a:gd name="adj1" fmla="val 50000"/>
              <a:gd name="adj2" fmla="val 50442"/>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sp>
        <p:nvSpPr>
          <p:cNvPr id="8" name="Google Shape;5120;p351">
            <a:extLst>
              <a:ext uri="{FF2B5EF4-FFF2-40B4-BE49-F238E27FC236}">
                <a16:creationId xmlns:a16="http://schemas.microsoft.com/office/drawing/2014/main" id="{C641ABF2-A666-162B-EEC6-9F8DD173ADD8}"/>
              </a:ext>
            </a:extLst>
          </p:cNvPr>
          <p:cNvSpPr/>
          <p:nvPr/>
        </p:nvSpPr>
        <p:spPr>
          <a:xfrm rot="10800000">
            <a:off x="4879209" y="1513050"/>
            <a:ext cx="691800" cy="3433800"/>
          </a:xfrm>
          <a:prstGeom prst="leftBrace">
            <a:avLst>
              <a:gd name="adj1" fmla="val 50000"/>
              <a:gd name="adj2" fmla="val 50442"/>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sp>
        <p:nvSpPr>
          <p:cNvPr id="9" name="Google Shape;5121;p351">
            <a:extLst>
              <a:ext uri="{FF2B5EF4-FFF2-40B4-BE49-F238E27FC236}">
                <a16:creationId xmlns:a16="http://schemas.microsoft.com/office/drawing/2014/main" id="{3FA86437-96A1-40A5-6AE5-8C0C72BA59CC}"/>
              </a:ext>
            </a:extLst>
          </p:cNvPr>
          <p:cNvSpPr txBox="1"/>
          <p:nvPr/>
        </p:nvSpPr>
        <p:spPr>
          <a:xfrm>
            <a:off x="2094509" y="1567650"/>
            <a:ext cx="2919600"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"_id": ObjectId("5ef2d4b45b7f11b6d7a"),</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"user_id": "Sherlock Holmes",</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"age": 40,</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"address": </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45720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“Country: “England”</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“City”: “London”,</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“Street”: “221B Baker St.”</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Source Code Pro"/>
              </a:rPr>
              <a:t>  “Hobbies”:[ violin, crime-solving ]</a:t>
            </a:r>
            <a:endParaRPr sz="1200" dirty="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dirty="0">
                <a:latin typeface="Calibri" panose="020F0502020204030204" pitchFamily="34" charset="0"/>
                <a:ea typeface="Calibri" panose="020F0502020204030204" pitchFamily="34" charset="0"/>
                <a:cs typeface="Calibri" panose="020F0502020204030204" pitchFamily="34" charset="0"/>
                <a:sym typeface="Lexend Deca Light"/>
              </a:rPr>
              <a:t>}</a:t>
            </a:r>
            <a:endParaRPr sz="1200" dirty="0">
              <a:latin typeface="Calibri" panose="020F0502020204030204" pitchFamily="34" charset="0"/>
              <a:ea typeface="Calibri" panose="020F0502020204030204" pitchFamily="34" charset="0"/>
              <a:cs typeface="Calibri" panose="020F0502020204030204" pitchFamily="34" charset="0"/>
              <a:sym typeface="Lexend Deca Light"/>
            </a:endParaRPr>
          </a:p>
        </p:txBody>
      </p:sp>
      <p:sp>
        <p:nvSpPr>
          <p:cNvPr id="10" name="Google Shape;5122;p351">
            <a:extLst>
              <a:ext uri="{FF2B5EF4-FFF2-40B4-BE49-F238E27FC236}">
                <a16:creationId xmlns:a16="http://schemas.microsoft.com/office/drawing/2014/main" id="{BF7BB0FC-CA93-673D-6D99-83B4BFA547AC}"/>
              </a:ext>
            </a:extLst>
          </p:cNvPr>
          <p:cNvSpPr/>
          <p:nvPr/>
        </p:nvSpPr>
        <p:spPr>
          <a:xfrm>
            <a:off x="6045709" y="1567650"/>
            <a:ext cx="691800" cy="3379200"/>
          </a:xfrm>
          <a:prstGeom prst="leftBrace">
            <a:avLst>
              <a:gd name="adj1" fmla="val 50000"/>
              <a:gd name="adj2" fmla="val 50442"/>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sp>
        <p:nvSpPr>
          <p:cNvPr id="11" name="Google Shape;5123;p351">
            <a:extLst>
              <a:ext uri="{FF2B5EF4-FFF2-40B4-BE49-F238E27FC236}">
                <a16:creationId xmlns:a16="http://schemas.microsoft.com/office/drawing/2014/main" id="{0996F5CD-CA6B-901A-3D0B-8B7EB0EA840F}"/>
              </a:ext>
            </a:extLst>
          </p:cNvPr>
          <p:cNvSpPr/>
          <p:nvPr/>
        </p:nvSpPr>
        <p:spPr>
          <a:xfrm rot="10800000">
            <a:off x="9298809" y="1606675"/>
            <a:ext cx="691800" cy="3361800"/>
          </a:xfrm>
          <a:prstGeom prst="leftBrace">
            <a:avLst>
              <a:gd name="adj1" fmla="val 50000"/>
              <a:gd name="adj2" fmla="val 50442"/>
            </a:avLst>
          </a:prstGeom>
          <a:noFill/>
          <a:ln w="3810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Calibri" panose="020F0502020204030204" pitchFamily="34" charset="0"/>
              <a:ea typeface="Calibri" panose="020F0502020204030204" pitchFamily="34" charset="0"/>
              <a:cs typeface="Calibri" panose="020F0502020204030204" pitchFamily="34" charset="0"/>
            </a:endParaRPr>
          </a:p>
        </p:txBody>
      </p:sp>
      <p:sp>
        <p:nvSpPr>
          <p:cNvPr id="12" name="Google Shape;5124;p351">
            <a:extLst>
              <a:ext uri="{FF2B5EF4-FFF2-40B4-BE49-F238E27FC236}">
                <a16:creationId xmlns:a16="http://schemas.microsoft.com/office/drawing/2014/main" id="{71B1FD20-4889-CD10-B3FA-E6CC3491F5F5}"/>
              </a:ext>
            </a:extLst>
          </p:cNvPr>
          <p:cNvSpPr txBox="1"/>
          <p:nvPr/>
        </p:nvSpPr>
        <p:spPr>
          <a:xfrm>
            <a:off x="6522284" y="1687200"/>
            <a:ext cx="3066000" cy="240062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"_id": ObjectId("6ef8d4b32c9f12b6d4a"),</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"user_id": "John Watson",</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"age": 45,</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"address": </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45720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“Country: “England”</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“City”: “London”,</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“Street”: “221B Baker St.”</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45720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Source Code Pro"/>
              </a:rPr>
              <a:t>  “Medical license”: “Active”</a:t>
            </a:r>
            <a:endParaRPr sz="1200">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spcBef>
                <a:spcPts val="0"/>
              </a:spcBef>
              <a:spcAft>
                <a:spcPts val="0"/>
              </a:spcAft>
              <a:buNone/>
            </a:pPr>
            <a:r>
              <a:rPr lang="en" sz="1200">
                <a:latin typeface="Calibri" panose="020F0502020204030204" pitchFamily="34" charset="0"/>
                <a:ea typeface="Calibri" panose="020F0502020204030204" pitchFamily="34" charset="0"/>
                <a:cs typeface="Calibri" panose="020F0502020204030204" pitchFamily="34" charset="0"/>
                <a:sym typeface="Lexend Deca Light"/>
              </a:rPr>
              <a:t>}</a:t>
            </a:r>
            <a:endParaRPr sz="1200">
              <a:latin typeface="Calibri" panose="020F0502020204030204" pitchFamily="34" charset="0"/>
              <a:ea typeface="Calibri" panose="020F0502020204030204" pitchFamily="34" charset="0"/>
              <a:cs typeface="Calibri" panose="020F0502020204030204" pitchFamily="34" charset="0"/>
              <a:sym typeface="Lexend Deca Light"/>
            </a:endParaRPr>
          </a:p>
        </p:txBody>
      </p:sp>
    </p:spTree>
    <p:extLst>
      <p:ext uri="{BB962C8B-B14F-4D97-AF65-F5344CB8AC3E}">
        <p14:creationId xmlns:p14="http://schemas.microsoft.com/office/powerpoint/2010/main" val="183627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3B9A1-223E-8D53-5EB5-DDA202513E75}"/>
              </a:ext>
            </a:extLst>
          </p:cNvPr>
          <p:cNvSpPr>
            <a:spLocks noGrp="1"/>
          </p:cNvSpPr>
          <p:nvPr>
            <p:ph type="title"/>
          </p:nvPr>
        </p:nvSpPr>
        <p:spPr/>
        <p:txBody>
          <a:bodyPr/>
          <a:lstStyle/>
          <a:p>
            <a:r>
              <a:rPr lang="es-AR" dirty="0"/>
              <a:t>El modelo de documentos</a:t>
            </a:r>
          </a:p>
        </p:txBody>
      </p:sp>
      <p:sp>
        <p:nvSpPr>
          <p:cNvPr id="3" name="Content Placeholder 2">
            <a:extLst>
              <a:ext uri="{FF2B5EF4-FFF2-40B4-BE49-F238E27FC236}">
                <a16:creationId xmlns:a16="http://schemas.microsoft.com/office/drawing/2014/main" id="{14A7FFA1-E610-33EE-010E-99CFD4AF6A6E}"/>
              </a:ext>
            </a:extLst>
          </p:cNvPr>
          <p:cNvSpPr>
            <a:spLocks noGrp="1"/>
          </p:cNvSpPr>
          <p:nvPr>
            <p:ph idx="1"/>
          </p:nvPr>
        </p:nvSpPr>
        <p:spPr>
          <a:xfrm>
            <a:off x="5380074" y="1233488"/>
            <a:ext cx="6511887" cy="4943475"/>
          </a:xfrm>
        </p:spPr>
        <p:txBody>
          <a:bodyPr>
            <a:normAutofit/>
          </a:bodyPr>
          <a:lstStyle/>
          <a:p>
            <a:pPr marL="0" indent="0">
              <a:buNone/>
            </a:pPr>
            <a:r>
              <a:rPr lang="es-AR" sz="3600" dirty="0"/>
              <a:t>Para uso general, el modelo de documento prevalece como el modelo preferido por desarrolladores y administradores de bases de datos.</a:t>
            </a:r>
          </a:p>
        </p:txBody>
      </p:sp>
      <p:sp>
        <p:nvSpPr>
          <p:cNvPr id="4" name="Slide Number Placeholder 3">
            <a:extLst>
              <a:ext uri="{FF2B5EF4-FFF2-40B4-BE49-F238E27FC236}">
                <a16:creationId xmlns:a16="http://schemas.microsoft.com/office/drawing/2014/main" id="{9E21FA00-87BC-6827-04CD-4C3E7DF2C263}"/>
              </a:ext>
            </a:extLst>
          </p:cNvPr>
          <p:cNvSpPr>
            <a:spLocks noGrp="1"/>
          </p:cNvSpPr>
          <p:nvPr>
            <p:ph type="sldNum" sz="quarter" idx="12"/>
          </p:nvPr>
        </p:nvSpPr>
        <p:spPr/>
        <p:txBody>
          <a:bodyPr/>
          <a:lstStyle/>
          <a:p>
            <a:pPr rtl="0"/>
            <a:fld id="{03DC2DEF-D2FE-4B45-ABA4-9F153FD1C98A}" type="slidenum">
              <a:rPr lang="es-ES" noProof="0" smtClean="0"/>
              <a:t>15</a:t>
            </a:fld>
            <a:endParaRPr lang="es-ES" noProof="0"/>
          </a:p>
        </p:txBody>
      </p:sp>
      <p:pic>
        <p:nvPicPr>
          <p:cNvPr id="5" name="Google Shape;5133;p352">
            <a:extLst>
              <a:ext uri="{FF2B5EF4-FFF2-40B4-BE49-F238E27FC236}">
                <a16:creationId xmlns:a16="http://schemas.microsoft.com/office/drawing/2014/main" id="{573339DB-526E-609A-8522-65E551BF55EB}"/>
              </a:ext>
            </a:extLst>
          </p:cNvPr>
          <p:cNvPicPr preferRelativeResize="0"/>
          <p:nvPr/>
        </p:nvPicPr>
        <p:blipFill>
          <a:blip r:embed="rId2">
            <a:alphaModFix/>
          </a:blip>
          <a:stretch>
            <a:fillRect/>
          </a:stretch>
        </p:blipFill>
        <p:spPr>
          <a:xfrm>
            <a:off x="922113" y="1233488"/>
            <a:ext cx="3341541" cy="3738541"/>
          </a:xfrm>
          <a:prstGeom prst="rect">
            <a:avLst/>
          </a:prstGeom>
          <a:noFill/>
          <a:ln>
            <a:noFill/>
          </a:ln>
        </p:spPr>
      </p:pic>
    </p:spTree>
    <p:extLst>
      <p:ext uri="{BB962C8B-B14F-4D97-AF65-F5344CB8AC3E}">
        <p14:creationId xmlns:p14="http://schemas.microsoft.com/office/powerpoint/2010/main" val="3321897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77D3-1192-5EF7-3D0D-A0CDAFA541E5}"/>
              </a:ext>
            </a:extLst>
          </p:cNvPr>
          <p:cNvSpPr>
            <a:spLocks noGrp="1"/>
          </p:cNvSpPr>
          <p:nvPr>
            <p:ph type="title"/>
          </p:nvPr>
        </p:nvSpPr>
        <p:spPr/>
        <p:txBody>
          <a:bodyPr/>
          <a:lstStyle/>
          <a:p>
            <a:r>
              <a:rPr lang="es-AR" dirty="0"/>
              <a:t>Características claves</a:t>
            </a:r>
          </a:p>
        </p:txBody>
      </p:sp>
      <p:sp>
        <p:nvSpPr>
          <p:cNvPr id="4" name="Slide Number Placeholder 3">
            <a:extLst>
              <a:ext uri="{FF2B5EF4-FFF2-40B4-BE49-F238E27FC236}">
                <a16:creationId xmlns:a16="http://schemas.microsoft.com/office/drawing/2014/main" id="{1E976676-145B-4379-B971-B447D0CF2D1D}"/>
              </a:ext>
            </a:extLst>
          </p:cNvPr>
          <p:cNvSpPr>
            <a:spLocks noGrp="1"/>
          </p:cNvSpPr>
          <p:nvPr>
            <p:ph type="sldNum" sz="quarter" idx="12"/>
          </p:nvPr>
        </p:nvSpPr>
        <p:spPr/>
        <p:txBody>
          <a:bodyPr/>
          <a:lstStyle/>
          <a:p>
            <a:pPr rtl="0"/>
            <a:fld id="{03DC2DEF-D2FE-4B45-ABA4-9F153FD1C98A}" type="slidenum">
              <a:rPr lang="es-ES" noProof="0" smtClean="0"/>
              <a:t>16</a:t>
            </a:fld>
            <a:endParaRPr lang="es-ES" noProof="0"/>
          </a:p>
        </p:txBody>
      </p:sp>
      <p:sp>
        <p:nvSpPr>
          <p:cNvPr id="5" name="Google Shape;5144;p354">
            <a:extLst>
              <a:ext uri="{FF2B5EF4-FFF2-40B4-BE49-F238E27FC236}">
                <a16:creationId xmlns:a16="http://schemas.microsoft.com/office/drawing/2014/main" id="{C53A9CAC-2277-E192-3E5C-D2659E070156}"/>
              </a:ext>
            </a:extLst>
          </p:cNvPr>
          <p:cNvSpPr txBox="1">
            <a:spLocks/>
          </p:cNvSpPr>
          <p:nvPr/>
        </p:nvSpPr>
        <p:spPr>
          <a:xfrm>
            <a:off x="566018" y="4004974"/>
            <a:ext cx="3282964" cy="562500"/>
          </a:xfrm>
          <a:prstGeom prst="rect">
            <a:avLst/>
          </a:prstGeom>
        </p:spPr>
        <p:txBody>
          <a:bodyPr spcFirstLastPara="1" wrap="square" lIns="0" tIns="0" rIns="0" bIns="0" anchor="t" anchorCtr="0">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lgn="ctr">
              <a:spcBef>
                <a:spcPts val="0"/>
              </a:spcBef>
            </a:pPr>
            <a:r>
              <a:rPr lang="en-US" sz="2400" b="0" dirty="0">
                <a:latin typeface="+mn-lt"/>
                <a:ea typeface="Lexend Deca Medium"/>
                <a:cs typeface="Lexend Deca Medium"/>
                <a:sym typeface="Lexend Deca Medium"/>
              </a:rPr>
              <a:t>API query or query language</a:t>
            </a:r>
            <a:endParaRPr lang="en-US" sz="2400" b="0" dirty="0">
              <a:latin typeface="+mn-lt"/>
            </a:endParaRPr>
          </a:p>
          <a:p>
            <a:pPr algn="ctr">
              <a:spcBef>
                <a:spcPts val="1500"/>
              </a:spcBef>
              <a:spcAft>
                <a:spcPts val="1500"/>
              </a:spcAft>
            </a:pPr>
            <a:endParaRPr lang="en-US" sz="4400" b="0" dirty="0">
              <a:latin typeface="+mn-lt"/>
            </a:endParaRPr>
          </a:p>
        </p:txBody>
      </p:sp>
      <p:sp>
        <p:nvSpPr>
          <p:cNvPr id="6" name="Google Shape;5145;p354">
            <a:extLst>
              <a:ext uri="{FF2B5EF4-FFF2-40B4-BE49-F238E27FC236}">
                <a16:creationId xmlns:a16="http://schemas.microsoft.com/office/drawing/2014/main" id="{66DF7873-E5A6-9815-10F0-0B8687C25921}"/>
              </a:ext>
            </a:extLst>
          </p:cNvPr>
          <p:cNvSpPr txBox="1"/>
          <p:nvPr/>
        </p:nvSpPr>
        <p:spPr>
          <a:xfrm>
            <a:off x="8847488" y="3857661"/>
            <a:ext cx="2550614" cy="857127"/>
          </a:xfrm>
          <a:prstGeom prst="rect">
            <a:avLst/>
          </a:prstGeom>
          <a:noFill/>
          <a:ln>
            <a:noFill/>
          </a:ln>
        </p:spPr>
        <p:txBody>
          <a:bodyPr spcFirstLastPara="1" wrap="square" lIns="91425" tIns="91425" rIns="91425" bIns="91425" anchor="t" anchorCtr="0">
            <a:spAutoFit/>
          </a:bodyPr>
          <a:lstStyle/>
          <a:p>
            <a:pPr marL="0" lvl="0" indent="0" algn="ctr" rtl="0">
              <a:lnSpc>
                <a:spcPct val="130000"/>
              </a:lnSpc>
              <a:spcBef>
                <a:spcPts val="0"/>
              </a:spcBef>
              <a:spcAft>
                <a:spcPts val="1500"/>
              </a:spcAft>
              <a:buNone/>
            </a:pPr>
            <a:r>
              <a:rPr lang="en" sz="2400">
                <a:solidFill>
                  <a:schemeClr val="dk1"/>
                </a:solidFill>
                <a:ea typeface="Lexend Deca Medium"/>
                <a:cs typeface="Lexend Deca Medium"/>
                <a:sym typeface="Lexend Deca Medium"/>
              </a:rPr>
              <a:t>Object mapping</a:t>
            </a:r>
            <a:endParaRPr sz="2400"/>
          </a:p>
        </p:txBody>
      </p:sp>
      <p:sp>
        <p:nvSpPr>
          <p:cNvPr id="7" name="Google Shape;5146;p354">
            <a:extLst>
              <a:ext uri="{FF2B5EF4-FFF2-40B4-BE49-F238E27FC236}">
                <a16:creationId xmlns:a16="http://schemas.microsoft.com/office/drawing/2014/main" id="{1E11F750-03D4-6C6A-6164-F593507CBE0C}"/>
              </a:ext>
            </a:extLst>
          </p:cNvPr>
          <p:cNvSpPr txBox="1"/>
          <p:nvPr/>
        </p:nvSpPr>
        <p:spPr>
          <a:xfrm>
            <a:off x="6541876" y="3857661"/>
            <a:ext cx="2163333" cy="857127"/>
          </a:xfrm>
          <a:prstGeom prst="rect">
            <a:avLst/>
          </a:prstGeom>
          <a:noFill/>
          <a:ln>
            <a:noFill/>
          </a:ln>
        </p:spPr>
        <p:txBody>
          <a:bodyPr spcFirstLastPara="1" wrap="square" lIns="91425" tIns="91425" rIns="91425" bIns="91425" anchor="t" anchorCtr="0">
            <a:spAutoFit/>
          </a:bodyPr>
          <a:lstStyle/>
          <a:p>
            <a:pPr marL="0" lvl="0" indent="0" algn="ctr" rtl="0">
              <a:lnSpc>
                <a:spcPct val="130000"/>
              </a:lnSpc>
              <a:spcBef>
                <a:spcPts val="0"/>
              </a:spcBef>
              <a:spcAft>
                <a:spcPts val="1500"/>
              </a:spcAft>
              <a:buNone/>
            </a:pPr>
            <a:r>
              <a:rPr lang="en" sz="2400" dirty="0">
                <a:solidFill>
                  <a:schemeClr val="dk1"/>
                </a:solidFill>
                <a:ea typeface="Lexend Deca Medium"/>
                <a:cs typeface="Lexend Deca Medium"/>
                <a:sym typeface="Lexend Deca Medium"/>
              </a:rPr>
              <a:t>Flexible schema</a:t>
            </a:r>
            <a:endParaRPr sz="2400" dirty="0"/>
          </a:p>
        </p:txBody>
      </p:sp>
      <p:sp>
        <p:nvSpPr>
          <p:cNvPr id="8" name="Google Shape;5147;p354">
            <a:extLst>
              <a:ext uri="{FF2B5EF4-FFF2-40B4-BE49-F238E27FC236}">
                <a16:creationId xmlns:a16="http://schemas.microsoft.com/office/drawing/2014/main" id="{3B7CF7EE-3AF8-E69E-6661-DC8B4A273680}"/>
              </a:ext>
            </a:extLst>
          </p:cNvPr>
          <p:cNvSpPr txBox="1"/>
          <p:nvPr/>
        </p:nvSpPr>
        <p:spPr>
          <a:xfrm>
            <a:off x="3551274" y="3857661"/>
            <a:ext cx="3091996" cy="1337259"/>
          </a:xfrm>
          <a:prstGeom prst="rect">
            <a:avLst/>
          </a:prstGeom>
          <a:noFill/>
          <a:ln>
            <a:noFill/>
          </a:ln>
        </p:spPr>
        <p:txBody>
          <a:bodyPr spcFirstLastPara="1" wrap="square" lIns="91425" tIns="91425" rIns="91425" bIns="91425" anchor="t" anchorCtr="0">
            <a:spAutoFit/>
          </a:bodyPr>
          <a:lstStyle/>
          <a:p>
            <a:pPr marL="0" lvl="0" indent="0" algn="ctr" rtl="0">
              <a:lnSpc>
                <a:spcPct val="130000"/>
              </a:lnSpc>
              <a:spcBef>
                <a:spcPts val="0"/>
              </a:spcBef>
              <a:spcAft>
                <a:spcPts val="1500"/>
              </a:spcAft>
              <a:buNone/>
            </a:pPr>
            <a:r>
              <a:rPr lang="en" sz="2400" dirty="0">
                <a:solidFill>
                  <a:schemeClr val="dk1"/>
                </a:solidFill>
                <a:ea typeface="Lexend Deca Medium"/>
                <a:cs typeface="Lexend Deca Medium"/>
                <a:sym typeface="Lexend Deca Medium"/>
              </a:rPr>
              <a:t>Distributed and resilient</a:t>
            </a:r>
            <a:endParaRPr sz="2400" dirty="0"/>
          </a:p>
        </p:txBody>
      </p:sp>
      <p:pic>
        <p:nvPicPr>
          <p:cNvPr id="9" name="Google Shape;5148;p354">
            <a:extLst>
              <a:ext uri="{FF2B5EF4-FFF2-40B4-BE49-F238E27FC236}">
                <a16:creationId xmlns:a16="http://schemas.microsoft.com/office/drawing/2014/main" id="{E0782DC6-DFE3-91A9-62D3-C753D5F94614}"/>
              </a:ext>
            </a:extLst>
          </p:cNvPr>
          <p:cNvPicPr preferRelativeResize="0"/>
          <p:nvPr/>
        </p:nvPicPr>
        <p:blipFill>
          <a:blip r:embed="rId2">
            <a:alphaModFix/>
          </a:blip>
          <a:stretch>
            <a:fillRect/>
          </a:stretch>
        </p:blipFill>
        <p:spPr>
          <a:xfrm>
            <a:off x="4421006" y="2013786"/>
            <a:ext cx="1718677" cy="1690686"/>
          </a:xfrm>
          <a:prstGeom prst="rect">
            <a:avLst/>
          </a:prstGeom>
          <a:noFill/>
          <a:ln>
            <a:noFill/>
          </a:ln>
        </p:spPr>
      </p:pic>
      <p:pic>
        <p:nvPicPr>
          <p:cNvPr id="10" name="Google Shape;5149;p354">
            <a:extLst>
              <a:ext uri="{FF2B5EF4-FFF2-40B4-BE49-F238E27FC236}">
                <a16:creationId xmlns:a16="http://schemas.microsoft.com/office/drawing/2014/main" id="{7F029917-7FA2-6116-6F7F-BFAC371C27C4}"/>
              </a:ext>
            </a:extLst>
          </p:cNvPr>
          <p:cNvPicPr preferRelativeResize="0"/>
          <p:nvPr/>
        </p:nvPicPr>
        <p:blipFill>
          <a:blip r:embed="rId3">
            <a:alphaModFix/>
          </a:blip>
          <a:stretch>
            <a:fillRect/>
          </a:stretch>
        </p:blipFill>
        <p:spPr>
          <a:xfrm>
            <a:off x="6866799" y="2096411"/>
            <a:ext cx="1718681" cy="1690624"/>
          </a:xfrm>
          <a:prstGeom prst="rect">
            <a:avLst/>
          </a:prstGeom>
          <a:noFill/>
          <a:ln>
            <a:noFill/>
          </a:ln>
        </p:spPr>
      </p:pic>
      <p:pic>
        <p:nvPicPr>
          <p:cNvPr id="11" name="Google Shape;5150;p354">
            <a:extLst>
              <a:ext uri="{FF2B5EF4-FFF2-40B4-BE49-F238E27FC236}">
                <a16:creationId xmlns:a16="http://schemas.microsoft.com/office/drawing/2014/main" id="{E9152260-BB24-1FE4-19B8-6A286A523B86}"/>
              </a:ext>
            </a:extLst>
          </p:cNvPr>
          <p:cNvPicPr preferRelativeResize="0"/>
          <p:nvPr/>
        </p:nvPicPr>
        <p:blipFill>
          <a:blip r:embed="rId4">
            <a:alphaModFix/>
          </a:blip>
          <a:stretch>
            <a:fillRect/>
          </a:stretch>
        </p:blipFill>
        <p:spPr>
          <a:xfrm>
            <a:off x="9264754" y="2167036"/>
            <a:ext cx="1718682" cy="1690625"/>
          </a:xfrm>
          <a:prstGeom prst="rect">
            <a:avLst/>
          </a:prstGeom>
          <a:noFill/>
          <a:ln>
            <a:noFill/>
          </a:ln>
        </p:spPr>
      </p:pic>
      <p:pic>
        <p:nvPicPr>
          <p:cNvPr id="12" name="Google Shape;5151;p354">
            <a:extLst>
              <a:ext uri="{FF2B5EF4-FFF2-40B4-BE49-F238E27FC236}">
                <a16:creationId xmlns:a16="http://schemas.microsoft.com/office/drawing/2014/main" id="{958E6203-F699-1B70-9EC9-83DC6A3C95E8}"/>
              </a:ext>
            </a:extLst>
          </p:cNvPr>
          <p:cNvPicPr preferRelativeResize="0"/>
          <p:nvPr/>
        </p:nvPicPr>
        <p:blipFill>
          <a:blip r:embed="rId5">
            <a:alphaModFix/>
          </a:blip>
          <a:stretch>
            <a:fillRect/>
          </a:stretch>
        </p:blipFill>
        <p:spPr>
          <a:xfrm>
            <a:off x="1461034" y="2105260"/>
            <a:ext cx="1631129" cy="1604501"/>
          </a:xfrm>
          <a:prstGeom prst="rect">
            <a:avLst/>
          </a:prstGeom>
          <a:noFill/>
          <a:ln>
            <a:noFill/>
          </a:ln>
        </p:spPr>
      </p:pic>
    </p:spTree>
    <p:extLst>
      <p:ext uri="{BB962C8B-B14F-4D97-AF65-F5344CB8AC3E}">
        <p14:creationId xmlns:p14="http://schemas.microsoft.com/office/powerpoint/2010/main" val="3064869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89B0E614-C71D-BB61-086D-A0D5DE4082F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40ED659-83B2-5F73-720A-78CFEBC245B7}"/>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BA8C5B26-DC9F-EA2A-5978-9A084CD91F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DA0D03A7-5966-3F72-0579-B17EB97138CE}"/>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4B1C8A7F-4DE8-BF7F-62AE-AF5C5AF1C84F}"/>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El modelo de documentos: Estructura y Sintaxis</a:t>
            </a:r>
          </a:p>
        </p:txBody>
      </p:sp>
      <p:sp>
        <p:nvSpPr>
          <p:cNvPr id="14" name="Google Shape;5156;p355">
            <a:extLst>
              <a:ext uri="{FF2B5EF4-FFF2-40B4-BE49-F238E27FC236}">
                <a16:creationId xmlns:a16="http://schemas.microsoft.com/office/drawing/2014/main" id="{F6FE7FF8-10A9-C9CE-E7B6-8D3B9AE39DFD}"/>
              </a:ext>
            </a:extLst>
          </p:cNvPr>
          <p:cNvSpPr txBox="1"/>
          <p:nvPr/>
        </p:nvSpPr>
        <p:spPr>
          <a:xfrm>
            <a:off x="532800" y="1060800"/>
            <a:ext cx="3567300" cy="2717100"/>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"_id": ObjectId(</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114300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a:t>
            </a:r>
            <a:r>
              <a:rPr lang="en" sz="10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5f4f7fef2d4b45b7f11b6d7a</a:t>
            </a: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"user_id": "Sean",</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"age": 29,</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"Status": "A"</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p:txBody>
      </p:sp>
      <p:sp>
        <p:nvSpPr>
          <p:cNvPr id="15" name="Content Placeholder 2">
            <a:extLst>
              <a:ext uri="{FF2B5EF4-FFF2-40B4-BE49-F238E27FC236}">
                <a16:creationId xmlns:a16="http://schemas.microsoft.com/office/drawing/2014/main" id="{6323CE8C-31D7-EAEE-176E-E8C569AF238C}"/>
              </a:ext>
            </a:extLst>
          </p:cNvPr>
          <p:cNvSpPr txBox="1">
            <a:spLocks/>
          </p:cNvSpPr>
          <p:nvPr/>
        </p:nvSpPr>
        <p:spPr>
          <a:xfrm>
            <a:off x="7006855" y="2714756"/>
            <a:ext cx="5051979" cy="1857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rgbClr val="32363F"/>
                </a:solidFill>
                <a:effectLst/>
                <a:uLnTx/>
                <a:uFillTx/>
                <a:latin typeface="Calibri"/>
                <a:ea typeface="+mn-ea"/>
                <a:cs typeface="+mn-cs"/>
              </a:rPr>
              <a:t>A la izquierda se muestra un ejemplo de un documento representando los detalles de un usuario incluyendo </a:t>
            </a:r>
            <a:r>
              <a:rPr kumimoji="0" lang="es-AR" sz="2400" i="0" u="none" strike="noStrike" kern="1200" cap="none" spc="0" normalizeH="0" baseline="0" noProof="0" dirty="0" err="1">
                <a:ln>
                  <a:noFill/>
                </a:ln>
                <a:solidFill>
                  <a:srgbClr val="32363F"/>
                </a:solidFill>
                <a:effectLst/>
                <a:uLnTx/>
                <a:uFillTx/>
                <a:latin typeface="Calibri"/>
                <a:ea typeface="+mn-ea"/>
                <a:cs typeface="+mn-cs"/>
              </a:rPr>
              <a:t>user_id</a:t>
            </a:r>
            <a:r>
              <a:rPr kumimoji="0" lang="es-AR" sz="2400" i="0" u="none" strike="noStrike" kern="1200" cap="none" spc="0" normalizeH="0" baseline="0" noProof="0" dirty="0">
                <a:ln>
                  <a:noFill/>
                </a:ln>
                <a:solidFill>
                  <a:srgbClr val="32363F"/>
                </a:solidFill>
                <a:effectLst/>
                <a:uLnTx/>
                <a:uFillTx/>
                <a:latin typeface="Calibri"/>
                <a:ea typeface="+mn-ea"/>
                <a:cs typeface="+mn-cs"/>
              </a:rPr>
              <a:t>, edad y una categoría de status. </a:t>
            </a:r>
          </a:p>
        </p:txBody>
      </p:sp>
    </p:spTree>
    <p:extLst>
      <p:ext uri="{BB962C8B-B14F-4D97-AF65-F5344CB8AC3E}">
        <p14:creationId xmlns:p14="http://schemas.microsoft.com/office/powerpoint/2010/main" val="28972364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840FFDA2-6411-F7DC-A33E-AA62B3E17F6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765A90-5543-C2A5-BF90-FC4D1ED8AC15}"/>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B6E6DFAB-9011-27FB-FF45-89FF7413C6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A3CCB3C3-D39F-F5EF-45FC-20FB88EA68C3}"/>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25E5E199-7C0F-87DE-3BB9-BF3614BBBE44}"/>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El modelo de documentos: Estructura y Sintaxis</a:t>
            </a:r>
          </a:p>
        </p:txBody>
      </p:sp>
      <p:sp>
        <p:nvSpPr>
          <p:cNvPr id="15" name="Content Placeholder 2">
            <a:extLst>
              <a:ext uri="{FF2B5EF4-FFF2-40B4-BE49-F238E27FC236}">
                <a16:creationId xmlns:a16="http://schemas.microsoft.com/office/drawing/2014/main" id="{EE240B64-3408-573D-2CC4-DE391170598E}"/>
              </a:ext>
            </a:extLst>
          </p:cNvPr>
          <p:cNvSpPr txBox="1">
            <a:spLocks/>
          </p:cNvSpPr>
          <p:nvPr/>
        </p:nvSpPr>
        <p:spPr>
          <a:xfrm>
            <a:off x="7006855" y="2714756"/>
            <a:ext cx="5051979" cy="185724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rgbClr val="32363F"/>
                </a:solidFill>
                <a:effectLst/>
                <a:uLnTx/>
                <a:uFillTx/>
                <a:latin typeface="Calibri"/>
                <a:ea typeface="+mn-ea"/>
                <a:cs typeface="+mn-cs"/>
              </a:rPr>
              <a:t>Un documento en MongoDB usa el forma de notación de objeto JavaScript (JSON). </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rgbClr val="32363F"/>
                </a:solidFill>
                <a:latin typeface="Calibri"/>
              </a:rPr>
              <a:t>Este formato usa llaves para marcar el comienzo y el final del documento. </a:t>
            </a:r>
            <a:endParaRPr kumimoji="0" lang="es-AR" sz="2400" i="0" u="none" strike="noStrike" kern="1200" cap="none" spc="0" normalizeH="0" baseline="0" noProof="0" dirty="0">
              <a:ln>
                <a:noFill/>
              </a:ln>
              <a:solidFill>
                <a:srgbClr val="32363F"/>
              </a:solidFill>
              <a:effectLst/>
              <a:uLnTx/>
              <a:uFillTx/>
              <a:latin typeface="Calibri"/>
              <a:ea typeface="+mn-ea"/>
              <a:cs typeface="+mn-cs"/>
            </a:endParaRPr>
          </a:p>
        </p:txBody>
      </p:sp>
      <p:sp>
        <p:nvSpPr>
          <p:cNvPr id="3" name="Google Shape;5163;p356">
            <a:extLst>
              <a:ext uri="{FF2B5EF4-FFF2-40B4-BE49-F238E27FC236}">
                <a16:creationId xmlns:a16="http://schemas.microsoft.com/office/drawing/2014/main" id="{2DC22EBF-99B5-2A3B-E2D4-BDBF668F4EFC}"/>
              </a:ext>
            </a:extLst>
          </p:cNvPr>
          <p:cNvSpPr txBox="1"/>
          <p:nvPr/>
        </p:nvSpPr>
        <p:spPr>
          <a:xfrm>
            <a:off x="532800" y="1060800"/>
            <a:ext cx="3567300" cy="2717100"/>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n" sz="20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20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"_id": ObjectId(</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114300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a:t>
            </a:r>
            <a:r>
              <a:rPr lang="en" sz="10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5f4f7fef2d4b45b7f11b6d7a</a:t>
            </a: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"user_id": "Sean",</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"age": 29,</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"Status": "A"</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20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20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endParaRPr>
          </a:p>
        </p:txBody>
      </p:sp>
    </p:spTree>
    <p:extLst>
      <p:ext uri="{BB962C8B-B14F-4D97-AF65-F5344CB8AC3E}">
        <p14:creationId xmlns:p14="http://schemas.microsoft.com/office/powerpoint/2010/main" val="11887080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5BC427CB-0A7D-1BFF-8C49-F297641B8EB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F3CB47-DCE6-D4C5-F085-6A9B6371B9AD}"/>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50A67DA0-424C-62CA-8EAF-79D541BE964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FFFBCB65-E69B-5928-7D1D-C89A6D66F9F5}"/>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5F7CB0F2-8E72-4CF7-F441-2E4D39F5D0CA}"/>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El modelo de documentos: Estructura y Sintaxis</a:t>
            </a:r>
          </a:p>
        </p:txBody>
      </p:sp>
      <p:sp>
        <p:nvSpPr>
          <p:cNvPr id="15" name="Content Placeholder 2">
            <a:extLst>
              <a:ext uri="{FF2B5EF4-FFF2-40B4-BE49-F238E27FC236}">
                <a16:creationId xmlns:a16="http://schemas.microsoft.com/office/drawing/2014/main" id="{CEE85226-D190-2BF7-753A-E9213C5FD1BD}"/>
              </a:ext>
            </a:extLst>
          </p:cNvPr>
          <p:cNvSpPr txBox="1">
            <a:spLocks/>
          </p:cNvSpPr>
          <p:nvPr/>
        </p:nvSpPr>
        <p:spPr>
          <a:xfrm>
            <a:off x="7006855" y="2714756"/>
            <a:ext cx="5051979" cy="1857244"/>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rgbClr val="32363F"/>
                </a:solidFill>
                <a:effectLst/>
                <a:uLnTx/>
                <a:uFillTx/>
                <a:latin typeface="Calibri"/>
                <a:ea typeface="+mn-ea"/>
                <a:cs typeface="+mn-cs"/>
              </a:rPr>
              <a:t>MongoDB se refiere a las claves como campos. </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rgbClr val="32363F"/>
                </a:solidFill>
                <a:latin typeface="Calibri"/>
              </a:rPr>
              <a:t>Los valores de campo dentro de un par en un documento se separan por dos puntos (:). </a:t>
            </a:r>
            <a:endParaRPr kumimoji="0" lang="es-AR" sz="2400" i="0" u="none" strike="noStrike" kern="1200" cap="none" spc="0" normalizeH="0" baseline="0" noProof="0" dirty="0">
              <a:ln>
                <a:noFill/>
              </a:ln>
              <a:solidFill>
                <a:srgbClr val="32363F"/>
              </a:solidFill>
              <a:effectLst/>
              <a:uLnTx/>
              <a:uFillTx/>
              <a:latin typeface="Calibri"/>
              <a:ea typeface="+mn-ea"/>
              <a:cs typeface="+mn-cs"/>
            </a:endParaRPr>
          </a:p>
        </p:txBody>
      </p:sp>
      <p:sp>
        <p:nvSpPr>
          <p:cNvPr id="3" name="Google Shape;5163;p356">
            <a:extLst>
              <a:ext uri="{FF2B5EF4-FFF2-40B4-BE49-F238E27FC236}">
                <a16:creationId xmlns:a16="http://schemas.microsoft.com/office/drawing/2014/main" id="{2FA26091-4FC7-33E9-82D2-9DF7E62596CF}"/>
              </a:ext>
            </a:extLst>
          </p:cNvPr>
          <p:cNvSpPr txBox="1"/>
          <p:nvPr/>
        </p:nvSpPr>
        <p:spPr>
          <a:xfrm>
            <a:off x="532800" y="1060800"/>
            <a:ext cx="3567300" cy="2717100"/>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n" sz="2000" dirty="0">
                <a:solidFill>
                  <a:schemeClr val="bg1"/>
                </a:solidFill>
                <a:latin typeface="+mj-lt"/>
                <a:ea typeface="Source Code Pro"/>
                <a:cs typeface="Source Code Pro"/>
                <a:sym typeface="Source Code Pro"/>
              </a:rPr>
              <a:t>{</a:t>
            </a:r>
            <a:endParaRPr sz="20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chemeClr val="lt1"/>
                </a:solidFill>
                <a:latin typeface="+mj-lt"/>
                <a:ea typeface="Source Code Pro"/>
                <a:cs typeface="Source Code Pro"/>
                <a:sym typeface="Source Code Pro"/>
              </a:rPr>
              <a:t> </a:t>
            </a:r>
            <a:r>
              <a:rPr lang="en" sz="1800" dirty="0">
                <a:solidFill>
                  <a:srgbClr val="B3BBC1"/>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"_id"</a:t>
            </a:r>
            <a:r>
              <a:rPr lang="en" sz="1800" dirty="0">
                <a:solidFill>
                  <a:srgbClr val="00B050"/>
                </a:solidFill>
                <a:latin typeface="+mj-lt"/>
                <a:ea typeface="Source Code Pro"/>
                <a:cs typeface="Source Code Pro"/>
                <a:sym typeface="Source Code Pro"/>
              </a:rPr>
              <a:t>:</a:t>
            </a:r>
            <a:r>
              <a:rPr lang="en" sz="1800" dirty="0">
                <a:solidFill>
                  <a:srgbClr val="B3BBC1"/>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ObjectId(</a:t>
            </a:r>
            <a:endParaRPr sz="1800" dirty="0">
              <a:solidFill>
                <a:schemeClr val="bg1"/>
              </a:solidFill>
              <a:latin typeface="+mj-lt"/>
              <a:ea typeface="Source Code Pro"/>
              <a:cs typeface="Source Code Pro"/>
              <a:sym typeface="Source Code Pro"/>
            </a:endParaRPr>
          </a:p>
          <a:p>
            <a:pPr marL="1143000" lvl="0" indent="0" algn="l" rtl="0">
              <a:lnSpc>
                <a:spcPct val="150000"/>
              </a:lnSpc>
              <a:spcBef>
                <a:spcPts val="0"/>
              </a:spcBef>
              <a:spcAft>
                <a:spcPts val="0"/>
              </a:spcAft>
              <a:buNone/>
            </a:pPr>
            <a:r>
              <a:rPr lang="en" sz="1800" dirty="0">
                <a:solidFill>
                  <a:schemeClr val="bg1"/>
                </a:solidFill>
                <a:latin typeface="+mj-lt"/>
                <a:ea typeface="Source Code Pro"/>
                <a:cs typeface="Source Code Pro"/>
                <a:sym typeface="Source Code Pro"/>
              </a:rPr>
              <a:t>"</a:t>
            </a:r>
            <a:r>
              <a:rPr lang="en" sz="1000" dirty="0">
                <a:solidFill>
                  <a:schemeClr val="bg1"/>
                </a:solidFill>
                <a:latin typeface="+mj-lt"/>
                <a:ea typeface="Source Code Pro"/>
                <a:cs typeface="Source Code Pro"/>
                <a:sym typeface="Source Code Pro"/>
              </a:rPr>
              <a:t>5f4f7fef2d4b45b7f11b6d7a</a:t>
            </a:r>
            <a:r>
              <a:rPr lang="en" sz="1800" dirty="0">
                <a:solidFill>
                  <a:schemeClr val="bg1"/>
                </a:solidFill>
                <a:latin typeface="+mj-lt"/>
                <a:ea typeface="Source Code Pro"/>
                <a:cs typeface="Source Code Pro"/>
                <a:sym typeface="Source Code Pro"/>
              </a:rPr>
              <a:t>"),</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rgbClr val="B3BBC1"/>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 "user_id"</a:t>
            </a:r>
            <a:r>
              <a:rPr lang="en" sz="1800" dirty="0">
                <a:solidFill>
                  <a:srgbClr val="00B050"/>
                </a:solidFill>
                <a:latin typeface="+mj-lt"/>
                <a:ea typeface="Source Code Pro"/>
                <a:cs typeface="Source Code Pro"/>
                <a:sym typeface="Source Code Pro"/>
              </a:rPr>
              <a:t>:</a:t>
            </a:r>
            <a:r>
              <a:rPr lang="en" sz="1800" dirty="0">
                <a:solidFill>
                  <a:srgbClr val="B3BBC1"/>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"Sean",</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chemeClr val="bg1"/>
                </a:solidFill>
                <a:latin typeface="+mj-lt"/>
                <a:ea typeface="Source Code Pro"/>
                <a:cs typeface="Source Code Pro"/>
                <a:sym typeface="Source Code Pro"/>
              </a:rPr>
              <a:t>  "age"</a:t>
            </a:r>
            <a:r>
              <a:rPr lang="en" sz="1800" dirty="0">
                <a:solidFill>
                  <a:srgbClr val="00B050"/>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29,</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rgbClr val="B3BBC1"/>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"Status"</a:t>
            </a:r>
            <a:r>
              <a:rPr lang="en" sz="1800" dirty="0">
                <a:solidFill>
                  <a:srgbClr val="00B050"/>
                </a:solidFill>
                <a:latin typeface="+mj-lt"/>
                <a:ea typeface="Source Code Pro"/>
                <a:cs typeface="Source Code Pro"/>
                <a:sym typeface="Source Code Pro"/>
              </a:rPr>
              <a:t>:</a:t>
            </a:r>
            <a:r>
              <a:rPr lang="en" sz="1800" dirty="0">
                <a:solidFill>
                  <a:srgbClr val="B3BBC1"/>
                </a:solidFill>
                <a:latin typeface="+mj-lt"/>
                <a:ea typeface="Source Code Pro"/>
                <a:cs typeface="Source Code Pro"/>
                <a:sym typeface="Source Code Pro"/>
              </a:rPr>
              <a:t> </a:t>
            </a:r>
            <a:r>
              <a:rPr lang="en" sz="1800" dirty="0">
                <a:solidFill>
                  <a:schemeClr val="bg1"/>
                </a:solidFill>
                <a:latin typeface="+mj-lt"/>
                <a:ea typeface="Source Code Pro"/>
                <a:cs typeface="Source Code Pro"/>
                <a:sym typeface="Source Code Pro"/>
              </a:rPr>
              <a:t>"A"</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2000" dirty="0">
                <a:solidFill>
                  <a:schemeClr val="bg1"/>
                </a:solidFill>
                <a:latin typeface="+mj-lt"/>
                <a:ea typeface="Source Code Pro"/>
                <a:cs typeface="Source Code Pro"/>
                <a:sym typeface="Source Code Pro"/>
              </a:rPr>
              <a:t>}</a:t>
            </a:r>
            <a:endParaRPr sz="2000" dirty="0">
              <a:solidFill>
                <a:schemeClr val="bg1"/>
              </a:solidFill>
              <a:latin typeface="+mj-lt"/>
              <a:ea typeface="Source Code Pro"/>
              <a:cs typeface="Source Code Pro"/>
              <a:sym typeface="Source Code Pro"/>
            </a:endParaRPr>
          </a:p>
        </p:txBody>
      </p:sp>
    </p:spTree>
    <p:extLst>
      <p:ext uri="{BB962C8B-B14F-4D97-AF65-F5344CB8AC3E}">
        <p14:creationId xmlns:p14="http://schemas.microsoft.com/office/powerpoint/2010/main" val="456392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0910302E-68B1-9356-B9C3-026959F34F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4A016C1-0141-9801-5FD0-EE547EA252F3}"/>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A0966BEA-059A-40C1-75A2-891C2BE8CB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1694FE41-7682-2F79-295C-85639E15822B}"/>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E44DD0CA-9949-A3C7-B713-0C96B4652C14}"/>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El modelo de documentos: Estructura y Sintaxis</a:t>
            </a:r>
          </a:p>
        </p:txBody>
      </p:sp>
      <p:sp>
        <p:nvSpPr>
          <p:cNvPr id="15" name="Content Placeholder 2">
            <a:extLst>
              <a:ext uri="{FF2B5EF4-FFF2-40B4-BE49-F238E27FC236}">
                <a16:creationId xmlns:a16="http://schemas.microsoft.com/office/drawing/2014/main" id="{9CB14599-1EF4-BE7E-7665-D470040D142D}"/>
              </a:ext>
            </a:extLst>
          </p:cNvPr>
          <p:cNvSpPr txBox="1">
            <a:spLocks/>
          </p:cNvSpPr>
          <p:nvPr/>
        </p:nvSpPr>
        <p:spPr>
          <a:xfrm>
            <a:off x="7006855" y="2714756"/>
            <a:ext cx="5051979" cy="1857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rgbClr val="32363F"/>
                </a:solidFill>
                <a:effectLst/>
                <a:uLnTx/>
                <a:uFillTx/>
                <a:latin typeface="Calibri"/>
                <a:ea typeface="+mn-ea"/>
                <a:cs typeface="+mn-cs"/>
              </a:rPr>
              <a:t>Cada campo debe ir entre comillas. Como buena práctica, a menudo se recomienda entrecomillar los valores de cadena de texto.</a:t>
            </a:r>
          </a:p>
        </p:txBody>
      </p:sp>
      <p:sp>
        <p:nvSpPr>
          <p:cNvPr id="3" name="Google Shape;5163;p356">
            <a:extLst>
              <a:ext uri="{FF2B5EF4-FFF2-40B4-BE49-F238E27FC236}">
                <a16:creationId xmlns:a16="http://schemas.microsoft.com/office/drawing/2014/main" id="{1336EF02-D172-9852-CE79-F9C47D0EB9FC}"/>
              </a:ext>
            </a:extLst>
          </p:cNvPr>
          <p:cNvSpPr txBox="1"/>
          <p:nvPr/>
        </p:nvSpPr>
        <p:spPr>
          <a:xfrm>
            <a:off x="532800" y="1060800"/>
            <a:ext cx="3567300" cy="2717100"/>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n" sz="2000" dirty="0">
                <a:solidFill>
                  <a:schemeClr val="bg1"/>
                </a:solidFill>
                <a:latin typeface="+mj-lt"/>
                <a:ea typeface="Source Code Pro"/>
                <a:cs typeface="Source Code Pro"/>
                <a:sym typeface="Source Code Pro"/>
              </a:rPr>
              <a:t>{</a:t>
            </a:r>
            <a:endParaRPr sz="20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chemeClr val="bg1"/>
                </a:solidFill>
                <a:latin typeface="+mj-lt"/>
                <a:ea typeface="Source Code Pro"/>
                <a:cs typeface="Source Code Pro"/>
                <a:sym typeface="Source Code Pro"/>
              </a:rPr>
              <a:t>  </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_id</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 ObjectId(</a:t>
            </a:r>
            <a:endParaRPr sz="1800" dirty="0">
              <a:solidFill>
                <a:schemeClr val="bg1"/>
              </a:solidFill>
              <a:latin typeface="+mj-lt"/>
              <a:ea typeface="Source Code Pro"/>
              <a:cs typeface="Source Code Pro"/>
              <a:sym typeface="Source Code Pro"/>
            </a:endParaRPr>
          </a:p>
          <a:p>
            <a:pPr marL="1143000" lvl="0" indent="0" algn="l" rtl="0">
              <a:lnSpc>
                <a:spcPct val="150000"/>
              </a:lnSpc>
              <a:spcBef>
                <a:spcPts val="0"/>
              </a:spcBef>
              <a:spcAft>
                <a:spcPts val="0"/>
              </a:spcAft>
              <a:buNone/>
            </a:pPr>
            <a:r>
              <a:rPr lang="en" sz="1800" dirty="0">
                <a:solidFill>
                  <a:srgbClr val="00B050"/>
                </a:solidFill>
                <a:latin typeface="+mj-lt"/>
                <a:ea typeface="Source Code Pro"/>
                <a:cs typeface="Source Code Pro"/>
                <a:sym typeface="Source Code Pro"/>
              </a:rPr>
              <a:t>"</a:t>
            </a:r>
            <a:r>
              <a:rPr lang="en" sz="1000" dirty="0">
                <a:solidFill>
                  <a:schemeClr val="bg1"/>
                </a:solidFill>
                <a:latin typeface="+mj-lt"/>
                <a:ea typeface="Source Code Pro"/>
                <a:cs typeface="Source Code Pro"/>
                <a:sym typeface="Source Code Pro"/>
              </a:rPr>
              <a:t>5f4f7fef2d4b45b7f11b6d7a</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chemeClr val="bg1"/>
                </a:solidFill>
                <a:latin typeface="+mj-lt"/>
                <a:ea typeface="Source Code Pro"/>
                <a:cs typeface="Source Code Pro"/>
                <a:sym typeface="Source Code Pro"/>
              </a:rPr>
              <a:t>  </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user_id</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 </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Sean</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chemeClr val="bg1"/>
                </a:solidFill>
                <a:latin typeface="+mj-lt"/>
                <a:ea typeface="Source Code Pro"/>
                <a:cs typeface="Source Code Pro"/>
                <a:sym typeface="Source Code Pro"/>
              </a:rPr>
              <a:t>  </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age</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 29,</a:t>
            </a:r>
            <a:endParaRPr sz="1800" dirty="0">
              <a:solidFill>
                <a:schemeClr val="bg1"/>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1800" dirty="0">
                <a:solidFill>
                  <a:schemeClr val="bg1"/>
                </a:solidFill>
                <a:latin typeface="+mj-lt"/>
                <a:ea typeface="Source Code Pro"/>
                <a:cs typeface="Source Code Pro"/>
                <a:sym typeface="Source Code Pro"/>
              </a:rPr>
              <a:t>  </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Status</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 </a:t>
            </a:r>
            <a:r>
              <a:rPr lang="en" sz="1800" dirty="0">
                <a:solidFill>
                  <a:srgbClr val="00B050"/>
                </a:solidFill>
                <a:latin typeface="+mj-lt"/>
                <a:ea typeface="Source Code Pro"/>
                <a:cs typeface="Source Code Pro"/>
                <a:sym typeface="Source Code Pro"/>
              </a:rPr>
              <a:t>"</a:t>
            </a:r>
            <a:r>
              <a:rPr lang="en" sz="1800" dirty="0">
                <a:solidFill>
                  <a:schemeClr val="bg1"/>
                </a:solidFill>
                <a:latin typeface="+mj-lt"/>
                <a:ea typeface="Source Code Pro"/>
                <a:cs typeface="Source Code Pro"/>
                <a:sym typeface="Source Code Pro"/>
              </a:rPr>
              <a:t>A</a:t>
            </a:r>
            <a:r>
              <a:rPr lang="en" sz="1800" dirty="0">
                <a:solidFill>
                  <a:srgbClr val="00B050"/>
                </a:solidFill>
                <a:latin typeface="+mj-lt"/>
                <a:ea typeface="Source Code Pro"/>
                <a:cs typeface="Source Code Pro"/>
                <a:sym typeface="Source Code Pro"/>
              </a:rPr>
              <a:t>"</a:t>
            </a:r>
            <a:endParaRPr sz="1800" dirty="0">
              <a:solidFill>
                <a:srgbClr val="00B050"/>
              </a:solidFill>
              <a:latin typeface="+mj-lt"/>
              <a:ea typeface="Source Code Pro"/>
              <a:cs typeface="Source Code Pro"/>
              <a:sym typeface="Source Code Pro"/>
            </a:endParaRPr>
          </a:p>
          <a:p>
            <a:pPr marL="0" lvl="0" indent="0" algn="l" rtl="0">
              <a:lnSpc>
                <a:spcPct val="150000"/>
              </a:lnSpc>
              <a:spcBef>
                <a:spcPts val="0"/>
              </a:spcBef>
              <a:spcAft>
                <a:spcPts val="0"/>
              </a:spcAft>
              <a:buNone/>
            </a:pPr>
            <a:r>
              <a:rPr lang="en" sz="2000" dirty="0">
                <a:solidFill>
                  <a:schemeClr val="bg1"/>
                </a:solidFill>
                <a:latin typeface="+mj-lt"/>
                <a:ea typeface="Source Code Pro"/>
                <a:cs typeface="Source Code Pro"/>
                <a:sym typeface="Source Code Pro"/>
              </a:rPr>
              <a:t>}</a:t>
            </a:r>
            <a:endParaRPr sz="2000" dirty="0">
              <a:solidFill>
                <a:schemeClr val="bg1"/>
              </a:solidFill>
              <a:latin typeface="+mj-lt"/>
              <a:ea typeface="Source Code Pro"/>
              <a:cs typeface="Source Code Pro"/>
              <a:sym typeface="Source Code Pro"/>
            </a:endParaRPr>
          </a:p>
        </p:txBody>
      </p:sp>
    </p:spTree>
    <p:extLst>
      <p:ext uri="{BB962C8B-B14F-4D97-AF65-F5344CB8AC3E}">
        <p14:creationId xmlns:p14="http://schemas.microsoft.com/office/powerpoint/2010/main" val="32105480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7A7B38AE-6BEA-C84A-0C54-5D06EE4B0F6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C79D03-DC40-C890-8E39-91ECDAB1A1BB}"/>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0BEB154B-A33C-DA70-D073-3DEBEC6BB14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451539A0-213E-E32B-5A8B-8F6D9121031E}"/>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B5239ED0-3E7B-4B7E-AA38-C0DC6BEB4749}"/>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El modelo de documentos: Estructura y Sintaxis</a:t>
            </a:r>
          </a:p>
        </p:txBody>
      </p:sp>
      <p:sp>
        <p:nvSpPr>
          <p:cNvPr id="15" name="Content Placeholder 2">
            <a:extLst>
              <a:ext uri="{FF2B5EF4-FFF2-40B4-BE49-F238E27FC236}">
                <a16:creationId xmlns:a16="http://schemas.microsoft.com/office/drawing/2014/main" id="{2845D3B6-DB50-5EB0-8809-7AF3332616A3}"/>
              </a:ext>
            </a:extLst>
          </p:cNvPr>
          <p:cNvSpPr txBox="1">
            <a:spLocks/>
          </p:cNvSpPr>
          <p:nvPr/>
        </p:nvSpPr>
        <p:spPr>
          <a:xfrm>
            <a:off x="7006855" y="2714756"/>
            <a:ext cx="5051979" cy="18572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rgbClr val="32363F"/>
                </a:solidFill>
                <a:latin typeface="Calibri"/>
              </a:rPr>
              <a:t>Cada par de valor de campo se separa dentro del documento por comas. </a:t>
            </a:r>
            <a:endParaRPr kumimoji="0" lang="es-AR" sz="2400" i="0" u="none" strike="noStrike" kern="1200" cap="none" spc="0" normalizeH="0" baseline="0" noProof="0" dirty="0">
              <a:ln>
                <a:noFill/>
              </a:ln>
              <a:solidFill>
                <a:srgbClr val="32363F"/>
              </a:solidFill>
              <a:effectLst/>
              <a:uLnTx/>
              <a:uFillTx/>
              <a:latin typeface="Calibri"/>
              <a:ea typeface="+mn-ea"/>
              <a:cs typeface="+mn-cs"/>
            </a:endParaRPr>
          </a:p>
        </p:txBody>
      </p:sp>
      <p:sp>
        <p:nvSpPr>
          <p:cNvPr id="3" name="Google Shape;5163;p356">
            <a:extLst>
              <a:ext uri="{FF2B5EF4-FFF2-40B4-BE49-F238E27FC236}">
                <a16:creationId xmlns:a16="http://schemas.microsoft.com/office/drawing/2014/main" id="{2750673E-64B5-DC86-6B16-464DFA084100}"/>
              </a:ext>
            </a:extLst>
          </p:cNvPr>
          <p:cNvSpPr txBox="1"/>
          <p:nvPr/>
        </p:nvSpPr>
        <p:spPr>
          <a:xfrm>
            <a:off x="532800" y="1060800"/>
            <a:ext cx="3567300" cy="2717100"/>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n" sz="20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20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a:t>
            </a:r>
            <a:r>
              <a:rPr lang="en" sz="1800" dirty="0">
                <a:solidFill>
                  <a:srgbClr val="B3BBC1"/>
                </a:solidFill>
                <a:latin typeface="Calibri" panose="020F0502020204030204" pitchFamily="34" charset="0"/>
                <a:ea typeface="Calibri" panose="020F0502020204030204" pitchFamily="34" charset="0"/>
                <a:cs typeface="Calibri" panose="020F0502020204030204" pitchFamily="34" charset="0"/>
                <a:sym typeface="Source Code Pro"/>
              </a:rPr>
              <a:t> </a:t>
            </a: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"_id": ObjectId(</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114300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a:t>
            </a:r>
            <a:r>
              <a:rPr lang="en" sz="10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5f4f7fef2d4b45b7f11b6d7a</a:t>
            </a: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a:t>
            </a:r>
            <a:r>
              <a:rPr lang="en" sz="18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"user_id": "Sean"</a:t>
            </a:r>
            <a:r>
              <a:rPr lang="en" sz="18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"age": 29</a:t>
            </a:r>
            <a:r>
              <a:rPr lang="en" sz="18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800" dirty="0">
              <a:solidFill>
                <a:srgbClr val="00B050"/>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  "Status": "A"</a:t>
            </a:r>
            <a:endParaRPr sz="18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20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2000" dirty="0">
              <a:solidFill>
                <a:schemeClr val="bg1"/>
              </a:solidFill>
              <a:latin typeface="Calibri" panose="020F0502020204030204" pitchFamily="34" charset="0"/>
              <a:ea typeface="Calibri" panose="020F0502020204030204" pitchFamily="34" charset="0"/>
              <a:cs typeface="Calibri" panose="020F0502020204030204" pitchFamily="34" charset="0"/>
              <a:sym typeface="Source Code Pro"/>
            </a:endParaRPr>
          </a:p>
        </p:txBody>
      </p:sp>
    </p:spTree>
    <p:extLst>
      <p:ext uri="{BB962C8B-B14F-4D97-AF65-F5344CB8AC3E}">
        <p14:creationId xmlns:p14="http://schemas.microsoft.com/office/powerpoint/2010/main" val="1255687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8A309-6228-302C-6025-A2C3A525EAAA}"/>
              </a:ext>
            </a:extLst>
          </p:cNvPr>
          <p:cNvSpPr>
            <a:spLocks noGrp="1"/>
          </p:cNvSpPr>
          <p:nvPr>
            <p:ph type="title"/>
          </p:nvPr>
        </p:nvSpPr>
        <p:spPr/>
        <p:txBody>
          <a:bodyPr/>
          <a:lstStyle/>
          <a:p>
            <a:r>
              <a:rPr lang="es-AR" dirty="0"/>
              <a:t>Colecciones en el modelo de documento</a:t>
            </a:r>
          </a:p>
        </p:txBody>
      </p:sp>
      <p:sp>
        <p:nvSpPr>
          <p:cNvPr id="4" name="Slide Number Placeholder 3">
            <a:extLst>
              <a:ext uri="{FF2B5EF4-FFF2-40B4-BE49-F238E27FC236}">
                <a16:creationId xmlns:a16="http://schemas.microsoft.com/office/drawing/2014/main" id="{9B6C9C20-08F4-F449-169A-FBB53672FFF2}"/>
              </a:ext>
            </a:extLst>
          </p:cNvPr>
          <p:cNvSpPr>
            <a:spLocks noGrp="1"/>
          </p:cNvSpPr>
          <p:nvPr>
            <p:ph type="sldNum" sz="quarter" idx="12"/>
          </p:nvPr>
        </p:nvSpPr>
        <p:spPr/>
        <p:txBody>
          <a:bodyPr/>
          <a:lstStyle/>
          <a:p>
            <a:pPr rtl="0"/>
            <a:fld id="{03DC2DEF-D2FE-4B45-ABA4-9F153FD1C98A}" type="slidenum">
              <a:rPr lang="es-ES" noProof="0" smtClean="0"/>
              <a:t>22</a:t>
            </a:fld>
            <a:endParaRPr lang="es-ES" noProof="0"/>
          </a:p>
        </p:txBody>
      </p:sp>
      <p:sp>
        <p:nvSpPr>
          <p:cNvPr id="5" name="Google Shape;5196;p361">
            <a:extLst>
              <a:ext uri="{FF2B5EF4-FFF2-40B4-BE49-F238E27FC236}">
                <a16:creationId xmlns:a16="http://schemas.microsoft.com/office/drawing/2014/main" id="{4C09ABBA-972D-8C80-7FDB-9A0B9E4DF91D}"/>
              </a:ext>
            </a:extLst>
          </p:cNvPr>
          <p:cNvSpPr txBox="1"/>
          <p:nvPr/>
        </p:nvSpPr>
        <p:spPr>
          <a:xfrm>
            <a:off x="729425" y="1770739"/>
            <a:ext cx="2618100" cy="884827"/>
          </a:xfrm>
          <a:prstGeom prst="rect">
            <a:avLst/>
          </a:prstGeom>
          <a:noFill/>
          <a:ln>
            <a:noFill/>
          </a:ln>
        </p:spPr>
        <p:txBody>
          <a:bodyPr spcFirstLastPara="1" wrap="square" lIns="91425" tIns="91425" rIns="91425" bIns="91425" anchor="t" anchorCtr="0">
            <a:spAutoFit/>
          </a:bodyPr>
          <a:lstStyle/>
          <a:p>
            <a:pPr marL="0" lvl="0" indent="0" algn="ctr" rtl="0">
              <a:lnSpc>
                <a:spcPct val="110000"/>
              </a:lnSpc>
              <a:spcBef>
                <a:spcPts val="0"/>
              </a:spcBef>
              <a:spcAft>
                <a:spcPts val="1500"/>
              </a:spcAft>
              <a:buNone/>
            </a:pPr>
            <a:r>
              <a:rPr lang="en" sz="3000" b="1" dirty="0">
                <a:solidFill>
                  <a:srgbClr val="061B2C"/>
                </a:solidFill>
                <a:latin typeface="Noto Serif JP"/>
                <a:ea typeface="Noto Serif JP"/>
                <a:cs typeface="Noto Serif JP"/>
                <a:sym typeface="Noto Serif JP"/>
              </a:rPr>
              <a:t>Documento</a:t>
            </a:r>
            <a:endParaRPr sz="3000" b="1" dirty="0">
              <a:solidFill>
                <a:srgbClr val="061B2C"/>
              </a:solidFill>
              <a:latin typeface="Noto Serif JP"/>
              <a:ea typeface="Noto Serif JP"/>
              <a:cs typeface="Noto Serif JP"/>
              <a:sym typeface="Noto Serif JP"/>
            </a:endParaRPr>
          </a:p>
        </p:txBody>
      </p:sp>
      <p:pic>
        <p:nvPicPr>
          <p:cNvPr id="6" name="Google Shape;5197;p361">
            <a:extLst>
              <a:ext uri="{FF2B5EF4-FFF2-40B4-BE49-F238E27FC236}">
                <a16:creationId xmlns:a16="http://schemas.microsoft.com/office/drawing/2014/main" id="{9CF940D7-CDE3-E043-765B-8673B9D12044}"/>
              </a:ext>
            </a:extLst>
          </p:cNvPr>
          <p:cNvPicPr preferRelativeResize="0"/>
          <p:nvPr/>
        </p:nvPicPr>
        <p:blipFill>
          <a:blip r:embed="rId2">
            <a:alphaModFix/>
          </a:blip>
          <a:stretch>
            <a:fillRect/>
          </a:stretch>
        </p:blipFill>
        <p:spPr>
          <a:xfrm>
            <a:off x="3502662" y="2735277"/>
            <a:ext cx="1176312" cy="1176312"/>
          </a:xfrm>
          <a:prstGeom prst="rect">
            <a:avLst/>
          </a:prstGeom>
          <a:noFill/>
          <a:ln>
            <a:noFill/>
          </a:ln>
        </p:spPr>
      </p:pic>
      <p:sp>
        <p:nvSpPr>
          <p:cNvPr id="7" name="Google Shape;5198;p361">
            <a:extLst>
              <a:ext uri="{FF2B5EF4-FFF2-40B4-BE49-F238E27FC236}">
                <a16:creationId xmlns:a16="http://schemas.microsoft.com/office/drawing/2014/main" id="{69326330-813E-45BD-4DFE-249DC3DA7A0E}"/>
              </a:ext>
            </a:extLst>
          </p:cNvPr>
          <p:cNvSpPr txBox="1"/>
          <p:nvPr/>
        </p:nvSpPr>
        <p:spPr>
          <a:xfrm>
            <a:off x="250584" y="4355039"/>
            <a:ext cx="3662196" cy="1292631"/>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latin typeface="Lexend Deca Light"/>
                <a:ea typeface="Lexend Deca Light"/>
                <a:cs typeface="Lexend Deca Light"/>
                <a:sym typeface="Lexend Deca Light"/>
              </a:rPr>
              <a:t>Una forma de organizar y almacenar datos en MongoDB como un conjunto de pares campo-valor.</a:t>
            </a:r>
            <a:endParaRPr sz="1700" dirty="0">
              <a:latin typeface="Lexend Deca Light"/>
              <a:ea typeface="Lexend Deca Light"/>
              <a:cs typeface="Lexend Deca Light"/>
              <a:sym typeface="Lexend Deca Light"/>
            </a:endParaRPr>
          </a:p>
        </p:txBody>
      </p:sp>
      <p:grpSp>
        <p:nvGrpSpPr>
          <p:cNvPr id="8" name="Google Shape;5199;p361">
            <a:extLst>
              <a:ext uri="{FF2B5EF4-FFF2-40B4-BE49-F238E27FC236}">
                <a16:creationId xmlns:a16="http://schemas.microsoft.com/office/drawing/2014/main" id="{D4ACBE14-6C23-F34E-95E1-63A989BEFDEB}"/>
              </a:ext>
            </a:extLst>
          </p:cNvPr>
          <p:cNvGrpSpPr/>
          <p:nvPr/>
        </p:nvGrpSpPr>
        <p:grpSpPr>
          <a:xfrm>
            <a:off x="5135750" y="2059039"/>
            <a:ext cx="5656296" cy="3587092"/>
            <a:chOff x="5135750" y="985150"/>
            <a:chExt cx="5656296" cy="3587092"/>
          </a:xfrm>
        </p:grpSpPr>
        <p:sp>
          <p:nvSpPr>
            <p:cNvPr id="9" name="Google Shape;5200;p361">
              <a:extLst>
                <a:ext uri="{FF2B5EF4-FFF2-40B4-BE49-F238E27FC236}">
                  <a16:creationId xmlns:a16="http://schemas.microsoft.com/office/drawing/2014/main" id="{4188EB43-E509-2790-3733-C48CF870ACE8}"/>
                </a:ext>
              </a:extLst>
            </p:cNvPr>
            <p:cNvSpPr txBox="1"/>
            <p:nvPr/>
          </p:nvSpPr>
          <p:spPr>
            <a:xfrm>
              <a:off x="5218900" y="985150"/>
              <a:ext cx="3323400" cy="418200"/>
            </a:xfrm>
            <a:prstGeom prst="rect">
              <a:avLst/>
            </a:prstGeom>
            <a:noFill/>
            <a:ln>
              <a:noFill/>
            </a:ln>
          </p:spPr>
          <p:txBody>
            <a:bodyPr spcFirstLastPara="1" wrap="square" lIns="0" tIns="0" rIns="0" bIns="0" anchor="ctr" anchorCtr="0">
              <a:noAutofit/>
            </a:bodyPr>
            <a:lstStyle/>
            <a:p>
              <a:pPr marL="0" lvl="0" indent="0" algn="ctr" rtl="0">
                <a:lnSpc>
                  <a:spcPct val="110000"/>
                </a:lnSpc>
                <a:spcBef>
                  <a:spcPts val="0"/>
                </a:spcBef>
                <a:spcAft>
                  <a:spcPts val="1500"/>
                </a:spcAft>
                <a:buNone/>
              </a:pPr>
              <a:r>
                <a:rPr lang="en" sz="3000" b="1" dirty="0">
                  <a:solidFill>
                    <a:srgbClr val="061B2C"/>
                  </a:solidFill>
                  <a:latin typeface="Noto Serif JP"/>
                  <a:ea typeface="Noto Serif JP"/>
                  <a:cs typeface="Noto Serif JP"/>
                  <a:sym typeface="Noto Serif JP"/>
                </a:rPr>
                <a:t>Colección</a:t>
              </a:r>
              <a:endParaRPr sz="3000" b="1" dirty="0">
                <a:solidFill>
                  <a:srgbClr val="061B2C"/>
                </a:solidFill>
                <a:latin typeface="Noto Serif JP"/>
                <a:ea typeface="Noto Serif JP"/>
                <a:cs typeface="Noto Serif JP"/>
                <a:sym typeface="Noto Serif JP"/>
              </a:endParaRPr>
            </a:p>
          </p:txBody>
        </p:sp>
        <p:sp>
          <p:nvSpPr>
            <p:cNvPr id="10" name="Google Shape;5201;p361">
              <a:extLst>
                <a:ext uri="{FF2B5EF4-FFF2-40B4-BE49-F238E27FC236}">
                  <a16:creationId xmlns:a16="http://schemas.microsoft.com/office/drawing/2014/main" id="{EC1D73DA-6F60-AE7F-D8AF-EF664C9F2A23}"/>
                </a:ext>
              </a:extLst>
            </p:cNvPr>
            <p:cNvSpPr txBox="1"/>
            <p:nvPr/>
          </p:nvSpPr>
          <p:spPr>
            <a:xfrm>
              <a:off x="5508799" y="3281150"/>
              <a:ext cx="5283247" cy="1291092"/>
            </a:xfrm>
            <a:prstGeom prst="rect">
              <a:avLst/>
            </a:prstGeom>
            <a:noFill/>
            <a:ln>
              <a:noFill/>
            </a:ln>
          </p:spPr>
          <p:txBody>
            <a:bodyPr spcFirstLastPara="1" wrap="square" lIns="91425" tIns="91425" rIns="91425" bIns="91425" anchor="t" anchorCtr="0">
              <a:spAutoFit/>
            </a:bodyPr>
            <a:lstStyle/>
            <a:p>
              <a:pPr marL="0" lvl="0" indent="0" algn="ctr" rtl="0">
                <a:lnSpc>
                  <a:spcPct val="110000"/>
                </a:lnSpc>
                <a:spcBef>
                  <a:spcPts val="0"/>
                </a:spcBef>
                <a:spcAft>
                  <a:spcPts val="1500"/>
                </a:spcAft>
                <a:buNone/>
              </a:pPr>
              <a:r>
                <a:rPr lang="en" dirty="0">
                  <a:solidFill>
                    <a:schemeClr val="dk1"/>
                  </a:solidFill>
                  <a:latin typeface="Lexend Deca Light"/>
                  <a:ea typeface="Lexend Deca Light"/>
                  <a:cs typeface="Lexend Deca Light"/>
                  <a:sym typeface="Lexend Deca Light"/>
                </a:rPr>
                <a:t>Almacenamiento organizado de documentos en MongoDB, generalmente con campos en común entre los docuentos.</a:t>
              </a:r>
              <a:endParaRPr sz="400" dirty="0">
                <a:solidFill>
                  <a:schemeClr val="dk1"/>
                </a:solidFill>
              </a:endParaRPr>
            </a:p>
          </p:txBody>
        </p:sp>
        <p:sp>
          <p:nvSpPr>
            <p:cNvPr id="11" name="Google Shape;5202;p361">
              <a:extLst>
                <a:ext uri="{FF2B5EF4-FFF2-40B4-BE49-F238E27FC236}">
                  <a16:creationId xmlns:a16="http://schemas.microsoft.com/office/drawing/2014/main" id="{ACF60BC7-1999-AFCE-B1D3-C34B7A49E2A6}"/>
                </a:ext>
              </a:extLst>
            </p:cNvPr>
            <p:cNvSpPr/>
            <p:nvPr/>
          </p:nvSpPr>
          <p:spPr>
            <a:xfrm>
              <a:off x="5135750" y="1439200"/>
              <a:ext cx="215100" cy="1743000"/>
            </a:xfrm>
            <a:prstGeom prst="leftBracket">
              <a:avLst>
                <a:gd name="adj" fmla="val 8333"/>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03;p361">
              <a:extLst>
                <a:ext uri="{FF2B5EF4-FFF2-40B4-BE49-F238E27FC236}">
                  <a16:creationId xmlns:a16="http://schemas.microsoft.com/office/drawing/2014/main" id="{D81147BC-A288-6686-CC1B-E25A590C3EE4}"/>
                </a:ext>
              </a:extLst>
            </p:cNvPr>
            <p:cNvSpPr/>
            <p:nvPr/>
          </p:nvSpPr>
          <p:spPr>
            <a:xfrm rot="10800000">
              <a:off x="8681000" y="1484400"/>
              <a:ext cx="215100" cy="1743000"/>
            </a:xfrm>
            <a:prstGeom prst="leftBracket">
              <a:avLst>
                <a:gd name="adj" fmla="val 8333"/>
              </a:avLst>
            </a:prstGeom>
            <a:noFill/>
            <a:ln w="2857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3" name="Google Shape;5204;p361">
            <a:extLst>
              <a:ext uri="{FF2B5EF4-FFF2-40B4-BE49-F238E27FC236}">
                <a16:creationId xmlns:a16="http://schemas.microsoft.com/office/drawing/2014/main" id="{7B25AB47-7039-026F-A999-47ED29E1AEA2}"/>
              </a:ext>
            </a:extLst>
          </p:cNvPr>
          <p:cNvPicPr preferRelativeResize="0"/>
          <p:nvPr/>
        </p:nvPicPr>
        <p:blipFill>
          <a:blip r:embed="rId3">
            <a:alphaModFix/>
          </a:blip>
          <a:stretch>
            <a:fillRect/>
          </a:stretch>
        </p:blipFill>
        <p:spPr>
          <a:xfrm>
            <a:off x="5507500" y="2922051"/>
            <a:ext cx="908924" cy="908924"/>
          </a:xfrm>
          <a:prstGeom prst="rect">
            <a:avLst/>
          </a:prstGeom>
          <a:noFill/>
          <a:ln>
            <a:noFill/>
          </a:ln>
        </p:spPr>
      </p:pic>
      <p:pic>
        <p:nvPicPr>
          <p:cNvPr id="14" name="Google Shape;5205;p361">
            <a:extLst>
              <a:ext uri="{FF2B5EF4-FFF2-40B4-BE49-F238E27FC236}">
                <a16:creationId xmlns:a16="http://schemas.microsoft.com/office/drawing/2014/main" id="{F4C166EE-247E-700A-ED3F-91CBC777FE46}"/>
              </a:ext>
            </a:extLst>
          </p:cNvPr>
          <p:cNvPicPr preferRelativeResize="0"/>
          <p:nvPr/>
        </p:nvPicPr>
        <p:blipFill>
          <a:blip r:embed="rId3">
            <a:alphaModFix/>
          </a:blip>
          <a:stretch>
            <a:fillRect/>
          </a:stretch>
        </p:blipFill>
        <p:spPr>
          <a:xfrm>
            <a:off x="1434781" y="2747845"/>
            <a:ext cx="1276600" cy="1276600"/>
          </a:xfrm>
          <a:prstGeom prst="rect">
            <a:avLst/>
          </a:prstGeom>
          <a:noFill/>
          <a:ln>
            <a:noFill/>
          </a:ln>
        </p:spPr>
      </p:pic>
      <p:pic>
        <p:nvPicPr>
          <p:cNvPr id="15" name="Google Shape;5206;p361">
            <a:extLst>
              <a:ext uri="{FF2B5EF4-FFF2-40B4-BE49-F238E27FC236}">
                <a16:creationId xmlns:a16="http://schemas.microsoft.com/office/drawing/2014/main" id="{162166FE-2830-3326-2633-0DE5B66ACEFB}"/>
              </a:ext>
            </a:extLst>
          </p:cNvPr>
          <p:cNvPicPr preferRelativeResize="0"/>
          <p:nvPr/>
        </p:nvPicPr>
        <p:blipFill>
          <a:blip r:embed="rId3">
            <a:alphaModFix/>
          </a:blip>
          <a:stretch>
            <a:fillRect/>
          </a:stretch>
        </p:blipFill>
        <p:spPr>
          <a:xfrm>
            <a:off x="7656601" y="2895513"/>
            <a:ext cx="961999" cy="961999"/>
          </a:xfrm>
          <a:prstGeom prst="rect">
            <a:avLst/>
          </a:prstGeom>
          <a:noFill/>
          <a:ln>
            <a:noFill/>
          </a:ln>
        </p:spPr>
      </p:pic>
      <p:pic>
        <p:nvPicPr>
          <p:cNvPr id="16" name="Google Shape;5207;p361">
            <a:extLst>
              <a:ext uri="{FF2B5EF4-FFF2-40B4-BE49-F238E27FC236}">
                <a16:creationId xmlns:a16="http://schemas.microsoft.com/office/drawing/2014/main" id="{BF951A95-C851-BA41-722F-B66F6286E6A9}"/>
              </a:ext>
            </a:extLst>
          </p:cNvPr>
          <p:cNvPicPr preferRelativeResize="0"/>
          <p:nvPr/>
        </p:nvPicPr>
        <p:blipFill>
          <a:blip r:embed="rId3">
            <a:alphaModFix/>
          </a:blip>
          <a:stretch>
            <a:fillRect/>
          </a:stretch>
        </p:blipFill>
        <p:spPr>
          <a:xfrm>
            <a:off x="6583225" y="2895514"/>
            <a:ext cx="961999" cy="961999"/>
          </a:xfrm>
          <a:prstGeom prst="rect">
            <a:avLst/>
          </a:prstGeom>
          <a:noFill/>
          <a:ln>
            <a:noFill/>
          </a:ln>
        </p:spPr>
      </p:pic>
    </p:spTree>
    <p:extLst>
      <p:ext uri="{BB962C8B-B14F-4D97-AF65-F5344CB8AC3E}">
        <p14:creationId xmlns:p14="http://schemas.microsoft.com/office/powerpoint/2010/main" val="1589936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0E373F7F-4176-CCCF-0378-A8AC835F9E9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A670546-BDCC-BE72-9534-B318048EF028}"/>
              </a:ext>
            </a:extLst>
          </p:cNvPr>
          <p:cNvSpPr>
            <a:spLocks noGrp="1"/>
          </p:cNvSpPr>
          <p:nvPr>
            <p:ph type="sldNum" sz="quarter" idx="12"/>
          </p:nvPr>
        </p:nvSpPr>
        <p:spPr/>
        <p:txBody>
          <a:bodyPr/>
          <a:lstStyle/>
          <a:p>
            <a:pPr rtl="0"/>
            <a:fld id="{03DC2DEF-D2FE-4B45-ABA4-9F153FD1C98A}" type="slidenum">
              <a:rPr lang="es-ES" noProof="0" smtClean="0"/>
              <a:t>23</a:t>
            </a:fld>
            <a:endParaRPr lang="es-ES" noProof="0"/>
          </a:p>
        </p:txBody>
      </p:sp>
      <p:sp>
        <p:nvSpPr>
          <p:cNvPr id="6" name="Google Shape;5212;p362">
            <a:extLst>
              <a:ext uri="{FF2B5EF4-FFF2-40B4-BE49-F238E27FC236}">
                <a16:creationId xmlns:a16="http://schemas.microsoft.com/office/drawing/2014/main" id="{B084A525-35EB-5046-7FA2-E65738D42A54}"/>
              </a:ext>
            </a:extLst>
          </p:cNvPr>
          <p:cNvSpPr txBox="1"/>
          <p:nvPr/>
        </p:nvSpPr>
        <p:spPr>
          <a:xfrm>
            <a:off x="1117900" y="2092675"/>
            <a:ext cx="3367800" cy="2566800"/>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endParaRPr sz="1700">
              <a:solidFill>
                <a:schemeClr val="lt1"/>
              </a:solidFill>
              <a:latin typeface="Source Code Pro"/>
              <a:ea typeface="Source Code Pro"/>
              <a:cs typeface="Source Code Pro"/>
              <a:sym typeface="Source Code Pro"/>
            </a:endParaRPr>
          </a:p>
        </p:txBody>
      </p:sp>
      <p:sp>
        <p:nvSpPr>
          <p:cNvPr id="7" name="Google Shape;5213;p362">
            <a:extLst>
              <a:ext uri="{FF2B5EF4-FFF2-40B4-BE49-F238E27FC236}">
                <a16:creationId xmlns:a16="http://schemas.microsoft.com/office/drawing/2014/main" id="{4801D729-4691-6A9A-C1E3-0FBEC493ACD1}"/>
              </a:ext>
            </a:extLst>
          </p:cNvPr>
          <p:cNvSpPr txBox="1"/>
          <p:nvPr/>
        </p:nvSpPr>
        <p:spPr>
          <a:xfrm>
            <a:off x="4991700" y="2004470"/>
            <a:ext cx="3089400" cy="1173900"/>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n" sz="2000">
                <a:solidFill>
                  <a:srgbClr val="1A1A1A"/>
                </a:solidFill>
                <a:latin typeface="Lexend Deca Light"/>
                <a:ea typeface="Lexend Deca Light"/>
                <a:cs typeface="Lexend Deca Light"/>
                <a:sym typeface="Lexend Deca Light"/>
              </a:rPr>
              <a:t>MongoDB does not enforce a single schema on a collection. Documents can have common fields, but they are not required to by default.</a:t>
            </a:r>
            <a:endParaRPr sz="2000">
              <a:solidFill>
                <a:srgbClr val="1A1A1A"/>
              </a:solidFill>
              <a:latin typeface="Lexend Deca Light"/>
              <a:ea typeface="Lexend Deca Light"/>
              <a:cs typeface="Lexend Deca Light"/>
              <a:sym typeface="Lexend Deca Light"/>
            </a:endParaRPr>
          </a:p>
          <a:p>
            <a:pPr marL="0" lvl="0" indent="0" algn="l" rtl="0">
              <a:lnSpc>
                <a:spcPct val="110000"/>
              </a:lnSpc>
              <a:spcBef>
                <a:spcPts val="0"/>
              </a:spcBef>
              <a:spcAft>
                <a:spcPts val="0"/>
              </a:spcAft>
              <a:buNone/>
            </a:pPr>
            <a:endParaRPr sz="2000">
              <a:solidFill>
                <a:srgbClr val="1A1A1A"/>
              </a:solidFill>
              <a:latin typeface="Lexend Deca Light"/>
              <a:ea typeface="Lexend Deca Light"/>
              <a:cs typeface="Lexend Deca Light"/>
              <a:sym typeface="Lexend Deca Light"/>
            </a:endParaRPr>
          </a:p>
        </p:txBody>
      </p:sp>
      <p:sp>
        <p:nvSpPr>
          <p:cNvPr id="8" name="Google Shape;5214;p362">
            <a:extLst>
              <a:ext uri="{FF2B5EF4-FFF2-40B4-BE49-F238E27FC236}">
                <a16:creationId xmlns:a16="http://schemas.microsoft.com/office/drawing/2014/main" id="{4BDFC7DE-1222-328D-FFB2-C8F37CD6C01C}"/>
              </a:ext>
            </a:extLst>
          </p:cNvPr>
          <p:cNvSpPr/>
          <p:nvPr/>
        </p:nvSpPr>
        <p:spPr>
          <a:xfrm>
            <a:off x="4644732" y="1794875"/>
            <a:ext cx="3367800" cy="3057000"/>
          </a:xfrm>
          <a:prstGeom prst="roundRect">
            <a:avLst>
              <a:gd name="adj" fmla="val 1443"/>
            </a:avLst>
          </a:prstGeom>
          <a:solidFill>
            <a:srgbClr val="3D4F58"/>
          </a:solidFill>
          <a:ln w="19050" cap="flat" cmpd="sng">
            <a:solidFill>
              <a:srgbClr val="2131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5215;p362">
            <a:extLst>
              <a:ext uri="{FF2B5EF4-FFF2-40B4-BE49-F238E27FC236}">
                <a16:creationId xmlns:a16="http://schemas.microsoft.com/office/drawing/2014/main" id="{487B187C-A7D6-A0BF-D37B-6C9ACBA17F35}"/>
              </a:ext>
            </a:extLst>
          </p:cNvPr>
          <p:cNvSpPr txBox="1"/>
          <p:nvPr/>
        </p:nvSpPr>
        <p:spPr>
          <a:xfrm>
            <a:off x="4960933" y="1872150"/>
            <a:ext cx="3040200" cy="2717100"/>
          </a:xfrm>
          <a:prstGeom prst="rect">
            <a:avLst/>
          </a:prstGeom>
          <a:noFill/>
          <a:ln>
            <a:noFill/>
          </a:ln>
        </p:spPr>
        <p:txBody>
          <a:bodyPr spcFirstLastPara="1" wrap="square" lIns="34300" tIns="34300" rIns="34300" bIns="34300" anchor="t" anchorCtr="0">
            <a:noAutofit/>
          </a:bodyPr>
          <a:lstStyle/>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  "_id": </a:t>
            </a: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ObjectId(</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"5f4f7fef2d4b45b7f11b6d7a")</a:t>
            </a: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  "user_id": "Daniel",</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  "age": 25,</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  "Status": "A",</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  "</a:t>
            </a:r>
            <a:r>
              <a:rPr lang="en" sz="1600" dirty="0">
                <a:solidFill>
                  <a:srgbClr val="FAFBFC"/>
                </a:solidFill>
                <a:highlight>
                  <a:srgbClr val="13AA52"/>
                </a:highlight>
                <a:latin typeface="Calibri" panose="020F0502020204030204" pitchFamily="34" charset="0"/>
                <a:ea typeface="Calibri" panose="020F0502020204030204" pitchFamily="34" charset="0"/>
                <a:cs typeface="Calibri" panose="020F0502020204030204" pitchFamily="34" charset="0"/>
                <a:sym typeface="Source Code Pro"/>
              </a:rPr>
              <a:t>Country</a:t>
            </a: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 "</a:t>
            </a:r>
            <a:r>
              <a:rPr lang="en" sz="1600" dirty="0">
                <a:solidFill>
                  <a:srgbClr val="FAFBFC"/>
                </a:solidFill>
                <a:highlight>
                  <a:srgbClr val="13AA52"/>
                </a:highlight>
                <a:latin typeface="Calibri" panose="020F0502020204030204" pitchFamily="34" charset="0"/>
                <a:ea typeface="Calibri" panose="020F0502020204030204" pitchFamily="34" charset="0"/>
                <a:cs typeface="Calibri" panose="020F0502020204030204" pitchFamily="34" charset="0"/>
                <a:sym typeface="Source Code Pro"/>
              </a:rPr>
              <a:t>USA</a:t>
            </a: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600" dirty="0">
              <a:solidFill>
                <a:srgbClr val="FAFBFC"/>
              </a:solidFill>
              <a:latin typeface="Calibri" panose="020F0502020204030204" pitchFamily="34" charset="0"/>
              <a:ea typeface="Calibri" panose="020F0502020204030204" pitchFamily="34" charset="0"/>
              <a:cs typeface="Calibri" panose="020F0502020204030204" pitchFamily="34" charset="0"/>
              <a:sym typeface="Source Code Pro"/>
            </a:endParaRPr>
          </a:p>
        </p:txBody>
      </p:sp>
      <p:sp>
        <p:nvSpPr>
          <p:cNvPr id="10" name="Google Shape;5216;p362">
            <a:extLst>
              <a:ext uri="{FF2B5EF4-FFF2-40B4-BE49-F238E27FC236}">
                <a16:creationId xmlns:a16="http://schemas.microsoft.com/office/drawing/2014/main" id="{086EFD2C-2920-F669-F352-BEEA34311AAB}"/>
              </a:ext>
            </a:extLst>
          </p:cNvPr>
          <p:cNvSpPr txBox="1"/>
          <p:nvPr/>
        </p:nvSpPr>
        <p:spPr>
          <a:xfrm>
            <a:off x="987125" y="484050"/>
            <a:ext cx="4653000" cy="723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500" dirty="0">
                <a:solidFill>
                  <a:schemeClr val="lt1"/>
                </a:solidFill>
                <a:latin typeface="+mj-lt"/>
                <a:ea typeface="Noto Serif JP"/>
                <a:cs typeface="Noto Serif JP"/>
                <a:sym typeface="Noto Serif JP"/>
              </a:rPr>
              <a:t>Ejemplo</a:t>
            </a:r>
            <a:endParaRPr dirty="0">
              <a:solidFill>
                <a:schemeClr val="lt1"/>
              </a:solidFill>
              <a:latin typeface="+mj-lt"/>
            </a:endParaRPr>
          </a:p>
        </p:txBody>
      </p:sp>
      <p:sp>
        <p:nvSpPr>
          <p:cNvPr id="11" name="Google Shape;5217;p362">
            <a:extLst>
              <a:ext uri="{FF2B5EF4-FFF2-40B4-BE49-F238E27FC236}">
                <a16:creationId xmlns:a16="http://schemas.microsoft.com/office/drawing/2014/main" id="{C80E21E9-4599-EA99-F8EC-11F6D5A4DF98}"/>
              </a:ext>
            </a:extLst>
          </p:cNvPr>
          <p:cNvSpPr/>
          <p:nvPr/>
        </p:nvSpPr>
        <p:spPr>
          <a:xfrm>
            <a:off x="987132" y="1794875"/>
            <a:ext cx="3367800" cy="3057000"/>
          </a:xfrm>
          <a:prstGeom prst="roundRect">
            <a:avLst>
              <a:gd name="adj" fmla="val 1443"/>
            </a:avLst>
          </a:prstGeom>
          <a:solidFill>
            <a:srgbClr val="3D4F58"/>
          </a:solidFill>
          <a:ln w="19050" cap="flat" cmpd="sng">
            <a:solidFill>
              <a:srgbClr val="21313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18;p362">
            <a:extLst>
              <a:ext uri="{FF2B5EF4-FFF2-40B4-BE49-F238E27FC236}">
                <a16:creationId xmlns:a16="http://schemas.microsoft.com/office/drawing/2014/main" id="{27C98B77-E135-95FD-4628-4A8DA4D4E9F6}"/>
              </a:ext>
            </a:extLst>
          </p:cNvPr>
          <p:cNvSpPr txBox="1"/>
          <p:nvPr/>
        </p:nvSpPr>
        <p:spPr>
          <a:xfrm>
            <a:off x="1117900" y="1922675"/>
            <a:ext cx="3000000" cy="2769959"/>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"_id": ObjectId(</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"5f4f7fef2d4b45b7f11b6d7a"),</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"user_id": "Sean",</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"age": 29,</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  "Status": "A"</a:t>
            </a:r>
            <a:endParaRPr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endParaRPr>
          </a:p>
          <a:p>
            <a:pPr marL="0" lvl="0" indent="0" algn="l" rtl="0">
              <a:lnSpc>
                <a:spcPct val="150000"/>
              </a:lnSpc>
              <a:spcBef>
                <a:spcPts val="0"/>
              </a:spcBef>
              <a:spcAft>
                <a:spcPts val="0"/>
              </a:spcAft>
              <a:buNone/>
            </a:pPr>
            <a:r>
              <a:rPr lang="en" sz="1600" dirty="0">
                <a:solidFill>
                  <a:schemeClr val="lt1"/>
                </a:solidFill>
                <a:latin typeface="Calibri" panose="020F0502020204030204" pitchFamily="34" charset="0"/>
                <a:ea typeface="Calibri" panose="020F0502020204030204" pitchFamily="34" charset="0"/>
                <a:cs typeface="Calibri" panose="020F0502020204030204" pitchFamily="34" charset="0"/>
                <a:sym typeface="Source Code Pro"/>
              </a:rPr>
              <a:t>}</a:t>
            </a:r>
            <a:endParaRPr sz="1600" dirty="0">
              <a:latin typeface="Calibri" panose="020F0502020204030204" pitchFamily="34" charset="0"/>
              <a:ea typeface="Calibri" panose="020F0502020204030204" pitchFamily="34" charset="0"/>
              <a:cs typeface="Calibri" panose="020F0502020204030204" pitchFamily="34" charset="0"/>
            </a:endParaRPr>
          </a:p>
        </p:txBody>
      </p:sp>
      <p:sp>
        <p:nvSpPr>
          <p:cNvPr id="13" name="Google Shape;5219;p362">
            <a:extLst>
              <a:ext uri="{FF2B5EF4-FFF2-40B4-BE49-F238E27FC236}">
                <a16:creationId xmlns:a16="http://schemas.microsoft.com/office/drawing/2014/main" id="{70D750D6-E1EA-16E8-7D06-30843FA02E3C}"/>
              </a:ext>
            </a:extLst>
          </p:cNvPr>
          <p:cNvSpPr txBox="1"/>
          <p:nvPr/>
        </p:nvSpPr>
        <p:spPr>
          <a:xfrm>
            <a:off x="1059849" y="1281650"/>
            <a:ext cx="9785359"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lt1"/>
                </a:solidFill>
                <a:latin typeface="+mj-lt"/>
                <a:ea typeface="Lexend Deca Light"/>
                <a:cs typeface="Lexend Deca Light"/>
                <a:sym typeface="Lexend Deca Light"/>
              </a:rPr>
              <a:t>Dos documentos en la misma colección pero con diferentes campos </a:t>
            </a:r>
            <a:endParaRPr dirty="0">
              <a:solidFill>
                <a:schemeClr val="lt1"/>
              </a:solidFill>
              <a:latin typeface="+mj-lt"/>
              <a:ea typeface="Lexend Deca Light"/>
              <a:cs typeface="Lexend Deca Light"/>
              <a:sym typeface="Lexend Deca Light"/>
            </a:endParaRPr>
          </a:p>
        </p:txBody>
      </p:sp>
    </p:spTree>
    <p:extLst>
      <p:ext uri="{BB962C8B-B14F-4D97-AF65-F5344CB8AC3E}">
        <p14:creationId xmlns:p14="http://schemas.microsoft.com/office/powerpoint/2010/main" val="2400603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E7AD9-DA48-4CE8-1DB1-4BD471A22323}"/>
              </a:ext>
            </a:extLst>
          </p:cNvPr>
          <p:cNvSpPr>
            <a:spLocks noGrp="1"/>
          </p:cNvSpPr>
          <p:nvPr>
            <p:ph type="title"/>
          </p:nvPr>
        </p:nvSpPr>
        <p:spPr/>
        <p:txBody>
          <a:bodyPr/>
          <a:lstStyle/>
          <a:p>
            <a:r>
              <a:rPr lang="es-AR" dirty="0"/>
              <a:t>Validación de Esquema y Colecciones</a:t>
            </a:r>
          </a:p>
        </p:txBody>
      </p:sp>
      <p:sp>
        <p:nvSpPr>
          <p:cNvPr id="3" name="Content Placeholder 2">
            <a:extLst>
              <a:ext uri="{FF2B5EF4-FFF2-40B4-BE49-F238E27FC236}">
                <a16:creationId xmlns:a16="http://schemas.microsoft.com/office/drawing/2014/main" id="{7AF4CE4C-859D-0B29-ABD7-67544EE21705}"/>
              </a:ext>
            </a:extLst>
          </p:cNvPr>
          <p:cNvSpPr>
            <a:spLocks noGrp="1"/>
          </p:cNvSpPr>
          <p:nvPr>
            <p:ph idx="1"/>
          </p:nvPr>
        </p:nvSpPr>
        <p:spPr>
          <a:xfrm>
            <a:off x="371474" y="1233488"/>
            <a:ext cx="9293521" cy="1509712"/>
          </a:xfrm>
        </p:spPr>
        <p:txBody>
          <a:bodyPr>
            <a:normAutofit/>
          </a:bodyPr>
          <a:lstStyle/>
          <a:p>
            <a:r>
              <a:rPr lang="es-AR" dirty="0"/>
              <a:t>El modelo de documento usado por MongoDB puede forzar un esquema si fuera requerido, lo recomendable es hacer eso usando Esquema JSON:</a:t>
            </a:r>
          </a:p>
        </p:txBody>
      </p:sp>
      <p:sp>
        <p:nvSpPr>
          <p:cNvPr id="4" name="Slide Number Placeholder 3">
            <a:extLst>
              <a:ext uri="{FF2B5EF4-FFF2-40B4-BE49-F238E27FC236}">
                <a16:creationId xmlns:a16="http://schemas.microsoft.com/office/drawing/2014/main" id="{8EEEB0E1-AFEC-C326-9D1C-F1A6FB603B82}"/>
              </a:ext>
            </a:extLst>
          </p:cNvPr>
          <p:cNvSpPr>
            <a:spLocks noGrp="1"/>
          </p:cNvSpPr>
          <p:nvPr>
            <p:ph type="sldNum" sz="quarter" idx="12"/>
          </p:nvPr>
        </p:nvSpPr>
        <p:spPr/>
        <p:txBody>
          <a:bodyPr/>
          <a:lstStyle/>
          <a:p>
            <a:pPr rtl="0"/>
            <a:fld id="{03DC2DEF-D2FE-4B45-ABA4-9F153FD1C98A}" type="slidenum">
              <a:rPr lang="es-ES" noProof="0" smtClean="0"/>
              <a:t>24</a:t>
            </a:fld>
            <a:endParaRPr lang="es-ES" noProof="0"/>
          </a:p>
        </p:txBody>
      </p:sp>
      <p:sp>
        <p:nvSpPr>
          <p:cNvPr id="5" name="Content Placeholder 2">
            <a:extLst>
              <a:ext uri="{FF2B5EF4-FFF2-40B4-BE49-F238E27FC236}">
                <a16:creationId xmlns:a16="http://schemas.microsoft.com/office/drawing/2014/main" id="{4509B270-06FD-D43B-857F-E55593052457}"/>
              </a:ext>
            </a:extLst>
          </p:cNvPr>
          <p:cNvSpPr txBox="1">
            <a:spLocks/>
          </p:cNvSpPr>
          <p:nvPr/>
        </p:nvSpPr>
        <p:spPr>
          <a:xfrm>
            <a:off x="371474" y="2596008"/>
            <a:ext cx="9293521" cy="2624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AR" dirty="0"/>
              <a:t>Esquema JSON:</a:t>
            </a:r>
          </a:p>
          <a:p>
            <a:pPr lvl="1"/>
            <a:r>
              <a:rPr lang="es-AR" dirty="0"/>
              <a:t>Permite configurar una estructura de documento predefinida para cada colección.</a:t>
            </a:r>
          </a:p>
          <a:p>
            <a:pPr lvl="1"/>
            <a:r>
              <a:rPr lang="es-AR" dirty="0"/>
              <a:t>Permite ajustar la validación del esquema según el caso de uso.</a:t>
            </a:r>
          </a:p>
          <a:p>
            <a:pPr lvl="1"/>
            <a:r>
              <a:rPr lang="es-AR" dirty="0"/>
              <a:t>Puede utilizarse con cualquier consulta para inspeccionar la estructura y el contenido del documento. </a:t>
            </a:r>
          </a:p>
          <a:p>
            <a:pPr marL="0" indent="0">
              <a:buNone/>
            </a:pPr>
            <a:endParaRPr lang="es-AR" dirty="0"/>
          </a:p>
        </p:txBody>
      </p:sp>
      <p:pic>
        <p:nvPicPr>
          <p:cNvPr id="6" name="Google Shape;5226;p363">
            <a:extLst>
              <a:ext uri="{FF2B5EF4-FFF2-40B4-BE49-F238E27FC236}">
                <a16:creationId xmlns:a16="http://schemas.microsoft.com/office/drawing/2014/main" id="{15BA81CD-D2D0-0DB3-A41C-B2553A33820C}"/>
              </a:ext>
            </a:extLst>
          </p:cNvPr>
          <p:cNvPicPr preferRelativeResize="0"/>
          <p:nvPr/>
        </p:nvPicPr>
        <p:blipFill>
          <a:blip r:embed="rId2">
            <a:alphaModFix/>
          </a:blip>
          <a:stretch>
            <a:fillRect/>
          </a:stretch>
        </p:blipFill>
        <p:spPr>
          <a:xfrm>
            <a:off x="9914645" y="1988344"/>
            <a:ext cx="1905881" cy="1736507"/>
          </a:xfrm>
          <a:prstGeom prst="rect">
            <a:avLst/>
          </a:prstGeom>
          <a:noFill/>
          <a:ln>
            <a:noFill/>
          </a:ln>
        </p:spPr>
      </p:pic>
    </p:spTree>
    <p:extLst>
      <p:ext uri="{BB962C8B-B14F-4D97-AF65-F5344CB8AC3E}">
        <p14:creationId xmlns:p14="http://schemas.microsoft.com/office/powerpoint/2010/main" val="37355726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92E393A8-1E85-66D8-F638-025BC072EA7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111FB9-09BA-9306-EE38-B2E29CC2C4AA}"/>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60F69886-777E-2619-E812-6906293E07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0124986F-F82C-DC34-2790-599A7B501952}"/>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0535B914-C6C6-72E9-9A0E-49B404B2E51E}"/>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Diseño del Esquema</a:t>
            </a:r>
          </a:p>
        </p:txBody>
      </p:sp>
      <p:sp>
        <p:nvSpPr>
          <p:cNvPr id="3" name="Google Shape;5163;p356">
            <a:extLst>
              <a:ext uri="{FF2B5EF4-FFF2-40B4-BE49-F238E27FC236}">
                <a16:creationId xmlns:a16="http://schemas.microsoft.com/office/drawing/2014/main" id="{52D950BF-A3D2-9066-EA67-A5D3A4597E25}"/>
              </a:ext>
            </a:extLst>
          </p:cNvPr>
          <p:cNvSpPr txBox="1"/>
          <p:nvPr/>
        </p:nvSpPr>
        <p:spPr>
          <a:xfrm>
            <a:off x="532799" y="1060799"/>
            <a:ext cx="5426196" cy="3043367"/>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s-AR" sz="2800" dirty="0">
                <a:solidFill>
                  <a:schemeClr val="bg1"/>
                </a:solidFill>
                <a:latin typeface="+mj-lt"/>
                <a:ea typeface="Source Code Pro"/>
                <a:cs typeface="Source Code Pro"/>
                <a:sym typeface="Source Code Pro"/>
              </a:rPr>
              <a:t>El diseño surge primero de las necesidades de la aplicación. De esta manera, el esquema debería evolucionar según la aplicación cambie. </a:t>
            </a:r>
            <a:endParaRPr sz="2800" dirty="0">
              <a:solidFill>
                <a:schemeClr val="bg1"/>
              </a:solidFill>
              <a:latin typeface="+mj-lt"/>
              <a:ea typeface="Source Code Pro"/>
              <a:cs typeface="Source Code Pro"/>
              <a:sym typeface="Source Code Pro"/>
            </a:endParaRPr>
          </a:p>
        </p:txBody>
      </p:sp>
      <p:pic>
        <p:nvPicPr>
          <p:cNvPr id="5" name="Google Shape;5239;p365">
            <a:extLst>
              <a:ext uri="{FF2B5EF4-FFF2-40B4-BE49-F238E27FC236}">
                <a16:creationId xmlns:a16="http://schemas.microsoft.com/office/drawing/2014/main" id="{E6443845-00B9-CF05-73A2-9DBACCD94D87}"/>
              </a:ext>
            </a:extLst>
          </p:cNvPr>
          <p:cNvPicPr preferRelativeResize="0"/>
          <p:nvPr/>
        </p:nvPicPr>
        <p:blipFill>
          <a:blip r:embed="rId2">
            <a:alphaModFix/>
          </a:blip>
          <a:stretch>
            <a:fillRect/>
          </a:stretch>
        </p:blipFill>
        <p:spPr>
          <a:xfrm>
            <a:off x="7836537" y="2490950"/>
            <a:ext cx="3177551" cy="2942175"/>
          </a:xfrm>
          <a:prstGeom prst="rect">
            <a:avLst/>
          </a:prstGeom>
          <a:noFill/>
          <a:ln>
            <a:noFill/>
          </a:ln>
        </p:spPr>
      </p:pic>
    </p:spTree>
    <p:extLst>
      <p:ext uri="{BB962C8B-B14F-4D97-AF65-F5344CB8AC3E}">
        <p14:creationId xmlns:p14="http://schemas.microsoft.com/office/powerpoint/2010/main" val="1972369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2B048-DE04-6D47-0A25-75278CC94CC8}"/>
              </a:ext>
            </a:extLst>
          </p:cNvPr>
          <p:cNvSpPr>
            <a:spLocks noGrp="1"/>
          </p:cNvSpPr>
          <p:nvPr>
            <p:ph type="title"/>
          </p:nvPr>
        </p:nvSpPr>
        <p:spPr/>
        <p:txBody>
          <a:bodyPr/>
          <a:lstStyle/>
          <a:p>
            <a:r>
              <a:rPr lang="es-AR" dirty="0"/>
              <a:t>Modelado de Datos y el Modelo de Documentos</a:t>
            </a:r>
          </a:p>
        </p:txBody>
      </p:sp>
      <p:sp>
        <p:nvSpPr>
          <p:cNvPr id="3" name="Content Placeholder 2">
            <a:extLst>
              <a:ext uri="{FF2B5EF4-FFF2-40B4-BE49-F238E27FC236}">
                <a16:creationId xmlns:a16="http://schemas.microsoft.com/office/drawing/2014/main" id="{5D3809E6-F23A-379E-D592-C0D7D2080977}"/>
              </a:ext>
            </a:extLst>
          </p:cNvPr>
          <p:cNvSpPr>
            <a:spLocks noGrp="1"/>
          </p:cNvSpPr>
          <p:nvPr>
            <p:ph idx="1"/>
          </p:nvPr>
        </p:nvSpPr>
        <p:spPr>
          <a:xfrm>
            <a:off x="371474" y="1233489"/>
            <a:ext cx="11520487" cy="1626670"/>
          </a:xfrm>
        </p:spPr>
        <p:txBody>
          <a:bodyPr/>
          <a:lstStyle/>
          <a:p>
            <a:r>
              <a:rPr lang="es-AR" dirty="0"/>
              <a:t>El centro del modelado de datos en el modelo de documentos es entender que datos son necesarios por las consultas. Una vez que se conoce la información, se puede comenzar diseñando el esquema. </a:t>
            </a:r>
          </a:p>
        </p:txBody>
      </p:sp>
      <p:sp>
        <p:nvSpPr>
          <p:cNvPr id="4" name="Slide Number Placeholder 3">
            <a:extLst>
              <a:ext uri="{FF2B5EF4-FFF2-40B4-BE49-F238E27FC236}">
                <a16:creationId xmlns:a16="http://schemas.microsoft.com/office/drawing/2014/main" id="{A7355B13-8A91-56DC-09E0-C6EE6313D97D}"/>
              </a:ext>
            </a:extLst>
          </p:cNvPr>
          <p:cNvSpPr>
            <a:spLocks noGrp="1"/>
          </p:cNvSpPr>
          <p:nvPr>
            <p:ph type="sldNum" sz="quarter" idx="12"/>
          </p:nvPr>
        </p:nvSpPr>
        <p:spPr/>
        <p:txBody>
          <a:bodyPr/>
          <a:lstStyle/>
          <a:p>
            <a:pPr rtl="0"/>
            <a:fld id="{03DC2DEF-D2FE-4B45-ABA4-9F153FD1C98A}" type="slidenum">
              <a:rPr lang="es-ES" noProof="0" smtClean="0"/>
              <a:t>26</a:t>
            </a:fld>
            <a:endParaRPr lang="es-ES" noProof="0"/>
          </a:p>
        </p:txBody>
      </p:sp>
      <p:pic>
        <p:nvPicPr>
          <p:cNvPr id="5" name="Google Shape;5246;p366">
            <a:extLst>
              <a:ext uri="{FF2B5EF4-FFF2-40B4-BE49-F238E27FC236}">
                <a16:creationId xmlns:a16="http://schemas.microsoft.com/office/drawing/2014/main" id="{35371602-13F4-6950-49A6-322A1DE16A3E}"/>
              </a:ext>
            </a:extLst>
          </p:cNvPr>
          <p:cNvPicPr preferRelativeResize="0"/>
          <p:nvPr/>
        </p:nvPicPr>
        <p:blipFill>
          <a:blip r:embed="rId2">
            <a:alphaModFix/>
          </a:blip>
          <a:stretch>
            <a:fillRect/>
          </a:stretch>
        </p:blipFill>
        <p:spPr>
          <a:xfrm>
            <a:off x="3565659" y="2759124"/>
            <a:ext cx="4706472" cy="2844123"/>
          </a:xfrm>
          <a:prstGeom prst="rect">
            <a:avLst/>
          </a:prstGeom>
          <a:noFill/>
          <a:ln>
            <a:noFill/>
          </a:ln>
        </p:spPr>
      </p:pic>
    </p:spTree>
    <p:extLst>
      <p:ext uri="{BB962C8B-B14F-4D97-AF65-F5344CB8AC3E}">
        <p14:creationId xmlns:p14="http://schemas.microsoft.com/office/powerpoint/2010/main" val="17444778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9C9C8-324B-3258-3510-A196F7D5C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91F9F-9A54-D722-A0DA-EB0E2B2E7252}"/>
              </a:ext>
            </a:extLst>
          </p:cNvPr>
          <p:cNvSpPr>
            <a:spLocks noGrp="1"/>
          </p:cNvSpPr>
          <p:nvPr>
            <p:ph type="title"/>
          </p:nvPr>
        </p:nvSpPr>
        <p:spPr/>
        <p:txBody>
          <a:bodyPr/>
          <a:lstStyle/>
          <a:p>
            <a:r>
              <a:rPr lang="es-AR" dirty="0"/>
              <a:t>Modelado de Datos con MongoDB</a:t>
            </a:r>
          </a:p>
        </p:txBody>
      </p:sp>
      <p:sp>
        <p:nvSpPr>
          <p:cNvPr id="4" name="Slide Number Placeholder 3">
            <a:extLst>
              <a:ext uri="{FF2B5EF4-FFF2-40B4-BE49-F238E27FC236}">
                <a16:creationId xmlns:a16="http://schemas.microsoft.com/office/drawing/2014/main" id="{DD5DF654-059D-EC2D-9768-10CEA7260ECB}"/>
              </a:ext>
            </a:extLst>
          </p:cNvPr>
          <p:cNvSpPr>
            <a:spLocks noGrp="1"/>
          </p:cNvSpPr>
          <p:nvPr>
            <p:ph type="sldNum" sz="quarter" idx="12"/>
          </p:nvPr>
        </p:nvSpPr>
        <p:spPr/>
        <p:txBody>
          <a:bodyPr/>
          <a:lstStyle/>
          <a:p>
            <a:pPr rtl="0"/>
            <a:fld id="{03DC2DEF-D2FE-4B45-ABA4-9F153FD1C98A}" type="slidenum">
              <a:rPr lang="es-ES" noProof="0" smtClean="0"/>
              <a:t>27</a:t>
            </a:fld>
            <a:endParaRPr lang="es-ES" noProof="0"/>
          </a:p>
        </p:txBody>
      </p:sp>
      <p:grpSp>
        <p:nvGrpSpPr>
          <p:cNvPr id="8" name="Google Shape;5252;p367">
            <a:extLst>
              <a:ext uri="{FF2B5EF4-FFF2-40B4-BE49-F238E27FC236}">
                <a16:creationId xmlns:a16="http://schemas.microsoft.com/office/drawing/2014/main" id="{6EA227D1-C4AC-E44F-F984-DA143C6F842A}"/>
              </a:ext>
            </a:extLst>
          </p:cNvPr>
          <p:cNvGrpSpPr/>
          <p:nvPr/>
        </p:nvGrpSpPr>
        <p:grpSpPr>
          <a:xfrm>
            <a:off x="797350" y="2063239"/>
            <a:ext cx="1828800" cy="1742068"/>
            <a:chOff x="4572000" y="2114564"/>
            <a:chExt cx="1828800" cy="1742068"/>
          </a:xfrm>
        </p:grpSpPr>
        <p:sp>
          <p:nvSpPr>
            <p:cNvPr id="9" name="Google Shape;5253;p367">
              <a:extLst>
                <a:ext uri="{FF2B5EF4-FFF2-40B4-BE49-F238E27FC236}">
                  <a16:creationId xmlns:a16="http://schemas.microsoft.com/office/drawing/2014/main" id="{2F11C255-2A10-E915-46CE-FEDA6602409F}"/>
                </a:ext>
              </a:extLst>
            </p:cNvPr>
            <p:cNvSpPr txBox="1"/>
            <p:nvPr/>
          </p:nvSpPr>
          <p:spPr>
            <a:xfrm>
              <a:off x="4572000" y="3456432"/>
              <a:ext cx="1828800" cy="400200"/>
            </a:xfrm>
            <a:prstGeom prst="rect">
              <a:avLst/>
            </a:prstGeom>
            <a:noFill/>
            <a:ln>
              <a:noFill/>
            </a:ln>
          </p:spPr>
          <p:txBody>
            <a:bodyPr spcFirstLastPara="1" wrap="square" lIns="34300" tIns="34300" rIns="34300" bIns="34300" anchor="t" anchorCtr="0">
              <a:noAutofit/>
            </a:bodyPr>
            <a:lstStyle/>
            <a:p>
              <a:pPr marL="0" lvl="0" indent="0" algn="ctr" rtl="0">
                <a:lnSpc>
                  <a:spcPct val="110000"/>
                </a:lnSpc>
                <a:spcBef>
                  <a:spcPts val="0"/>
                </a:spcBef>
                <a:spcAft>
                  <a:spcPts val="0"/>
                </a:spcAft>
                <a:buNone/>
              </a:pPr>
              <a:r>
                <a:rPr lang="en" sz="20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Mejorar la aplicación</a:t>
              </a:r>
              <a:endParaRPr sz="20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pic>
          <p:nvPicPr>
            <p:cNvPr id="10" name="Google Shape;5254;p367">
              <a:extLst>
                <a:ext uri="{FF2B5EF4-FFF2-40B4-BE49-F238E27FC236}">
                  <a16:creationId xmlns:a16="http://schemas.microsoft.com/office/drawing/2014/main" id="{DCCD8DC6-3FD4-A1CF-0E23-DFDA06E21A56}"/>
                </a:ext>
              </a:extLst>
            </p:cNvPr>
            <p:cNvPicPr preferRelativeResize="0"/>
            <p:nvPr/>
          </p:nvPicPr>
          <p:blipFill>
            <a:blip r:embed="rId2">
              <a:alphaModFix/>
            </a:blip>
            <a:stretch>
              <a:fillRect/>
            </a:stretch>
          </p:blipFill>
          <p:spPr>
            <a:xfrm>
              <a:off x="4982300" y="2114564"/>
              <a:ext cx="1008200" cy="1008171"/>
            </a:xfrm>
            <a:prstGeom prst="rect">
              <a:avLst/>
            </a:prstGeom>
            <a:noFill/>
            <a:ln>
              <a:noFill/>
            </a:ln>
          </p:spPr>
        </p:pic>
      </p:grpSp>
      <p:grpSp>
        <p:nvGrpSpPr>
          <p:cNvPr id="11" name="Google Shape;5255;p367">
            <a:extLst>
              <a:ext uri="{FF2B5EF4-FFF2-40B4-BE49-F238E27FC236}">
                <a16:creationId xmlns:a16="http://schemas.microsoft.com/office/drawing/2014/main" id="{2D586279-A0A7-D8BB-DE67-644BCE7DD20C}"/>
              </a:ext>
            </a:extLst>
          </p:cNvPr>
          <p:cNvGrpSpPr/>
          <p:nvPr/>
        </p:nvGrpSpPr>
        <p:grpSpPr>
          <a:xfrm>
            <a:off x="2626149" y="2128426"/>
            <a:ext cx="2382425" cy="1676880"/>
            <a:chOff x="6400799" y="2179751"/>
            <a:chExt cx="2382425" cy="1676880"/>
          </a:xfrm>
        </p:grpSpPr>
        <p:sp>
          <p:nvSpPr>
            <p:cNvPr id="12" name="Google Shape;5256;p367">
              <a:extLst>
                <a:ext uri="{FF2B5EF4-FFF2-40B4-BE49-F238E27FC236}">
                  <a16:creationId xmlns:a16="http://schemas.microsoft.com/office/drawing/2014/main" id="{B687502D-670C-4A86-7ADB-15DF175E7619}"/>
                </a:ext>
              </a:extLst>
            </p:cNvPr>
            <p:cNvSpPr txBox="1"/>
            <p:nvPr/>
          </p:nvSpPr>
          <p:spPr>
            <a:xfrm>
              <a:off x="6400799" y="3480324"/>
              <a:ext cx="2382425" cy="376307"/>
            </a:xfrm>
            <a:prstGeom prst="rect">
              <a:avLst/>
            </a:prstGeom>
            <a:noFill/>
            <a:ln>
              <a:noFill/>
            </a:ln>
          </p:spPr>
          <p:txBody>
            <a:bodyPr spcFirstLastPara="1" wrap="square" lIns="34300" tIns="34300" rIns="34300" bIns="34300" anchor="t" anchorCtr="0">
              <a:noAutofit/>
            </a:bodyPr>
            <a:lstStyle/>
            <a:p>
              <a:pPr marL="0" lvl="0" indent="0" algn="ctr" rtl="0">
                <a:lnSpc>
                  <a:spcPct val="110000"/>
                </a:lnSpc>
                <a:spcBef>
                  <a:spcPts val="0"/>
                </a:spcBef>
                <a:spcAft>
                  <a:spcPts val="0"/>
                </a:spcAft>
                <a:buNone/>
              </a:pPr>
              <a:r>
                <a:rPr lang="en" sz="20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Mejorar el Modelo/</a:t>
              </a:r>
            </a:p>
            <a:p>
              <a:pPr marL="0" lvl="0" indent="0" algn="ctr" rtl="0">
                <a:lnSpc>
                  <a:spcPct val="110000"/>
                </a:lnSpc>
                <a:spcBef>
                  <a:spcPts val="0"/>
                </a:spcBef>
                <a:spcAft>
                  <a:spcPts val="0"/>
                </a:spcAft>
                <a:buNone/>
              </a:pPr>
              <a:r>
                <a:rPr lang="en" sz="20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Esquema de Datos</a:t>
              </a:r>
              <a:endParaRPr sz="20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pic>
          <p:nvPicPr>
            <p:cNvPr id="13" name="Google Shape;5257;p367">
              <a:extLst>
                <a:ext uri="{FF2B5EF4-FFF2-40B4-BE49-F238E27FC236}">
                  <a16:creationId xmlns:a16="http://schemas.microsoft.com/office/drawing/2014/main" id="{5F5AA807-A03E-5E8D-E6FC-1363AE443BD5}"/>
                </a:ext>
              </a:extLst>
            </p:cNvPr>
            <p:cNvPicPr preferRelativeResize="0"/>
            <p:nvPr/>
          </p:nvPicPr>
          <p:blipFill>
            <a:blip r:embed="rId3">
              <a:alphaModFix/>
            </a:blip>
            <a:stretch>
              <a:fillRect/>
            </a:stretch>
          </p:blipFill>
          <p:spPr>
            <a:xfrm>
              <a:off x="6811124" y="2179751"/>
              <a:ext cx="942975" cy="942975"/>
            </a:xfrm>
            <a:prstGeom prst="rect">
              <a:avLst/>
            </a:prstGeom>
            <a:noFill/>
            <a:ln>
              <a:noFill/>
            </a:ln>
          </p:spPr>
        </p:pic>
      </p:grpSp>
      <p:cxnSp>
        <p:nvCxnSpPr>
          <p:cNvPr id="14" name="Google Shape;5258;p367">
            <a:extLst>
              <a:ext uri="{FF2B5EF4-FFF2-40B4-BE49-F238E27FC236}">
                <a16:creationId xmlns:a16="http://schemas.microsoft.com/office/drawing/2014/main" id="{224AFF9E-5204-54B4-1BBC-0081F2D002DC}"/>
              </a:ext>
            </a:extLst>
          </p:cNvPr>
          <p:cNvCxnSpPr>
            <a:stCxn id="13" idx="2"/>
            <a:endCxn id="10" idx="2"/>
          </p:cNvCxnSpPr>
          <p:nvPr/>
        </p:nvCxnSpPr>
        <p:spPr>
          <a:xfrm rot="5400000">
            <a:off x="2609612" y="2173651"/>
            <a:ext cx="600" cy="1796100"/>
          </a:xfrm>
          <a:prstGeom prst="bentConnector3">
            <a:avLst>
              <a:gd name="adj1" fmla="val 39689026"/>
            </a:avLst>
          </a:prstGeom>
          <a:noFill/>
          <a:ln w="9525" cap="flat" cmpd="sng">
            <a:solidFill>
              <a:srgbClr val="00ED64"/>
            </a:solidFill>
            <a:prstDash val="solid"/>
            <a:round/>
            <a:headEnd type="none" w="med" len="med"/>
            <a:tailEnd type="triangle" w="med" len="med"/>
          </a:ln>
        </p:spPr>
      </p:cxnSp>
      <p:cxnSp>
        <p:nvCxnSpPr>
          <p:cNvPr id="15" name="Google Shape;5259;p367">
            <a:extLst>
              <a:ext uri="{FF2B5EF4-FFF2-40B4-BE49-F238E27FC236}">
                <a16:creationId xmlns:a16="http://schemas.microsoft.com/office/drawing/2014/main" id="{A9A4B45F-5E25-FEB6-B126-80C02C28E333}"/>
              </a:ext>
            </a:extLst>
          </p:cNvPr>
          <p:cNvCxnSpPr>
            <a:stCxn id="10" idx="0"/>
            <a:endCxn id="13" idx="0"/>
          </p:cNvCxnSpPr>
          <p:nvPr/>
        </p:nvCxnSpPr>
        <p:spPr>
          <a:xfrm rot="16200000" flipH="1">
            <a:off x="2577250" y="1197739"/>
            <a:ext cx="65100" cy="1796100"/>
          </a:xfrm>
          <a:prstGeom prst="bentConnector3">
            <a:avLst>
              <a:gd name="adj1" fmla="val -365783"/>
            </a:avLst>
          </a:prstGeom>
          <a:noFill/>
          <a:ln w="9525" cap="flat" cmpd="sng">
            <a:solidFill>
              <a:srgbClr val="00ED64"/>
            </a:solidFill>
            <a:prstDash val="solid"/>
            <a:round/>
            <a:headEnd type="none" w="med" len="med"/>
            <a:tailEnd type="triangle" w="med" len="med"/>
          </a:ln>
        </p:spPr>
      </p:cxnSp>
      <p:sp>
        <p:nvSpPr>
          <p:cNvPr id="16" name="Google Shape;5260;p367">
            <a:extLst>
              <a:ext uri="{FF2B5EF4-FFF2-40B4-BE49-F238E27FC236}">
                <a16:creationId xmlns:a16="http://schemas.microsoft.com/office/drawing/2014/main" id="{BF236EF9-E2ED-44CC-A093-076C3AF38EC9}"/>
              </a:ext>
            </a:extLst>
          </p:cNvPr>
          <p:cNvSpPr txBox="1"/>
          <p:nvPr/>
        </p:nvSpPr>
        <p:spPr>
          <a:xfrm>
            <a:off x="5008575" y="1484824"/>
            <a:ext cx="6166244" cy="2898900"/>
          </a:xfrm>
          <a:prstGeom prst="rect">
            <a:avLst/>
          </a:prstGeom>
          <a:noFill/>
          <a:ln>
            <a:noFill/>
          </a:ln>
        </p:spPr>
        <p:txBody>
          <a:bodyPr spcFirstLastPara="1" wrap="square" lIns="0" tIns="0" rIns="0" bIns="0" anchor="ctr" anchorCtr="0">
            <a:noAutofit/>
          </a:bodyPr>
          <a:lstStyle/>
          <a:p>
            <a:pPr marL="0" lvl="0" indent="0" algn="ctr" rtl="0">
              <a:lnSpc>
                <a:spcPct val="110000"/>
              </a:lnSpc>
              <a:spcBef>
                <a:spcPts val="0"/>
              </a:spcBef>
              <a:spcAft>
                <a:spcPts val="0"/>
              </a:spcAft>
              <a:buNone/>
            </a:pPr>
            <a:r>
              <a:rPr lang="en"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rPr>
              <a:t>Varias posibilidades de diseño</a:t>
            </a:r>
            <a:endParaRPr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ctr" rtl="0">
              <a:lnSpc>
                <a:spcPct val="110000"/>
              </a:lnSpc>
              <a:spcBef>
                <a:spcPts val="1500"/>
              </a:spcBef>
              <a:spcAft>
                <a:spcPts val="0"/>
              </a:spcAft>
              <a:buNone/>
            </a:pPr>
            <a:r>
              <a:rPr lang="en"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rPr>
              <a:t>Diseño para el patrón de uso</a:t>
            </a:r>
            <a:endParaRPr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ctr" rtl="0">
              <a:lnSpc>
                <a:spcPct val="110000"/>
              </a:lnSpc>
              <a:spcBef>
                <a:spcPts val="1500"/>
              </a:spcBef>
              <a:spcAft>
                <a:spcPts val="0"/>
              </a:spcAft>
              <a:buNone/>
            </a:pPr>
            <a:r>
              <a:rPr lang="en"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rPr>
              <a:t>Evolucionar el esquema es fácil</a:t>
            </a:r>
            <a:endParaRPr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ctr" rtl="0">
              <a:lnSpc>
                <a:spcPct val="110000"/>
              </a:lnSpc>
              <a:spcBef>
                <a:spcPts val="1500"/>
              </a:spcBef>
              <a:spcAft>
                <a:spcPts val="1500"/>
              </a:spcAft>
              <a:buNone/>
            </a:pPr>
            <a:r>
              <a:rPr lang="en" sz="28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rPr>
              <a:t>No es requerido migraciones o downtime para una nueva versión del esquema</a:t>
            </a:r>
            <a:endParaRPr sz="3600" dirty="0">
              <a:solidFill>
                <a:srgbClr val="F5F6F7"/>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Tree>
    <p:extLst>
      <p:ext uri="{BB962C8B-B14F-4D97-AF65-F5344CB8AC3E}">
        <p14:creationId xmlns:p14="http://schemas.microsoft.com/office/powerpoint/2010/main" val="12567390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D955C-2D8B-2E8F-3C5A-9CA180436CC5}"/>
              </a:ext>
            </a:extLst>
          </p:cNvPr>
          <p:cNvSpPr>
            <a:spLocks noGrp="1"/>
          </p:cNvSpPr>
          <p:nvPr>
            <p:ph type="title"/>
          </p:nvPr>
        </p:nvSpPr>
        <p:spPr/>
        <p:txBody>
          <a:bodyPr/>
          <a:lstStyle/>
          <a:p>
            <a:r>
              <a:rPr lang="es-AR" dirty="0"/>
              <a:t>Diseño del esquema: Consideraciones</a:t>
            </a:r>
          </a:p>
        </p:txBody>
      </p:sp>
      <p:sp>
        <p:nvSpPr>
          <p:cNvPr id="3" name="Content Placeholder 2">
            <a:extLst>
              <a:ext uri="{FF2B5EF4-FFF2-40B4-BE49-F238E27FC236}">
                <a16:creationId xmlns:a16="http://schemas.microsoft.com/office/drawing/2014/main" id="{E2DBD019-F935-5F51-739F-2863D744CD88}"/>
              </a:ext>
            </a:extLst>
          </p:cNvPr>
          <p:cNvSpPr>
            <a:spLocks noGrp="1"/>
          </p:cNvSpPr>
          <p:nvPr>
            <p:ph idx="1"/>
          </p:nvPr>
        </p:nvSpPr>
        <p:spPr/>
        <p:txBody>
          <a:bodyPr/>
          <a:lstStyle/>
          <a:p>
            <a:r>
              <a:rPr lang="es-AR" dirty="0"/>
              <a:t>Las consultas y los datos específicos que necesitan las aplicaciones.</a:t>
            </a:r>
          </a:p>
          <a:p>
            <a:r>
              <a:rPr lang="es-AR" dirty="0"/>
              <a:t>Como leen los datos las aplicaciones (patrones de lectura).</a:t>
            </a:r>
          </a:p>
          <a:p>
            <a:r>
              <a:rPr lang="es-AR" dirty="0"/>
              <a:t>Como escriben los datos las aplicaciones (patrones de escritura).</a:t>
            </a:r>
          </a:p>
          <a:p>
            <a:r>
              <a:rPr lang="es-AR" dirty="0"/>
              <a:t>Cuáles son las relaciones entre los datos (enlazadas o embebidas). </a:t>
            </a:r>
          </a:p>
        </p:txBody>
      </p:sp>
      <p:sp>
        <p:nvSpPr>
          <p:cNvPr id="4" name="Slide Number Placeholder 3">
            <a:extLst>
              <a:ext uri="{FF2B5EF4-FFF2-40B4-BE49-F238E27FC236}">
                <a16:creationId xmlns:a16="http://schemas.microsoft.com/office/drawing/2014/main" id="{F48E4BAB-647E-E452-F185-CD0C12A68716}"/>
              </a:ext>
            </a:extLst>
          </p:cNvPr>
          <p:cNvSpPr>
            <a:spLocks noGrp="1"/>
          </p:cNvSpPr>
          <p:nvPr>
            <p:ph type="sldNum" sz="quarter" idx="12"/>
          </p:nvPr>
        </p:nvSpPr>
        <p:spPr/>
        <p:txBody>
          <a:bodyPr/>
          <a:lstStyle/>
          <a:p>
            <a:pPr rtl="0"/>
            <a:fld id="{03DC2DEF-D2FE-4B45-ABA4-9F153FD1C98A}" type="slidenum">
              <a:rPr lang="es-ES" noProof="0" smtClean="0"/>
              <a:t>28</a:t>
            </a:fld>
            <a:endParaRPr lang="es-ES" noProof="0"/>
          </a:p>
        </p:txBody>
      </p:sp>
    </p:spTree>
    <p:extLst>
      <p:ext uri="{BB962C8B-B14F-4D97-AF65-F5344CB8AC3E}">
        <p14:creationId xmlns:p14="http://schemas.microsoft.com/office/powerpoint/2010/main" val="20685109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5841D-D44F-FCB6-A110-F8FEE1887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57975-067A-8687-0D46-2C7E5BF4D103}"/>
              </a:ext>
            </a:extLst>
          </p:cNvPr>
          <p:cNvSpPr>
            <a:spLocks noGrp="1"/>
          </p:cNvSpPr>
          <p:nvPr>
            <p:ph type="title"/>
          </p:nvPr>
        </p:nvSpPr>
        <p:spPr/>
        <p:txBody>
          <a:bodyPr/>
          <a:lstStyle/>
          <a:p>
            <a:r>
              <a:rPr lang="es-AR" dirty="0"/>
              <a:t>Diseño del esquema: Enlazado o Embebido?</a:t>
            </a:r>
          </a:p>
        </p:txBody>
      </p:sp>
      <p:sp>
        <p:nvSpPr>
          <p:cNvPr id="4" name="Slide Number Placeholder 3">
            <a:extLst>
              <a:ext uri="{FF2B5EF4-FFF2-40B4-BE49-F238E27FC236}">
                <a16:creationId xmlns:a16="http://schemas.microsoft.com/office/drawing/2014/main" id="{14B68AD9-8C27-064E-BE70-72946CC83F77}"/>
              </a:ext>
            </a:extLst>
          </p:cNvPr>
          <p:cNvSpPr>
            <a:spLocks noGrp="1"/>
          </p:cNvSpPr>
          <p:nvPr>
            <p:ph type="sldNum" sz="quarter" idx="12"/>
          </p:nvPr>
        </p:nvSpPr>
        <p:spPr/>
        <p:txBody>
          <a:bodyPr/>
          <a:lstStyle/>
          <a:p>
            <a:pPr rtl="0"/>
            <a:fld id="{03DC2DEF-D2FE-4B45-ABA4-9F153FD1C98A}" type="slidenum">
              <a:rPr lang="es-ES" noProof="0" smtClean="0"/>
              <a:t>29</a:t>
            </a:fld>
            <a:endParaRPr lang="es-ES" noProof="0"/>
          </a:p>
        </p:txBody>
      </p:sp>
      <p:sp>
        <p:nvSpPr>
          <p:cNvPr id="7" name="Google Shape;5274;p369">
            <a:extLst>
              <a:ext uri="{FF2B5EF4-FFF2-40B4-BE49-F238E27FC236}">
                <a16:creationId xmlns:a16="http://schemas.microsoft.com/office/drawing/2014/main" id="{DF688AF7-D8B8-28CC-791D-C86FB159461B}"/>
              </a:ext>
            </a:extLst>
          </p:cNvPr>
          <p:cNvSpPr txBox="1"/>
          <p:nvPr/>
        </p:nvSpPr>
        <p:spPr>
          <a:xfrm>
            <a:off x="1015706" y="1682101"/>
            <a:ext cx="7757700" cy="635785"/>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000"/>
              </a:spcBef>
              <a:spcAft>
                <a:spcPts val="1000"/>
              </a:spcAft>
              <a:buNone/>
            </a:pPr>
            <a:r>
              <a:rPr lang="en" sz="1100" dirty="0">
                <a:solidFill>
                  <a:schemeClr val="dk1"/>
                </a:solidFill>
                <a:highlight>
                  <a:srgbClr val="FFFFFF"/>
                </a:highlight>
                <a:latin typeface="Calibri" panose="020F0502020204030204" pitchFamily="34" charset="0"/>
                <a:ea typeface="Calibri" panose="020F0502020204030204" pitchFamily="34" charset="0"/>
                <a:cs typeface="Calibri" panose="020F0502020204030204" pitchFamily="34" charset="0"/>
                <a:sym typeface="Lexend Deca Light"/>
              </a:rPr>
              <a:t>Relaciones Embebidas vs Enlazadas en el ejemplo de Publicaciones-Comentarios:</a:t>
            </a:r>
            <a:endParaRPr sz="1100" dirty="0">
              <a:solidFill>
                <a:schemeClr val="dk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
        <p:nvSpPr>
          <p:cNvPr id="8" name="Google Shape;5275;p369">
            <a:extLst>
              <a:ext uri="{FF2B5EF4-FFF2-40B4-BE49-F238E27FC236}">
                <a16:creationId xmlns:a16="http://schemas.microsoft.com/office/drawing/2014/main" id="{1B97AE91-08B1-0B8B-16CE-FAEB6B3CDDD8}"/>
              </a:ext>
            </a:extLst>
          </p:cNvPr>
          <p:cNvSpPr/>
          <p:nvPr/>
        </p:nvSpPr>
        <p:spPr>
          <a:xfrm>
            <a:off x="1945231" y="2525163"/>
            <a:ext cx="1665000" cy="284100"/>
          </a:xfrm>
          <a:prstGeom prst="rect">
            <a:avLst/>
          </a:prstGeom>
          <a:noFill/>
          <a:ln w="19050" cap="flat" cmpd="sng">
            <a:solidFill>
              <a:srgbClr val="B3BBC1"/>
            </a:solidFill>
            <a:prstDash val="solid"/>
            <a:round/>
            <a:headEnd type="none" w="sm" len="sm"/>
            <a:tailEnd type="none" w="sm" len="sm"/>
          </a:ln>
        </p:spPr>
        <p:txBody>
          <a:bodyPr spcFirstLastPara="1" wrap="square" lIns="192000" tIns="91425" rIns="91425" bIns="91425" anchor="ctr" anchorCtr="0">
            <a:noAutofit/>
          </a:bodyPr>
          <a:lstStyle/>
          <a:p>
            <a:pPr marL="0" lvl="0" indent="0" algn="l" rtl="0">
              <a:spcBef>
                <a:spcPts val="0"/>
              </a:spcBef>
              <a:spcAft>
                <a:spcPts val="0"/>
              </a:spcAft>
              <a:buNone/>
            </a:pPr>
            <a:r>
              <a:rPr lang="en" sz="12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blog post</a:t>
            </a:r>
            <a:endParaRPr sz="12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9" name="Google Shape;5276;p369">
            <a:extLst>
              <a:ext uri="{FF2B5EF4-FFF2-40B4-BE49-F238E27FC236}">
                <a16:creationId xmlns:a16="http://schemas.microsoft.com/office/drawing/2014/main" id="{C6EB2E35-DB8A-F835-A39C-BD5ECF0D5A58}"/>
              </a:ext>
            </a:extLst>
          </p:cNvPr>
          <p:cNvSpPr/>
          <p:nvPr/>
        </p:nvSpPr>
        <p:spPr>
          <a:xfrm>
            <a:off x="1945231" y="2809313"/>
            <a:ext cx="1665000" cy="2964000"/>
          </a:xfrm>
          <a:prstGeom prst="rect">
            <a:avLst/>
          </a:prstGeom>
          <a:noFill/>
          <a:ln w="19050" cap="flat" cmpd="sng">
            <a:solidFill>
              <a:srgbClr val="B3BBC1"/>
            </a:solidFill>
            <a:prstDash val="solid"/>
            <a:round/>
            <a:headEnd type="none" w="sm" len="sm"/>
            <a:tailEnd type="none" w="sm" len="sm"/>
          </a:ln>
        </p:spPr>
        <p:txBody>
          <a:bodyPr spcFirstLastPara="1" wrap="square" lIns="192000" tIns="137150" rIns="91425" bIns="91425" anchor="t" anchorCtr="0">
            <a:noAutofit/>
          </a:bodyPr>
          <a:lstStyle/>
          <a:p>
            <a:pPr marL="0" lvl="0" indent="0" algn="l" rtl="0">
              <a:spcBef>
                <a:spcPts val="0"/>
              </a:spcBef>
              <a:spcAft>
                <a:spcPts val="0"/>
              </a:spcAft>
              <a:buNone/>
            </a:pPr>
            <a:r>
              <a:rPr lang="en"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rPr>
              <a:t>_id: 123d456</a:t>
            </a:r>
            <a:endParaRPr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spcBef>
                <a:spcPts val="0"/>
              </a:spcBef>
              <a:spcAft>
                <a:spcPts val="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“This is my post”</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0" name="Google Shape;5277;p369">
            <a:extLst>
              <a:ext uri="{FF2B5EF4-FFF2-40B4-BE49-F238E27FC236}">
                <a16:creationId xmlns:a16="http://schemas.microsoft.com/office/drawing/2014/main" id="{EF607A3B-B286-FB42-3C82-9C7254FF9487}"/>
              </a:ext>
            </a:extLst>
          </p:cNvPr>
          <p:cNvSpPr/>
          <p:nvPr/>
        </p:nvSpPr>
        <p:spPr>
          <a:xfrm>
            <a:off x="2092806" y="3506963"/>
            <a:ext cx="1358400" cy="2841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comments</a:t>
            </a:r>
            <a:endParaRPr sz="11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1" name="Google Shape;5278;p369">
            <a:extLst>
              <a:ext uri="{FF2B5EF4-FFF2-40B4-BE49-F238E27FC236}">
                <a16:creationId xmlns:a16="http://schemas.microsoft.com/office/drawing/2014/main" id="{D86AE0E2-BF42-EFBE-6548-A497A7BFB0C3}"/>
              </a:ext>
            </a:extLst>
          </p:cNvPr>
          <p:cNvSpPr/>
          <p:nvPr/>
        </p:nvSpPr>
        <p:spPr>
          <a:xfrm>
            <a:off x="2092756" y="3791063"/>
            <a:ext cx="1358400" cy="18486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comment 1</a:t>
            </a: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author: &lt;string&gt;</a:t>
            </a: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comment 2</a:t>
            </a: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author: &lt;string&gt;</a:t>
            </a: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comment 3</a:t>
            </a: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author: &lt;string&gt;</a:t>
            </a:r>
            <a:endParaRPr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2" name="Google Shape;5279;p369">
            <a:extLst>
              <a:ext uri="{FF2B5EF4-FFF2-40B4-BE49-F238E27FC236}">
                <a16:creationId xmlns:a16="http://schemas.microsoft.com/office/drawing/2014/main" id="{9AC7EC56-3F59-A26B-1FA2-6BEAEEC114FA}"/>
              </a:ext>
            </a:extLst>
          </p:cNvPr>
          <p:cNvSpPr/>
          <p:nvPr/>
        </p:nvSpPr>
        <p:spPr>
          <a:xfrm>
            <a:off x="5374231" y="3001139"/>
            <a:ext cx="1757100" cy="302400"/>
          </a:xfrm>
          <a:prstGeom prst="rect">
            <a:avLst/>
          </a:prstGeom>
          <a:noFill/>
          <a:ln w="19050" cap="flat" cmpd="sng">
            <a:solidFill>
              <a:srgbClr val="B3BBC1"/>
            </a:solidFill>
            <a:prstDash val="solid"/>
            <a:round/>
            <a:headEnd type="none" w="sm" len="sm"/>
            <a:tailEnd type="none" w="sm" len="sm"/>
          </a:ln>
        </p:spPr>
        <p:txBody>
          <a:bodyPr spcFirstLastPara="1" wrap="square" lIns="192000" tIns="91425" rIns="91425" bIns="91425" anchor="ctr" anchorCtr="0">
            <a:noAutofit/>
          </a:bodyPr>
          <a:lstStyle/>
          <a:p>
            <a:pPr marL="0" lvl="0" indent="0" algn="l" rtl="0">
              <a:spcBef>
                <a:spcPts val="0"/>
              </a:spcBef>
              <a:spcAft>
                <a:spcPts val="0"/>
              </a:spcAft>
              <a:buNone/>
            </a:pPr>
            <a:r>
              <a:rPr lang="en" sz="12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blog post</a:t>
            </a:r>
            <a:endParaRPr sz="12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3" name="Google Shape;5280;p369">
            <a:extLst>
              <a:ext uri="{FF2B5EF4-FFF2-40B4-BE49-F238E27FC236}">
                <a16:creationId xmlns:a16="http://schemas.microsoft.com/office/drawing/2014/main" id="{E49D0FB2-192D-4EAF-D574-CF40AC20D17A}"/>
              </a:ext>
            </a:extLst>
          </p:cNvPr>
          <p:cNvSpPr/>
          <p:nvPr/>
        </p:nvSpPr>
        <p:spPr>
          <a:xfrm>
            <a:off x="5374231" y="3303638"/>
            <a:ext cx="1757100" cy="885900"/>
          </a:xfrm>
          <a:prstGeom prst="rect">
            <a:avLst/>
          </a:prstGeom>
          <a:noFill/>
          <a:ln w="19050" cap="flat" cmpd="sng">
            <a:solidFill>
              <a:srgbClr val="B3BBC1"/>
            </a:solidFill>
            <a:prstDash val="solid"/>
            <a:round/>
            <a:headEnd type="none" w="sm" len="sm"/>
            <a:tailEnd type="none" w="sm" len="sm"/>
          </a:ln>
        </p:spPr>
        <p:txBody>
          <a:bodyPr spcFirstLastPara="1" wrap="square" lIns="192000" tIns="137150" rIns="91425" bIns="91425" anchor="t" anchorCtr="0">
            <a:noAutofit/>
          </a:bodyPr>
          <a:lstStyle/>
          <a:p>
            <a:pPr marL="0" lvl="0" indent="0" algn="l" rtl="0">
              <a:spcBef>
                <a:spcPts val="0"/>
              </a:spcBef>
              <a:spcAft>
                <a:spcPts val="0"/>
              </a:spcAft>
              <a:buNone/>
            </a:pPr>
            <a:r>
              <a:rPr lang="en"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rPr>
              <a:t>_id: 123d456</a:t>
            </a:r>
            <a:endParaRPr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spcBef>
                <a:spcPts val="0"/>
              </a:spcBef>
              <a:spcAft>
                <a:spcPts val="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“This is my post”</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4" name="Google Shape;5281;p369">
            <a:extLst>
              <a:ext uri="{FF2B5EF4-FFF2-40B4-BE49-F238E27FC236}">
                <a16:creationId xmlns:a16="http://schemas.microsoft.com/office/drawing/2014/main" id="{02A87747-1AE6-4165-CEF5-2AF4BD430386}"/>
              </a:ext>
            </a:extLst>
          </p:cNvPr>
          <p:cNvSpPr/>
          <p:nvPr/>
        </p:nvSpPr>
        <p:spPr>
          <a:xfrm>
            <a:off x="7355630" y="2595849"/>
            <a:ext cx="1431900" cy="3024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10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comments</a:t>
            </a:r>
            <a:endParaRPr sz="11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cxnSp>
        <p:nvCxnSpPr>
          <p:cNvPr id="15" name="Google Shape;5282;p369">
            <a:extLst>
              <a:ext uri="{FF2B5EF4-FFF2-40B4-BE49-F238E27FC236}">
                <a16:creationId xmlns:a16="http://schemas.microsoft.com/office/drawing/2014/main" id="{A39B818B-E758-5402-B570-28591931E092}"/>
              </a:ext>
            </a:extLst>
          </p:cNvPr>
          <p:cNvCxnSpPr/>
          <p:nvPr/>
        </p:nvCxnSpPr>
        <p:spPr>
          <a:xfrm>
            <a:off x="6201942" y="4189633"/>
            <a:ext cx="1147500" cy="371400"/>
          </a:xfrm>
          <a:prstGeom prst="bentConnector3">
            <a:avLst>
              <a:gd name="adj1" fmla="val 50000"/>
            </a:avLst>
          </a:prstGeom>
          <a:noFill/>
          <a:ln w="19050" cap="flat" cmpd="sng">
            <a:solidFill>
              <a:srgbClr val="B3BBC1"/>
            </a:solidFill>
            <a:prstDash val="solid"/>
            <a:round/>
            <a:headEnd type="none" w="med" len="med"/>
            <a:tailEnd type="none" w="med" len="med"/>
          </a:ln>
        </p:spPr>
      </p:cxnSp>
      <p:cxnSp>
        <p:nvCxnSpPr>
          <p:cNvPr id="16" name="Google Shape;5283;p369">
            <a:extLst>
              <a:ext uri="{FF2B5EF4-FFF2-40B4-BE49-F238E27FC236}">
                <a16:creationId xmlns:a16="http://schemas.microsoft.com/office/drawing/2014/main" id="{A60A3AC7-E773-BF2E-6D33-E8770C9A5903}"/>
              </a:ext>
            </a:extLst>
          </p:cNvPr>
          <p:cNvCxnSpPr/>
          <p:nvPr/>
        </p:nvCxnSpPr>
        <p:spPr>
          <a:xfrm>
            <a:off x="7196259" y="4560416"/>
            <a:ext cx="176400" cy="140100"/>
          </a:xfrm>
          <a:prstGeom prst="straightConnector1">
            <a:avLst/>
          </a:prstGeom>
          <a:noFill/>
          <a:ln w="19050" cap="flat" cmpd="sng">
            <a:solidFill>
              <a:srgbClr val="B3BBC1"/>
            </a:solidFill>
            <a:prstDash val="solid"/>
            <a:round/>
            <a:headEnd type="none" w="med" len="med"/>
            <a:tailEnd type="none" w="med" len="med"/>
          </a:ln>
        </p:spPr>
      </p:cxnSp>
      <p:cxnSp>
        <p:nvCxnSpPr>
          <p:cNvPr id="17" name="Google Shape;5284;p369">
            <a:extLst>
              <a:ext uri="{FF2B5EF4-FFF2-40B4-BE49-F238E27FC236}">
                <a16:creationId xmlns:a16="http://schemas.microsoft.com/office/drawing/2014/main" id="{4B423440-F8CB-EC81-7A49-756DE1C3C7B2}"/>
              </a:ext>
            </a:extLst>
          </p:cNvPr>
          <p:cNvCxnSpPr/>
          <p:nvPr/>
        </p:nvCxnSpPr>
        <p:spPr>
          <a:xfrm flipH="1">
            <a:off x="7179159" y="4408016"/>
            <a:ext cx="169500" cy="160800"/>
          </a:xfrm>
          <a:prstGeom prst="straightConnector1">
            <a:avLst/>
          </a:prstGeom>
          <a:noFill/>
          <a:ln w="19050" cap="flat" cmpd="sng">
            <a:solidFill>
              <a:srgbClr val="B3BBC1"/>
            </a:solidFill>
            <a:prstDash val="solid"/>
            <a:round/>
            <a:headEnd type="none" w="med" len="med"/>
            <a:tailEnd type="none" w="med" len="med"/>
          </a:ln>
        </p:spPr>
      </p:cxnSp>
      <p:sp>
        <p:nvSpPr>
          <p:cNvPr id="18" name="Google Shape;5285;p369">
            <a:extLst>
              <a:ext uri="{FF2B5EF4-FFF2-40B4-BE49-F238E27FC236}">
                <a16:creationId xmlns:a16="http://schemas.microsoft.com/office/drawing/2014/main" id="{498DE26E-C643-1DA2-F1C5-2A1B38FCE4AB}"/>
              </a:ext>
            </a:extLst>
          </p:cNvPr>
          <p:cNvSpPr txBox="1"/>
          <p:nvPr/>
        </p:nvSpPr>
        <p:spPr>
          <a:xfrm>
            <a:off x="1945219" y="2005401"/>
            <a:ext cx="13584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Calibri" panose="020F0502020204030204" pitchFamily="34" charset="0"/>
                <a:ea typeface="Calibri" panose="020F0502020204030204" pitchFamily="34" charset="0"/>
                <a:cs typeface="Calibri" panose="020F0502020204030204" pitchFamily="34" charset="0"/>
                <a:sym typeface="Lexend Deca Light"/>
              </a:rPr>
              <a:t>Embebido</a:t>
            </a:r>
            <a:endParaRPr dirty="0">
              <a:latin typeface="Calibri" panose="020F0502020204030204" pitchFamily="34" charset="0"/>
              <a:ea typeface="Calibri" panose="020F0502020204030204" pitchFamily="34" charset="0"/>
              <a:cs typeface="Calibri" panose="020F0502020204030204" pitchFamily="34" charset="0"/>
              <a:sym typeface="Lexend Deca Light"/>
            </a:endParaRPr>
          </a:p>
        </p:txBody>
      </p:sp>
      <p:sp>
        <p:nvSpPr>
          <p:cNvPr id="19" name="Google Shape;5286;p369">
            <a:extLst>
              <a:ext uri="{FF2B5EF4-FFF2-40B4-BE49-F238E27FC236}">
                <a16:creationId xmlns:a16="http://schemas.microsoft.com/office/drawing/2014/main" id="{4FFE6CBC-F677-840C-2B1A-59E65E269E05}"/>
              </a:ext>
            </a:extLst>
          </p:cNvPr>
          <p:cNvSpPr txBox="1"/>
          <p:nvPr/>
        </p:nvSpPr>
        <p:spPr>
          <a:xfrm>
            <a:off x="5636356" y="2164726"/>
            <a:ext cx="1147500" cy="46163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Calibri" panose="020F0502020204030204" pitchFamily="34" charset="0"/>
                <a:ea typeface="Calibri" panose="020F0502020204030204" pitchFamily="34" charset="0"/>
                <a:cs typeface="Calibri" panose="020F0502020204030204" pitchFamily="34" charset="0"/>
                <a:sym typeface="Lexend Deca Light"/>
              </a:rPr>
              <a:t>Enlazado</a:t>
            </a:r>
            <a:endParaRPr dirty="0">
              <a:latin typeface="Calibri" panose="020F0502020204030204" pitchFamily="34" charset="0"/>
              <a:ea typeface="Calibri" panose="020F0502020204030204" pitchFamily="34" charset="0"/>
              <a:cs typeface="Calibri" panose="020F0502020204030204" pitchFamily="34" charset="0"/>
              <a:sym typeface="Lexend Deca Light"/>
            </a:endParaRPr>
          </a:p>
        </p:txBody>
      </p:sp>
      <p:cxnSp>
        <p:nvCxnSpPr>
          <p:cNvPr id="20" name="Google Shape;5287;p369">
            <a:extLst>
              <a:ext uri="{FF2B5EF4-FFF2-40B4-BE49-F238E27FC236}">
                <a16:creationId xmlns:a16="http://schemas.microsoft.com/office/drawing/2014/main" id="{AB7A5E9C-B1E9-49D8-665C-71550896FFC3}"/>
              </a:ext>
            </a:extLst>
          </p:cNvPr>
          <p:cNvCxnSpPr/>
          <p:nvPr/>
        </p:nvCxnSpPr>
        <p:spPr>
          <a:xfrm>
            <a:off x="4763212" y="2405601"/>
            <a:ext cx="0" cy="2907300"/>
          </a:xfrm>
          <a:prstGeom prst="straightConnector1">
            <a:avLst/>
          </a:prstGeom>
          <a:noFill/>
          <a:ln w="12700" cap="flat" cmpd="sng">
            <a:solidFill>
              <a:srgbClr val="212121"/>
            </a:solidFill>
            <a:prstDash val="solid"/>
            <a:round/>
            <a:headEnd type="none" w="sm" len="sm"/>
            <a:tailEnd type="none" w="sm" len="sm"/>
          </a:ln>
        </p:spPr>
      </p:cxnSp>
      <p:grpSp>
        <p:nvGrpSpPr>
          <p:cNvPr id="21" name="Google Shape;5288;p369">
            <a:extLst>
              <a:ext uri="{FF2B5EF4-FFF2-40B4-BE49-F238E27FC236}">
                <a16:creationId xmlns:a16="http://schemas.microsoft.com/office/drawing/2014/main" id="{5304DD7B-273E-E02D-FE3C-29C65D914109}"/>
              </a:ext>
            </a:extLst>
          </p:cNvPr>
          <p:cNvGrpSpPr/>
          <p:nvPr/>
        </p:nvGrpSpPr>
        <p:grpSpPr>
          <a:xfrm>
            <a:off x="7355631" y="2898238"/>
            <a:ext cx="1431900" cy="2721650"/>
            <a:chOff x="6962225" y="2143325"/>
            <a:chExt cx="1431900" cy="2721650"/>
          </a:xfrm>
        </p:grpSpPr>
        <p:sp>
          <p:nvSpPr>
            <p:cNvPr id="22" name="Google Shape;5289;p369">
              <a:extLst>
                <a:ext uri="{FF2B5EF4-FFF2-40B4-BE49-F238E27FC236}">
                  <a16:creationId xmlns:a16="http://schemas.microsoft.com/office/drawing/2014/main" id="{E80F7ACC-3D1C-3FF5-B1DC-E9090536880A}"/>
                </a:ext>
              </a:extLst>
            </p:cNvPr>
            <p:cNvSpPr/>
            <p:nvPr/>
          </p:nvSpPr>
          <p:spPr>
            <a:xfrm>
              <a:off x="6962225" y="2143325"/>
              <a:ext cx="1431900" cy="8859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rPr>
                <a:t>blog_id: 123d456</a:t>
              </a:r>
              <a:endParaRPr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comment 1</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author: &lt;string&gt;</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23" name="Google Shape;5290;p369">
              <a:extLst>
                <a:ext uri="{FF2B5EF4-FFF2-40B4-BE49-F238E27FC236}">
                  <a16:creationId xmlns:a16="http://schemas.microsoft.com/office/drawing/2014/main" id="{ECE9781B-0130-0B8C-A062-C297D4254743}"/>
                </a:ext>
              </a:extLst>
            </p:cNvPr>
            <p:cNvSpPr/>
            <p:nvPr/>
          </p:nvSpPr>
          <p:spPr>
            <a:xfrm>
              <a:off x="6962225" y="3036150"/>
              <a:ext cx="1431900" cy="8859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rPr>
                <a:t>blog_id: 123d456</a:t>
              </a:r>
              <a:endParaRPr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comment 2</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author: &lt;string&gt;</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24" name="Google Shape;5291;p369">
              <a:extLst>
                <a:ext uri="{FF2B5EF4-FFF2-40B4-BE49-F238E27FC236}">
                  <a16:creationId xmlns:a16="http://schemas.microsoft.com/office/drawing/2014/main" id="{00C67291-6C1F-0638-8C9B-DF8DBF2800AC}"/>
                </a:ext>
              </a:extLst>
            </p:cNvPr>
            <p:cNvSpPr/>
            <p:nvPr/>
          </p:nvSpPr>
          <p:spPr>
            <a:xfrm>
              <a:off x="6962225" y="3928975"/>
              <a:ext cx="1431900" cy="9360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rPr>
                <a:t>blog_id: 123d456</a:t>
              </a:r>
              <a:endParaRPr sz="1100" dirty="0">
                <a:solidFill>
                  <a:schemeClr val="bg1"/>
                </a:solidFill>
                <a:highlight>
                  <a:schemeClr val="dk2"/>
                </a:highlight>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text: comment 3</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rPr>
                <a:t>author: &lt;string&gt;</a:t>
              </a:r>
              <a:endParaRPr sz="1100" dirty="0">
                <a:solidFill>
                  <a:srgbClr val="1A1A1A"/>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grpSp>
    </p:spTree>
    <p:extLst>
      <p:ext uri="{BB962C8B-B14F-4D97-AF65-F5344CB8AC3E}">
        <p14:creationId xmlns:p14="http://schemas.microsoft.com/office/powerpoint/2010/main" val="38572370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C1D86-C576-A2A1-FFE0-016E16EE8B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32619-DA19-D4AD-B0C6-E2D00FD9CBCA}"/>
              </a:ext>
            </a:extLst>
          </p:cNvPr>
          <p:cNvSpPr>
            <a:spLocks noGrp="1"/>
          </p:cNvSpPr>
          <p:nvPr>
            <p:ph type="title"/>
          </p:nvPr>
        </p:nvSpPr>
        <p:spPr/>
        <p:txBody>
          <a:bodyPr/>
          <a:lstStyle/>
          <a:p>
            <a:r>
              <a:rPr lang="es-AR" dirty="0"/>
              <a:t>Diseño del esquema: Enlazado o Embebido? – cont.</a:t>
            </a:r>
          </a:p>
        </p:txBody>
      </p:sp>
      <p:sp>
        <p:nvSpPr>
          <p:cNvPr id="3" name="Content Placeholder 2">
            <a:extLst>
              <a:ext uri="{FF2B5EF4-FFF2-40B4-BE49-F238E27FC236}">
                <a16:creationId xmlns:a16="http://schemas.microsoft.com/office/drawing/2014/main" id="{4775E26D-AAF1-A631-157A-88B9761E7C12}"/>
              </a:ext>
            </a:extLst>
          </p:cNvPr>
          <p:cNvSpPr>
            <a:spLocks noGrp="1"/>
          </p:cNvSpPr>
          <p:nvPr>
            <p:ph idx="1"/>
          </p:nvPr>
        </p:nvSpPr>
        <p:spPr/>
        <p:txBody>
          <a:bodyPr/>
          <a:lstStyle/>
          <a:p>
            <a:r>
              <a:rPr lang="es-AR" dirty="0"/>
              <a:t>¿Deseo que la mayor parte de la información de los datos esté enlazada?</a:t>
            </a:r>
          </a:p>
          <a:p>
            <a:r>
              <a:rPr lang="es-AR" dirty="0"/>
              <a:t>¿Necesito realizar búsquedas dentro de los datos enlazados?</a:t>
            </a:r>
          </a:p>
          <a:p>
            <a:r>
              <a:rPr lang="es-AR" dirty="0"/>
              <a:t>¿Con qué frecuencia cambiarán los datos enlazados?</a:t>
            </a:r>
          </a:p>
          <a:p>
            <a:r>
              <a:rPr lang="es-AR" dirty="0"/>
              <a:t>¿Los datos enlazados son compartidos o privados?</a:t>
            </a:r>
          </a:p>
        </p:txBody>
      </p:sp>
      <p:sp>
        <p:nvSpPr>
          <p:cNvPr id="4" name="Slide Number Placeholder 3">
            <a:extLst>
              <a:ext uri="{FF2B5EF4-FFF2-40B4-BE49-F238E27FC236}">
                <a16:creationId xmlns:a16="http://schemas.microsoft.com/office/drawing/2014/main" id="{127BDE09-4B5E-5AD7-7ADE-4750D4F2824B}"/>
              </a:ext>
            </a:extLst>
          </p:cNvPr>
          <p:cNvSpPr>
            <a:spLocks noGrp="1"/>
          </p:cNvSpPr>
          <p:nvPr>
            <p:ph type="sldNum" sz="quarter" idx="12"/>
          </p:nvPr>
        </p:nvSpPr>
        <p:spPr/>
        <p:txBody>
          <a:bodyPr/>
          <a:lstStyle/>
          <a:p>
            <a:pPr rtl="0"/>
            <a:fld id="{03DC2DEF-D2FE-4B45-ABA4-9F153FD1C98A}" type="slidenum">
              <a:rPr lang="es-ES" noProof="0" smtClean="0"/>
              <a:t>30</a:t>
            </a:fld>
            <a:endParaRPr lang="es-ES" noProof="0"/>
          </a:p>
        </p:txBody>
      </p:sp>
    </p:spTree>
    <p:extLst>
      <p:ext uri="{BB962C8B-B14F-4D97-AF65-F5344CB8AC3E}">
        <p14:creationId xmlns:p14="http://schemas.microsoft.com/office/powerpoint/2010/main" val="1635697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77F64-326C-D835-EA89-FA9B8F1193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343AF-C7C3-7BE0-DEAA-5E8F959DC163}"/>
              </a:ext>
            </a:extLst>
          </p:cNvPr>
          <p:cNvSpPr>
            <a:spLocks noGrp="1"/>
          </p:cNvSpPr>
          <p:nvPr>
            <p:ph type="title"/>
          </p:nvPr>
        </p:nvSpPr>
        <p:spPr/>
        <p:txBody>
          <a:bodyPr/>
          <a:lstStyle/>
          <a:p>
            <a:r>
              <a:rPr lang="es-AR" dirty="0"/>
              <a:t>Ejemplo: Películas y Revisiones</a:t>
            </a:r>
          </a:p>
        </p:txBody>
      </p:sp>
      <p:sp>
        <p:nvSpPr>
          <p:cNvPr id="4" name="Slide Number Placeholder 3">
            <a:extLst>
              <a:ext uri="{FF2B5EF4-FFF2-40B4-BE49-F238E27FC236}">
                <a16:creationId xmlns:a16="http://schemas.microsoft.com/office/drawing/2014/main" id="{1BDF46BA-FB75-66A6-2C35-4984EE8633EC}"/>
              </a:ext>
            </a:extLst>
          </p:cNvPr>
          <p:cNvSpPr>
            <a:spLocks noGrp="1"/>
          </p:cNvSpPr>
          <p:nvPr>
            <p:ph type="sldNum" sz="quarter" idx="12"/>
          </p:nvPr>
        </p:nvSpPr>
        <p:spPr/>
        <p:txBody>
          <a:bodyPr/>
          <a:lstStyle/>
          <a:p>
            <a:pPr rtl="0"/>
            <a:fld id="{03DC2DEF-D2FE-4B45-ABA4-9F153FD1C98A}" type="slidenum">
              <a:rPr lang="es-ES" noProof="0" smtClean="0"/>
              <a:t>31</a:t>
            </a:fld>
            <a:endParaRPr lang="es-ES" noProof="0"/>
          </a:p>
        </p:txBody>
      </p:sp>
      <p:sp>
        <p:nvSpPr>
          <p:cNvPr id="3" name="Google Shape;5303;p371">
            <a:extLst>
              <a:ext uri="{FF2B5EF4-FFF2-40B4-BE49-F238E27FC236}">
                <a16:creationId xmlns:a16="http://schemas.microsoft.com/office/drawing/2014/main" id="{5F7A3C83-E92A-2D05-E84C-80E56F8BF636}"/>
              </a:ext>
            </a:extLst>
          </p:cNvPr>
          <p:cNvSpPr/>
          <p:nvPr/>
        </p:nvSpPr>
        <p:spPr>
          <a:xfrm>
            <a:off x="1551825" y="2177116"/>
            <a:ext cx="1757100" cy="302400"/>
          </a:xfrm>
          <a:prstGeom prst="rect">
            <a:avLst/>
          </a:prstGeom>
          <a:noFill/>
          <a:ln w="19050" cap="flat" cmpd="sng">
            <a:solidFill>
              <a:srgbClr val="B3BBC1"/>
            </a:solidFill>
            <a:prstDash val="solid"/>
            <a:round/>
            <a:headEnd type="none" w="sm" len="sm"/>
            <a:tailEnd type="none" w="sm" len="sm"/>
          </a:ln>
        </p:spPr>
        <p:txBody>
          <a:bodyPr spcFirstLastPara="1" wrap="square" lIns="192000" tIns="91425" rIns="91425" bIns="91425" anchor="ctr" anchorCtr="0">
            <a:noAutofit/>
          </a:bodyPr>
          <a:lstStyle/>
          <a:p>
            <a:pPr marL="0" lvl="0" indent="0" algn="l" rtl="0">
              <a:spcBef>
                <a:spcPts val="0"/>
              </a:spcBef>
              <a:spcAft>
                <a:spcPts val="0"/>
              </a:spcAft>
              <a:buNone/>
            </a:pPr>
            <a:r>
              <a:rPr lang="en" sz="1200" b="1" dirty="0">
                <a:solidFill>
                  <a:srgbClr val="1A1A1A"/>
                </a:solidFill>
                <a:latin typeface="Lexend Deca Medium"/>
                <a:ea typeface="Lexend Deca Medium"/>
                <a:cs typeface="Lexend Deca Medium"/>
                <a:sym typeface="Lexend Deca Medium"/>
              </a:rPr>
              <a:t>movies</a:t>
            </a:r>
            <a:endParaRPr sz="1200" b="1" dirty="0">
              <a:solidFill>
                <a:srgbClr val="1A1A1A"/>
              </a:solidFill>
              <a:latin typeface="Lexend Deca Medium"/>
              <a:ea typeface="Lexend Deca Medium"/>
              <a:cs typeface="Lexend Deca Medium"/>
              <a:sym typeface="Lexend Deca Medium"/>
            </a:endParaRPr>
          </a:p>
        </p:txBody>
      </p:sp>
      <p:sp>
        <p:nvSpPr>
          <p:cNvPr id="5" name="Google Shape;5304;p371">
            <a:extLst>
              <a:ext uri="{FF2B5EF4-FFF2-40B4-BE49-F238E27FC236}">
                <a16:creationId xmlns:a16="http://schemas.microsoft.com/office/drawing/2014/main" id="{52C7B6D8-78E5-D174-5F47-333FA35D6E1A}"/>
              </a:ext>
            </a:extLst>
          </p:cNvPr>
          <p:cNvSpPr/>
          <p:nvPr/>
        </p:nvSpPr>
        <p:spPr>
          <a:xfrm>
            <a:off x="1551825" y="2479615"/>
            <a:ext cx="1757100" cy="3082800"/>
          </a:xfrm>
          <a:prstGeom prst="rect">
            <a:avLst/>
          </a:prstGeom>
          <a:noFill/>
          <a:ln w="19050" cap="flat" cmpd="sng">
            <a:solidFill>
              <a:srgbClr val="B3BBC1"/>
            </a:solidFill>
            <a:prstDash val="solid"/>
            <a:round/>
            <a:headEnd type="none" w="sm" len="sm"/>
            <a:tailEnd type="none" w="sm" len="sm"/>
          </a:ln>
        </p:spPr>
        <p:txBody>
          <a:bodyPr spcFirstLastPara="1" wrap="square" lIns="192000" tIns="137150" rIns="91425" bIns="91425" anchor="t" anchorCtr="0">
            <a:noAutofit/>
          </a:bodyPr>
          <a:lstStyle/>
          <a:p>
            <a:pPr marL="0" lvl="0" indent="0" algn="l" rtl="0">
              <a:spcBef>
                <a:spcPts val="0"/>
              </a:spcBef>
              <a:spcAft>
                <a:spcPts val="0"/>
              </a:spcAft>
              <a:buNone/>
            </a:pPr>
            <a:r>
              <a:rPr lang="en" sz="1100">
                <a:solidFill>
                  <a:srgbClr val="1A1A1A"/>
                </a:solidFill>
                <a:latin typeface="Lexend Deca Medium"/>
                <a:ea typeface="Lexend Deca Medium"/>
                <a:cs typeface="Lexend Deca Medium"/>
                <a:sym typeface="Lexend Deca Medium"/>
              </a:rPr>
              <a:t>title: &lt;string&gt;</a:t>
            </a:r>
            <a:endParaRPr sz="1100">
              <a:solidFill>
                <a:srgbClr val="1A1A1A"/>
              </a:solidFill>
              <a:latin typeface="Lexend Deca Medium"/>
              <a:ea typeface="Lexend Deca Medium"/>
              <a:cs typeface="Lexend Deca Medium"/>
              <a:sym typeface="Lexend Deca Medium"/>
            </a:endParaRPr>
          </a:p>
        </p:txBody>
      </p:sp>
      <p:sp>
        <p:nvSpPr>
          <p:cNvPr id="6" name="Google Shape;5305;p371">
            <a:extLst>
              <a:ext uri="{FF2B5EF4-FFF2-40B4-BE49-F238E27FC236}">
                <a16:creationId xmlns:a16="http://schemas.microsoft.com/office/drawing/2014/main" id="{257A4241-08F1-805A-3B17-CF8BEADFC221}"/>
              </a:ext>
            </a:extLst>
          </p:cNvPr>
          <p:cNvSpPr/>
          <p:nvPr/>
        </p:nvSpPr>
        <p:spPr>
          <a:xfrm>
            <a:off x="1714424" y="2841326"/>
            <a:ext cx="1431900" cy="3024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100">
                <a:solidFill>
                  <a:srgbClr val="1A1A1A"/>
                </a:solidFill>
                <a:latin typeface="Lexend Deca Medium"/>
                <a:ea typeface="Lexend Deca Medium"/>
                <a:cs typeface="Lexend Deca Medium"/>
                <a:sym typeface="Lexend Deca Medium"/>
              </a:rPr>
              <a:t>actors</a:t>
            </a:r>
            <a:endParaRPr sz="1100">
              <a:solidFill>
                <a:srgbClr val="13AA52"/>
              </a:solidFill>
              <a:latin typeface="Lexend Deca Medium"/>
              <a:ea typeface="Lexend Deca Medium"/>
              <a:cs typeface="Lexend Deca Medium"/>
              <a:sym typeface="Lexend Deca Medium"/>
            </a:endParaRPr>
          </a:p>
        </p:txBody>
      </p:sp>
      <p:sp>
        <p:nvSpPr>
          <p:cNvPr id="25" name="Google Shape;5306;p371">
            <a:extLst>
              <a:ext uri="{FF2B5EF4-FFF2-40B4-BE49-F238E27FC236}">
                <a16:creationId xmlns:a16="http://schemas.microsoft.com/office/drawing/2014/main" id="{6F8EDE4B-507F-9666-9D6C-417A8A62354C}"/>
              </a:ext>
            </a:extLst>
          </p:cNvPr>
          <p:cNvSpPr/>
          <p:nvPr/>
        </p:nvSpPr>
        <p:spPr>
          <a:xfrm>
            <a:off x="1714383" y="3143827"/>
            <a:ext cx="1431900" cy="5856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100">
                <a:solidFill>
                  <a:srgbClr val="1A1A1A"/>
                </a:solidFill>
                <a:latin typeface="Lexend Deca Medium"/>
                <a:ea typeface="Lexend Deca Medium"/>
                <a:cs typeface="Lexend Deca Medium"/>
                <a:sym typeface="Lexend Deca Medium"/>
              </a:rPr>
              <a:t>name: &lt;string&gt;</a:t>
            </a:r>
            <a:endParaRPr sz="1100">
              <a:solidFill>
                <a:srgbClr val="1A1A1A"/>
              </a:solidFill>
              <a:latin typeface="Lexend Deca Medium"/>
              <a:ea typeface="Lexend Deca Medium"/>
              <a:cs typeface="Lexend Deca Medium"/>
              <a:sym typeface="Lexend Deca Medium"/>
            </a:endParaRPr>
          </a:p>
          <a:p>
            <a:pPr marL="0" lvl="0" indent="0" algn="l" rtl="0">
              <a:lnSpc>
                <a:spcPct val="110000"/>
              </a:lnSpc>
              <a:spcBef>
                <a:spcPts val="200"/>
              </a:spcBef>
              <a:spcAft>
                <a:spcPts val="200"/>
              </a:spcAft>
              <a:buNone/>
            </a:pPr>
            <a:r>
              <a:rPr lang="en" sz="1100">
                <a:solidFill>
                  <a:srgbClr val="1A1A1A"/>
                </a:solidFill>
                <a:latin typeface="Lexend Deca Medium"/>
                <a:ea typeface="Lexend Deca Medium"/>
                <a:cs typeface="Lexend Deca Medium"/>
                <a:sym typeface="Lexend Deca Medium"/>
              </a:rPr>
              <a:t>role: &lt;string&gt;</a:t>
            </a:r>
            <a:endParaRPr sz="1100">
              <a:solidFill>
                <a:srgbClr val="1A1A1A"/>
              </a:solidFill>
              <a:latin typeface="Lexend Deca Medium"/>
              <a:ea typeface="Lexend Deca Medium"/>
              <a:cs typeface="Lexend Deca Medium"/>
              <a:sym typeface="Lexend Deca Medium"/>
            </a:endParaRPr>
          </a:p>
        </p:txBody>
      </p:sp>
      <p:sp>
        <p:nvSpPr>
          <p:cNvPr id="26" name="Google Shape;5307;p371">
            <a:extLst>
              <a:ext uri="{FF2B5EF4-FFF2-40B4-BE49-F238E27FC236}">
                <a16:creationId xmlns:a16="http://schemas.microsoft.com/office/drawing/2014/main" id="{5811F9D7-2B97-BACB-034A-86E0EFCC245E}"/>
              </a:ext>
            </a:extLst>
          </p:cNvPr>
          <p:cNvSpPr/>
          <p:nvPr/>
        </p:nvSpPr>
        <p:spPr>
          <a:xfrm>
            <a:off x="1714424" y="3880410"/>
            <a:ext cx="1431900" cy="3024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100">
                <a:solidFill>
                  <a:srgbClr val="1A1A1A"/>
                </a:solidFill>
                <a:latin typeface="Lexend Deca Medium"/>
                <a:ea typeface="Lexend Deca Medium"/>
                <a:cs typeface="Lexend Deca Medium"/>
                <a:sym typeface="Lexend Deca Medium"/>
              </a:rPr>
              <a:t>financials </a:t>
            </a:r>
            <a:endParaRPr sz="1100">
              <a:solidFill>
                <a:srgbClr val="13AA52"/>
              </a:solidFill>
              <a:latin typeface="Lexend Deca Medium"/>
              <a:ea typeface="Lexend Deca Medium"/>
              <a:cs typeface="Lexend Deca Medium"/>
              <a:sym typeface="Lexend Deca Medium"/>
            </a:endParaRPr>
          </a:p>
        </p:txBody>
      </p:sp>
      <p:sp>
        <p:nvSpPr>
          <p:cNvPr id="27" name="Google Shape;5308;p371">
            <a:extLst>
              <a:ext uri="{FF2B5EF4-FFF2-40B4-BE49-F238E27FC236}">
                <a16:creationId xmlns:a16="http://schemas.microsoft.com/office/drawing/2014/main" id="{42052116-C2E5-16F5-AD95-26693820AF7D}"/>
              </a:ext>
            </a:extLst>
          </p:cNvPr>
          <p:cNvSpPr/>
          <p:nvPr/>
        </p:nvSpPr>
        <p:spPr>
          <a:xfrm>
            <a:off x="1714383" y="4182910"/>
            <a:ext cx="1431900" cy="7698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100">
                <a:solidFill>
                  <a:srgbClr val="1A1A1A"/>
                </a:solidFill>
                <a:latin typeface="Lexend Deca Medium"/>
                <a:ea typeface="Lexend Deca Medium"/>
                <a:cs typeface="Lexend Deca Medium"/>
                <a:sym typeface="Lexend Deca Medium"/>
              </a:rPr>
              <a:t>salaries: &lt;decimal&gt;</a:t>
            </a:r>
            <a:endParaRPr sz="1100">
              <a:solidFill>
                <a:srgbClr val="1A1A1A"/>
              </a:solidFill>
              <a:latin typeface="Lexend Deca Medium"/>
              <a:ea typeface="Lexend Deca Medium"/>
              <a:cs typeface="Lexend Deca Medium"/>
              <a:sym typeface="Lexend Deca Medium"/>
            </a:endParaRPr>
          </a:p>
          <a:p>
            <a:pPr marL="0" lvl="0" indent="0" algn="l" rtl="0">
              <a:lnSpc>
                <a:spcPct val="110000"/>
              </a:lnSpc>
              <a:spcBef>
                <a:spcPts val="200"/>
              </a:spcBef>
              <a:spcAft>
                <a:spcPts val="0"/>
              </a:spcAft>
              <a:buNone/>
            </a:pPr>
            <a:r>
              <a:rPr lang="en" sz="1100">
                <a:solidFill>
                  <a:srgbClr val="1A1A1A"/>
                </a:solidFill>
                <a:latin typeface="Lexend Deca Medium"/>
                <a:ea typeface="Lexend Deca Medium"/>
                <a:cs typeface="Lexend Deca Medium"/>
                <a:sym typeface="Lexend Deca Medium"/>
              </a:rPr>
              <a:t>meal: &lt;decimal&gt;</a:t>
            </a:r>
            <a:endParaRPr sz="1100">
              <a:solidFill>
                <a:srgbClr val="1A1A1A"/>
              </a:solidFill>
              <a:latin typeface="Lexend Deca Medium"/>
              <a:ea typeface="Lexend Deca Medium"/>
              <a:cs typeface="Lexend Deca Medium"/>
              <a:sym typeface="Lexend Deca Medium"/>
            </a:endParaRPr>
          </a:p>
          <a:p>
            <a:pPr marL="0" lvl="0" indent="0" algn="l" rtl="0">
              <a:lnSpc>
                <a:spcPct val="110000"/>
              </a:lnSpc>
              <a:spcBef>
                <a:spcPts val="200"/>
              </a:spcBef>
              <a:spcAft>
                <a:spcPts val="0"/>
              </a:spcAft>
              <a:buNone/>
            </a:pPr>
            <a:endParaRPr sz="1100">
              <a:solidFill>
                <a:srgbClr val="1A1A1A"/>
              </a:solidFill>
              <a:latin typeface="Lexend Deca Medium"/>
              <a:ea typeface="Lexend Deca Medium"/>
              <a:cs typeface="Lexend Deca Medium"/>
              <a:sym typeface="Lexend Deca Medium"/>
            </a:endParaRPr>
          </a:p>
          <a:p>
            <a:pPr marL="0" lvl="0" indent="0" algn="l" rtl="0">
              <a:lnSpc>
                <a:spcPct val="110000"/>
              </a:lnSpc>
              <a:spcBef>
                <a:spcPts val="200"/>
              </a:spcBef>
              <a:spcAft>
                <a:spcPts val="200"/>
              </a:spcAft>
              <a:buNone/>
            </a:pPr>
            <a:r>
              <a:rPr lang="en" sz="1100">
                <a:solidFill>
                  <a:srgbClr val="1A1A1A"/>
                </a:solidFill>
                <a:latin typeface="Lexend Deca Medium"/>
                <a:ea typeface="Lexend Deca Medium"/>
                <a:cs typeface="Lexend Deca Medium"/>
                <a:sym typeface="Lexend Deca Medium"/>
              </a:rPr>
              <a:t>Last_update: &lt;date&gt;</a:t>
            </a:r>
            <a:endParaRPr sz="1100">
              <a:solidFill>
                <a:srgbClr val="1A1A1A"/>
              </a:solidFill>
              <a:latin typeface="Lexend Deca Medium"/>
              <a:ea typeface="Lexend Deca Medium"/>
              <a:cs typeface="Lexend Deca Medium"/>
              <a:sym typeface="Lexend Deca Medium"/>
            </a:endParaRPr>
          </a:p>
        </p:txBody>
      </p:sp>
      <p:sp>
        <p:nvSpPr>
          <p:cNvPr id="28" name="Google Shape;5309;p371">
            <a:extLst>
              <a:ext uri="{FF2B5EF4-FFF2-40B4-BE49-F238E27FC236}">
                <a16:creationId xmlns:a16="http://schemas.microsoft.com/office/drawing/2014/main" id="{A2AAEF8F-ECAA-EC82-147F-9B62B346DFC2}"/>
              </a:ext>
            </a:extLst>
          </p:cNvPr>
          <p:cNvSpPr/>
          <p:nvPr/>
        </p:nvSpPr>
        <p:spPr>
          <a:xfrm>
            <a:off x="5483398" y="2253316"/>
            <a:ext cx="1757100" cy="302400"/>
          </a:xfrm>
          <a:prstGeom prst="rect">
            <a:avLst/>
          </a:prstGeom>
          <a:noFill/>
          <a:ln w="19050" cap="flat" cmpd="sng">
            <a:solidFill>
              <a:srgbClr val="B3BBC1"/>
            </a:solidFill>
            <a:prstDash val="solid"/>
            <a:round/>
            <a:headEnd type="none" w="sm" len="sm"/>
            <a:tailEnd type="none" w="sm" len="sm"/>
          </a:ln>
        </p:spPr>
        <p:txBody>
          <a:bodyPr spcFirstLastPara="1" wrap="square" lIns="192000" tIns="91425" rIns="91425" bIns="91425" anchor="ctr" anchorCtr="0">
            <a:noAutofit/>
          </a:bodyPr>
          <a:lstStyle/>
          <a:p>
            <a:pPr marL="0" lvl="0" indent="0" algn="l" rtl="0">
              <a:spcBef>
                <a:spcPts val="0"/>
              </a:spcBef>
              <a:spcAft>
                <a:spcPts val="0"/>
              </a:spcAft>
              <a:buNone/>
            </a:pPr>
            <a:r>
              <a:rPr lang="en" sz="1200" b="1" dirty="0">
                <a:solidFill>
                  <a:srgbClr val="1A1A1A"/>
                </a:solidFill>
                <a:latin typeface="Lexend Deca Medium"/>
                <a:ea typeface="Lexend Deca Medium"/>
                <a:cs typeface="Lexend Deca Medium"/>
                <a:sym typeface="Lexend Deca Medium"/>
              </a:rPr>
              <a:t>reviews</a:t>
            </a:r>
            <a:endParaRPr sz="1200" b="1" dirty="0">
              <a:solidFill>
                <a:srgbClr val="1A1A1A"/>
              </a:solidFill>
              <a:latin typeface="Lexend Deca Medium"/>
              <a:ea typeface="Lexend Deca Medium"/>
              <a:cs typeface="Lexend Deca Medium"/>
              <a:sym typeface="Lexend Deca Medium"/>
            </a:endParaRPr>
          </a:p>
        </p:txBody>
      </p:sp>
      <p:sp>
        <p:nvSpPr>
          <p:cNvPr id="29" name="Google Shape;5310;p371">
            <a:extLst>
              <a:ext uri="{FF2B5EF4-FFF2-40B4-BE49-F238E27FC236}">
                <a16:creationId xmlns:a16="http://schemas.microsoft.com/office/drawing/2014/main" id="{7B137172-97E5-0A85-7FCD-B0AAEDE3BACF}"/>
              </a:ext>
            </a:extLst>
          </p:cNvPr>
          <p:cNvSpPr/>
          <p:nvPr/>
        </p:nvSpPr>
        <p:spPr>
          <a:xfrm>
            <a:off x="5483398" y="2555826"/>
            <a:ext cx="1757100" cy="789000"/>
          </a:xfrm>
          <a:prstGeom prst="rect">
            <a:avLst/>
          </a:prstGeom>
          <a:noFill/>
          <a:ln w="19050" cap="flat" cmpd="sng">
            <a:solidFill>
              <a:srgbClr val="B3BBC1"/>
            </a:solidFill>
            <a:prstDash val="solid"/>
            <a:round/>
            <a:headEnd type="none" w="sm" len="sm"/>
            <a:tailEnd type="none" w="sm" len="sm"/>
          </a:ln>
        </p:spPr>
        <p:txBody>
          <a:bodyPr spcFirstLastPara="1" wrap="square" lIns="192000" tIns="137150" rIns="91425" bIns="91425" anchor="t" anchorCtr="0">
            <a:noAutofit/>
          </a:bodyPr>
          <a:lstStyle/>
          <a:p>
            <a:pPr marL="0" lvl="0" indent="0" algn="l" rtl="0">
              <a:lnSpc>
                <a:spcPct val="110000"/>
              </a:lnSpc>
              <a:spcBef>
                <a:spcPts val="0"/>
              </a:spcBef>
              <a:spcAft>
                <a:spcPts val="0"/>
              </a:spcAft>
              <a:buNone/>
            </a:pPr>
            <a:r>
              <a:rPr lang="en" sz="1100">
                <a:solidFill>
                  <a:srgbClr val="1A1A1A"/>
                </a:solidFill>
                <a:latin typeface="Lexend Deca Medium"/>
                <a:ea typeface="Lexend Deca Medium"/>
                <a:cs typeface="Lexend Deca Medium"/>
                <a:sym typeface="Lexend Deca Medium"/>
              </a:rPr>
              <a:t>date: &lt;date&gt;</a:t>
            </a:r>
            <a:endParaRPr sz="1100">
              <a:solidFill>
                <a:srgbClr val="1A1A1A"/>
              </a:solidFill>
              <a:latin typeface="Lexend Deca Medium"/>
              <a:ea typeface="Lexend Deca Medium"/>
              <a:cs typeface="Lexend Deca Medium"/>
              <a:sym typeface="Lexend Deca Medium"/>
            </a:endParaRPr>
          </a:p>
          <a:p>
            <a:pPr marL="0" lvl="0" indent="0" algn="l" rtl="0">
              <a:lnSpc>
                <a:spcPct val="110000"/>
              </a:lnSpc>
              <a:spcBef>
                <a:spcPts val="200"/>
              </a:spcBef>
              <a:spcAft>
                <a:spcPts val="0"/>
              </a:spcAft>
              <a:buNone/>
            </a:pPr>
            <a:r>
              <a:rPr lang="en" sz="1100">
                <a:solidFill>
                  <a:srgbClr val="1A1A1A"/>
                </a:solidFill>
                <a:latin typeface="Lexend Deca Medium"/>
                <a:ea typeface="Lexend Deca Medium"/>
                <a:cs typeface="Lexend Deca Medium"/>
                <a:sym typeface="Lexend Deca Medium"/>
              </a:rPr>
              <a:t>publisher: &lt;string&gt;</a:t>
            </a:r>
            <a:endParaRPr sz="1100">
              <a:solidFill>
                <a:srgbClr val="1A1A1A"/>
              </a:solidFill>
              <a:latin typeface="Lexend Deca Medium"/>
              <a:ea typeface="Lexend Deca Medium"/>
              <a:cs typeface="Lexend Deca Medium"/>
              <a:sym typeface="Lexend Deca Medium"/>
            </a:endParaRPr>
          </a:p>
          <a:p>
            <a:pPr marL="0" lvl="0" indent="0" algn="l" rtl="0">
              <a:lnSpc>
                <a:spcPct val="110000"/>
              </a:lnSpc>
              <a:spcBef>
                <a:spcPts val="200"/>
              </a:spcBef>
              <a:spcAft>
                <a:spcPts val="200"/>
              </a:spcAft>
              <a:buNone/>
            </a:pPr>
            <a:r>
              <a:rPr lang="en" sz="1100">
                <a:solidFill>
                  <a:srgbClr val="1A1A1A"/>
                </a:solidFill>
                <a:latin typeface="Lexend Deca Medium"/>
                <a:ea typeface="Lexend Deca Medium"/>
                <a:cs typeface="Lexend Deca Medium"/>
                <a:sym typeface="Lexend Deca Medium"/>
              </a:rPr>
              <a:t>stars: &lt;int&gt;</a:t>
            </a:r>
            <a:endParaRPr sz="1100">
              <a:solidFill>
                <a:srgbClr val="1A1A1A"/>
              </a:solidFill>
              <a:latin typeface="Lexend Deca Medium"/>
              <a:ea typeface="Lexend Deca Medium"/>
              <a:cs typeface="Lexend Deca Medium"/>
              <a:sym typeface="Lexend Deca Medium"/>
            </a:endParaRPr>
          </a:p>
        </p:txBody>
      </p:sp>
      <p:sp>
        <p:nvSpPr>
          <p:cNvPr id="30" name="Google Shape;5312;p371">
            <a:extLst>
              <a:ext uri="{FF2B5EF4-FFF2-40B4-BE49-F238E27FC236}">
                <a16:creationId xmlns:a16="http://schemas.microsoft.com/office/drawing/2014/main" id="{752CD006-0402-406A-1D6A-B3EE721492BE}"/>
              </a:ext>
            </a:extLst>
          </p:cNvPr>
          <p:cNvSpPr txBox="1">
            <a:spLocks/>
          </p:cNvSpPr>
          <p:nvPr/>
        </p:nvSpPr>
        <p:spPr>
          <a:xfrm>
            <a:off x="5479788" y="1610515"/>
            <a:ext cx="2265900" cy="391200"/>
          </a:xfrm>
          <a:prstGeom prst="rect">
            <a:avLst/>
          </a:prstGeom>
          <a:noFill/>
          <a:ln>
            <a:noFill/>
          </a:ln>
        </p:spPr>
        <p:txBody>
          <a:bodyPr spcFirstLastPara="1" vert="horz" wrap="square" lIns="0" tIns="0" rIns="0" bIns="0" rtlCol="0" anchor="b" anchorCtr="0">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spcBef>
                <a:spcPts val="0"/>
              </a:spcBef>
              <a:buSzPts val="4000"/>
            </a:pPr>
            <a:r>
              <a:rPr lang="es-AR" sz="2000" dirty="0">
                <a:latin typeface="Lexend Deca Light"/>
                <a:ea typeface="Lexend Deca Light"/>
                <a:cs typeface="Lexend Deca Light"/>
                <a:sym typeface="Lexend Deca Light"/>
              </a:rPr>
              <a:t>Enlazados</a:t>
            </a:r>
          </a:p>
        </p:txBody>
      </p:sp>
      <p:pic>
        <p:nvPicPr>
          <p:cNvPr id="31" name="Google Shape;5313;p371">
            <a:extLst>
              <a:ext uri="{FF2B5EF4-FFF2-40B4-BE49-F238E27FC236}">
                <a16:creationId xmlns:a16="http://schemas.microsoft.com/office/drawing/2014/main" id="{F030C170-6E14-DC80-A718-BA5858C3A0FB}"/>
              </a:ext>
            </a:extLst>
          </p:cNvPr>
          <p:cNvPicPr preferRelativeResize="0"/>
          <p:nvPr/>
        </p:nvPicPr>
        <p:blipFill>
          <a:blip r:embed="rId2">
            <a:alphaModFix/>
          </a:blip>
          <a:stretch>
            <a:fillRect/>
          </a:stretch>
        </p:blipFill>
        <p:spPr>
          <a:xfrm>
            <a:off x="3897650" y="2270040"/>
            <a:ext cx="942500" cy="1011325"/>
          </a:xfrm>
          <a:prstGeom prst="rect">
            <a:avLst/>
          </a:prstGeom>
          <a:noFill/>
          <a:ln>
            <a:noFill/>
          </a:ln>
        </p:spPr>
      </p:pic>
      <p:sp>
        <p:nvSpPr>
          <p:cNvPr id="32" name="Google Shape;5312;p371">
            <a:extLst>
              <a:ext uri="{FF2B5EF4-FFF2-40B4-BE49-F238E27FC236}">
                <a16:creationId xmlns:a16="http://schemas.microsoft.com/office/drawing/2014/main" id="{28A2545E-E02C-9E90-364F-673C42711289}"/>
              </a:ext>
            </a:extLst>
          </p:cNvPr>
          <p:cNvSpPr txBox="1">
            <a:spLocks/>
          </p:cNvSpPr>
          <p:nvPr/>
        </p:nvSpPr>
        <p:spPr>
          <a:xfrm>
            <a:off x="1513832" y="1606036"/>
            <a:ext cx="2265900" cy="391200"/>
          </a:xfrm>
          <a:prstGeom prst="rect">
            <a:avLst/>
          </a:prstGeom>
          <a:noFill/>
          <a:ln>
            <a:noFill/>
          </a:ln>
        </p:spPr>
        <p:txBody>
          <a:bodyPr spcFirstLastPara="1" vert="horz" wrap="square" lIns="0" tIns="0" rIns="0" bIns="0" rtlCol="0" anchor="b" anchorCtr="0">
            <a:no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a:spcBef>
                <a:spcPts val="0"/>
              </a:spcBef>
              <a:buSzPts val="4000"/>
            </a:pPr>
            <a:r>
              <a:rPr lang="es-AR" sz="2000" dirty="0">
                <a:latin typeface="Lexend Deca Light"/>
                <a:ea typeface="Lexend Deca Light"/>
                <a:cs typeface="Lexend Deca Light"/>
                <a:sym typeface="Lexend Deca Light"/>
              </a:rPr>
              <a:t>Embebidos</a:t>
            </a:r>
          </a:p>
        </p:txBody>
      </p:sp>
    </p:spTree>
    <p:extLst>
      <p:ext uri="{BB962C8B-B14F-4D97-AF65-F5344CB8AC3E}">
        <p14:creationId xmlns:p14="http://schemas.microsoft.com/office/powerpoint/2010/main" val="236627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2EAAAEC3-7C34-317F-EA4D-CD0DEA3D90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92B6E1-6AC0-6344-4FCF-0BE677BA03CE}"/>
              </a:ext>
            </a:extLst>
          </p:cNvPr>
          <p:cNvSpPr>
            <a:spLocks noGrp="1"/>
          </p:cNvSpPr>
          <p:nvPr>
            <p:ph idx="1"/>
          </p:nvPr>
        </p:nvSpPr>
        <p:spPr/>
        <p:txBody>
          <a:bodyPr>
            <a:normAutofit/>
          </a:bodyPr>
          <a:lstStyle/>
          <a:p>
            <a:pPr marL="0" indent="0">
              <a:buNone/>
            </a:pPr>
            <a:r>
              <a:rPr lang="es-AR" sz="4400" b="1" dirty="0">
                <a:solidFill>
                  <a:schemeClr val="bg1"/>
                </a:solidFill>
              </a:rPr>
              <a:t>Relaciones</a:t>
            </a:r>
          </a:p>
        </p:txBody>
      </p:sp>
      <p:sp>
        <p:nvSpPr>
          <p:cNvPr id="4" name="Slide Number Placeholder 3">
            <a:extLst>
              <a:ext uri="{FF2B5EF4-FFF2-40B4-BE49-F238E27FC236}">
                <a16:creationId xmlns:a16="http://schemas.microsoft.com/office/drawing/2014/main" id="{CEF23B62-B9F2-DFB0-97E2-C1D93E7CBB06}"/>
              </a:ext>
            </a:extLst>
          </p:cNvPr>
          <p:cNvSpPr>
            <a:spLocks noGrp="1"/>
          </p:cNvSpPr>
          <p:nvPr>
            <p:ph type="sldNum" sz="quarter" idx="12"/>
          </p:nvPr>
        </p:nvSpPr>
        <p:spPr/>
        <p:txBody>
          <a:bodyPr/>
          <a:lstStyle/>
          <a:p>
            <a:pPr rtl="0"/>
            <a:fld id="{03DC2DEF-D2FE-4B45-ABA4-9F153FD1C98A}" type="slidenum">
              <a:rPr lang="es-ES" noProof="0" smtClean="0"/>
              <a:t>32</a:t>
            </a:fld>
            <a:endParaRPr lang="es-ES" noProof="0"/>
          </a:p>
        </p:txBody>
      </p:sp>
    </p:spTree>
    <p:extLst>
      <p:ext uri="{BB962C8B-B14F-4D97-AF65-F5344CB8AC3E}">
        <p14:creationId xmlns:p14="http://schemas.microsoft.com/office/powerpoint/2010/main" val="32870080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78A6F391-679D-CA58-C3D9-13A97108118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DD581F-6F8E-CA35-24AA-3F9F3A0BCFE5}"/>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5DA7027A-FC96-9990-B895-28111CA5D66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8A36F57D-4470-C3A3-2B9E-AF8AAEB25994}"/>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3FF6E240-B4ED-93E4-0607-CF7D766E851E}"/>
              </a:ext>
            </a:extLst>
          </p:cNvPr>
          <p:cNvSpPr txBox="1">
            <a:spLocks/>
          </p:cNvSpPr>
          <p:nvPr/>
        </p:nvSpPr>
        <p:spPr>
          <a:xfrm>
            <a:off x="6330469" y="1424875"/>
            <a:ext cx="5724526" cy="1063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200" b="1" i="0" u="none" strike="noStrike" kern="1200" cap="none" spc="0" normalizeH="0" baseline="0" noProof="0" dirty="0">
                <a:ln>
                  <a:noFill/>
                </a:ln>
                <a:solidFill>
                  <a:srgbClr val="32363F"/>
                </a:solidFill>
                <a:effectLst/>
                <a:uLnTx/>
                <a:uFillTx/>
                <a:latin typeface="Calibri"/>
                <a:ea typeface="+mn-ea"/>
                <a:cs typeface="+mn-cs"/>
              </a:rPr>
              <a:t>Relaciones y Modelado de Datos</a:t>
            </a:r>
          </a:p>
        </p:txBody>
      </p:sp>
      <p:sp>
        <p:nvSpPr>
          <p:cNvPr id="3" name="Google Shape;5163;p356">
            <a:extLst>
              <a:ext uri="{FF2B5EF4-FFF2-40B4-BE49-F238E27FC236}">
                <a16:creationId xmlns:a16="http://schemas.microsoft.com/office/drawing/2014/main" id="{5363A479-DFD3-C273-F0C0-C02241D92FC0}"/>
              </a:ext>
            </a:extLst>
          </p:cNvPr>
          <p:cNvSpPr txBox="1"/>
          <p:nvPr/>
        </p:nvSpPr>
        <p:spPr>
          <a:xfrm>
            <a:off x="532799" y="1060799"/>
            <a:ext cx="5426196" cy="3043367"/>
          </a:xfrm>
          <a:prstGeom prst="rect">
            <a:avLst/>
          </a:prstGeom>
          <a:noFill/>
          <a:ln>
            <a:noFill/>
          </a:ln>
        </p:spPr>
        <p:txBody>
          <a:bodyPr spcFirstLastPara="1" wrap="square" lIns="0" tIns="0" rIns="0" bIns="0" anchor="ctr" anchorCtr="0">
            <a:noAutofit/>
          </a:bodyPr>
          <a:lstStyle/>
          <a:p>
            <a:pPr marL="0" lvl="0" indent="0" algn="l" rtl="0">
              <a:lnSpc>
                <a:spcPct val="150000"/>
              </a:lnSpc>
              <a:spcBef>
                <a:spcPts val="0"/>
              </a:spcBef>
              <a:spcAft>
                <a:spcPts val="0"/>
              </a:spcAft>
              <a:buNone/>
            </a:pPr>
            <a:r>
              <a:rPr lang="es-AR" sz="2800" dirty="0">
                <a:solidFill>
                  <a:schemeClr val="bg1"/>
                </a:solidFill>
                <a:latin typeface="+mj-lt"/>
                <a:ea typeface="Source Code Pro"/>
                <a:cs typeface="Source Code Pro"/>
                <a:sym typeface="Source Code Pro"/>
              </a:rPr>
              <a:t>Uno a Uno (1:1)</a:t>
            </a:r>
          </a:p>
          <a:p>
            <a:pPr marL="0" lvl="0" indent="0" algn="l" rtl="0">
              <a:lnSpc>
                <a:spcPct val="150000"/>
              </a:lnSpc>
              <a:spcBef>
                <a:spcPts val="0"/>
              </a:spcBef>
              <a:spcAft>
                <a:spcPts val="0"/>
              </a:spcAft>
              <a:buNone/>
            </a:pPr>
            <a:r>
              <a:rPr lang="es-AR" sz="2800" dirty="0">
                <a:solidFill>
                  <a:schemeClr val="bg1"/>
                </a:solidFill>
                <a:latin typeface="+mj-lt"/>
                <a:ea typeface="Source Code Pro"/>
                <a:cs typeface="Source Code Pro"/>
                <a:sym typeface="Source Code Pro"/>
              </a:rPr>
              <a:t>Uno a Muchos (1:N)</a:t>
            </a:r>
          </a:p>
          <a:p>
            <a:pPr marL="0" lvl="0" indent="0" algn="l" rtl="0">
              <a:lnSpc>
                <a:spcPct val="150000"/>
              </a:lnSpc>
              <a:spcBef>
                <a:spcPts val="0"/>
              </a:spcBef>
              <a:spcAft>
                <a:spcPts val="0"/>
              </a:spcAft>
              <a:buNone/>
            </a:pPr>
            <a:r>
              <a:rPr lang="es-AR" sz="2800" dirty="0">
                <a:solidFill>
                  <a:schemeClr val="bg1"/>
                </a:solidFill>
                <a:latin typeface="+mj-lt"/>
                <a:ea typeface="Source Code Pro"/>
                <a:cs typeface="Source Code Pro"/>
                <a:sym typeface="Source Code Pro"/>
              </a:rPr>
              <a:t>Muchos a Muchos (N:N)</a:t>
            </a:r>
            <a:endParaRPr sz="2800" dirty="0">
              <a:solidFill>
                <a:schemeClr val="bg1"/>
              </a:solidFill>
              <a:latin typeface="+mj-lt"/>
              <a:ea typeface="Source Code Pro"/>
              <a:cs typeface="Source Code Pro"/>
              <a:sym typeface="Source Code Pro"/>
            </a:endParaRPr>
          </a:p>
        </p:txBody>
      </p:sp>
    </p:spTree>
    <p:extLst>
      <p:ext uri="{BB962C8B-B14F-4D97-AF65-F5344CB8AC3E}">
        <p14:creationId xmlns:p14="http://schemas.microsoft.com/office/powerpoint/2010/main" val="312934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031C4B58-9392-EEA5-8130-584F673048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581FF6-6969-B270-FFA3-F07F96A54D70}"/>
              </a:ext>
            </a:extLst>
          </p:cNvPr>
          <p:cNvSpPr>
            <a:spLocks noGrp="1"/>
          </p:cNvSpPr>
          <p:nvPr>
            <p:ph idx="1"/>
          </p:nvPr>
        </p:nvSpPr>
        <p:spPr/>
        <p:txBody>
          <a:bodyPr>
            <a:normAutofit/>
          </a:bodyPr>
          <a:lstStyle/>
          <a:p>
            <a:pPr marL="0" indent="0">
              <a:buNone/>
            </a:pPr>
            <a:r>
              <a:rPr lang="es-AR" sz="4000" b="1" dirty="0">
                <a:solidFill>
                  <a:schemeClr val="bg1"/>
                </a:solidFill>
              </a:rPr>
              <a:t>Relaciones</a:t>
            </a:r>
          </a:p>
        </p:txBody>
      </p:sp>
      <p:sp>
        <p:nvSpPr>
          <p:cNvPr id="4" name="Slide Number Placeholder 3">
            <a:extLst>
              <a:ext uri="{FF2B5EF4-FFF2-40B4-BE49-F238E27FC236}">
                <a16:creationId xmlns:a16="http://schemas.microsoft.com/office/drawing/2014/main" id="{DA7D5382-67A7-2948-9CCA-AB514D3C49DD}"/>
              </a:ext>
            </a:extLst>
          </p:cNvPr>
          <p:cNvSpPr>
            <a:spLocks noGrp="1"/>
          </p:cNvSpPr>
          <p:nvPr>
            <p:ph type="sldNum" sz="quarter" idx="12"/>
          </p:nvPr>
        </p:nvSpPr>
        <p:spPr/>
        <p:txBody>
          <a:bodyPr/>
          <a:lstStyle/>
          <a:p>
            <a:pPr rtl="0"/>
            <a:fld id="{03DC2DEF-D2FE-4B45-ABA4-9F153FD1C98A}" type="slidenum">
              <a:rPr lang="es-ES" noProof="0" smtClean="0"/>
              <a:t>34</a:t>
            </a:fld>
            <a:endParaRPr lang="es-ES" noProof="0"/>
          </a:p>
        </p:txBody>
      </p:sp>
      <p:sp>
        <p:nvSpPr>
          <p:cNvPr id="2" name="Google Shape;5331;p374">
            <a:extLst>
              <a:ext uri="{FF2B5EF4-FFF2-40B4-BE49-F238E27FC236}">
                <a16:creationId xmlns:a16="http://schemas.microsoft.com/office/drawing/2014/main" id="{B8782479-2E60-1BDD-D3E5-023C947A1BC3}"/>
              </a:ext>
            </a:extLst>
          </p:cNvPr>
          <p:cNvSpPr txBox="1"/>
          <p:nvPr/>
        </p:nvSpPr>
        <p:spPr>
          <a:xfrm>
            <a:off x="1599906" y="2161030"/>
            <a:ext cx="9918994" cy="2187687"/>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n"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Uno a Uno (1:1)</a:t>
            </a:r>
            <a:endParaRPr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l" rtl="0">
              <a:lnSpc>
                <a:spcPct val="110000"/>
              </a:lnSpc>
              <a:spcBef>
                <a:spcPts val="1000"/>
              </a:spcBef>
              <a:spcAft>
                <a:spcPts val="1000"/>
              </a:spcAft>
              <a:buNone/>
            </a:pPr>
            <a:r>
              <a:rPr lang="en"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Una relación uno a uno se representa y almacena en un simple documento, esto sería típicamente datos como el nombre de una persona y el id de cliente. </a:t>
            </a:r>
            <a:endParaRP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
        <p:nvSpPr>
          <p:cNvPr id="5" name="Google Shape;5333;p374">
            <a:extLst>
              <a:ext uri="{FF2B5EF4-FFF2-40B4-BE49-F238E27FC236}">
                <a16:creationId xmlns:a16="http://schemas.microsoft.com/office/drawing/2014/main" id="{0E4FC4B1-A62D-73BB-264D-8139E126688C}"/>
              </a:ext>
            </a:extLst>
          </p:cNvPr>
          <p:cNvSpPr/>
          <p:nvPr/>
        </p:nvSpPr>
        <p:spPr>
          <a:xfrm>
            <a:off x="3940139" y="4868541"/>
            <a:ext cx="2012700" cy="4476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customers</a:t>
            </a:r>
            <a:endParaRPr>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6" name="Google Shape;5334;p374">
            <a:extLst>
              <a:ext uri="{FF2B5EF4-FFF2-40B4-BE49-F238E27FC236}">
                <a16:creationId xmlns:a16="http://schemas.microsoft.com/office/drawing/2014/main" id="{64471C7C-95E7-DB2C-A7D2-6FE62B8C423A}"/>
              </a:ext>
            </a:extLst>
          </p:cNvPr>
          <p:cNvSpPr/>
          <p:nvPr/>
        </p:nvSpPr>
        <p:spPr>
          <a:xfrm>
            <a:off x="3940081" y="5316175"/>
            <a:ext cx="2012700" cy="8664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6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name</a:t>
            </a:r>
            <a:endParaRPr sz="16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6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customer_id</a:t>
            </a:r>
            <a:endParaRPr sz="16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Tree>
    <p:extLst>
      <p:ext uri="{BB962C8B-B14F-4D97-AF65-F5344CB8AC3E}">
        <p14:creationId xmlns:p14="http://schemas.microsoft.com/office/powerpoint/2010/main" val="4082034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347D8DC3-0588-6AA6-0C21-FB3D468163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F3856-EE93-D1A5-A8AE-792D945E4B7D}"/>
              </a:ext>
            </a:extLst>
          </p:cNvPr>
          <p:cNvSpPr>
            <a:spLocks noGrp="1"/>
          </p:cNvSpPr>
          <p:nvPr>
            <p:ph idx="1"/>
          </p:nvPr>
        </p:nvSpPr>
        <p:spPr/>
        <p:txBody>
          <a:bodyPr>
            <a:normAutofit/>
          </a:bodyPr>
          <a:lstStyle/>
          <a:p>
            <a:pPr marL="0" indent="0">
              <a:buNone/>
            </a:pPr>
            <a:r>
              <a:rPr lang="es-AR" sz="4000" b="1" dirty="0">
                <a:solidFill>
                  <a:schemeClr val="bg1"/>
                </a:solidFill>
              </a:rPr>
              <a:t>Uno a Uno (1:1)</a:t>
            </a:r>
          </a:p>
        </p:txBody>
      </p:sp>
      <p:sp>
        <p:nvSpPr>
          <p:cNvPr id="4" name="Slide Number Placeholder 3">
            <a:extLst>
              <a:ext uri="{FF2B5EF4-FFF2-40B4-BE49-F238E27FC236}">
                <a16:creationId xmlns:a16="http://schemas.microsoft.com/office/drawing/2014/main" id="{4902EB05-33E1-0488-75B8-20B62C60E500}"/>
              </a:ext>
            </a:extLst>
          </p:cNvPr>
          <p:cNvSpPr>
            <a:spLocks noGrp="1"/>
          </p:cNvSpPr>
          <p:nvPr>
            <p:ph type="sldNum" sz="quarter" idx="12"/>
          </p:nvPr>
        </p:nvSpPr>
        <p:spPr/>
        <p:txBody>
          <a:bodyPr/>
          <a:lstStyle/>
          <a:p>
            <a:pPr rtl="0"/>
            <a:fld id="{03DC2DEF-D2FE-4B45-ABA4-9F153FD1C98A}" type="slidenum">
              <a:rPr lang="es-ES" noProof="0" smtClean="0"/>
              <a:t>35</a:t>
            </a:fld>
            <a:endParaRPr lang="es-ES" noProof="0"/>
          </a:p>
        </p:txBody>
      </p:sp>
      <p:sp>
        <p:nvSpPr>
          <p:cNvPr id="2" name="Google Shape;5331;p374">
            <a:extLst>
              <a:ext uri="{FF2B5EF4-FFF2-40B4-BE49-F238E27FC236}">
                <a16:creationId xmlns:a16="http://schemas.microsoft.com/office/drawing/2014/main" id="{C944C43B-53E9-DC17-A2D3-332C6A958B78}"/>
              </a:ext>
            </a:extLst>
          </p:cNvPr>
          <p:cNvSpPr txBox="1"/>
          <p:nvPr/>
        </p:nvSpPr>
        <p:spPr>
          <a:xfrm>
            <a:off x="1599906" y="2161030"/>
            <a:ext cx="9918994" cy="2187687"/>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s-AR" sz="3200" b="1"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Escenario</a:t>
            </a:r>
            <a:endParaRPr sz="3200" b="1"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l" rtl="0">
              <a:lnSpc>
                <a:spcPct val="110000"/>
              </a:lnSpc>
              <a:spcBef>
                <a:spcPts val="1000"/>
              </a:spcBef>
              <a:spcAft>
                <a:spcPts val="1000"/>
              </a:spcAft>
              <a:buNone/>
            </a:pPr>
            <a:r>
              <a:rPr lang="es-A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Debes establecer las relaciones entre clientes y direcciones. En este ejemplo, tendrás que visualizar una entidad de datos en el contexto de la otra.</a:t>
            </a:r>
            <a:r>
              <a:rPr lang="en"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 </a:t>
            </a:r>
            <a:endParaRP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Tree>
    <p:extLst>
      <p:ext uri="{BB962C8B-B14F-4D97-AF65-F5344CB8AC3E}">
        <p14:creationId xmlns:p14="http://schemas.microsoft.com/office/powerpoint/2010/main" val="29662759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C200225A-965B-8917-1604-B521BEEE70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EA4FAC-A767-CC46-8985-28F2DB55123D}"/>
              </a:ext>
            </a:extLst>
          </p:cNvPr>
          <p:cNvSpPr>
            <a:spLocks noGrp="1"/>
          </p:cNvSpPr>
          <p:nvPr>
            <p:ph idx="1"/>
          </p:nvPr>
        </p:nvSpPr>
        <p:spPr/>
        <p:txBody>
          <a:bodyPr>
            <a:normAutofit/>
          </a:bodyPr>
          <a:lstStyle/>
          <a:p>
            <a:pPr marL="0" indent="0">
              <a:buNone/>
            </a:pPr>
            <a:r>
              <a:rPr lang="es-AR" sz="4000" b="1" dirty="0">
                <a:solidFill>
                  <a:schemeClr val="bg1"/>
                </a:solidFill>
              </a:rPr>
              <a:t>Relaciones</a:t>
            </a:r>
          </a:p>
        </p:txBody>
      </p:sp>
      <p:sp>
        <p:nvSpPr>
          <p:cNvPr id="4" name="Slide Number Placeholder 3">
            <a:extLst>
              <a:ext uri="{FF2B5EF4-FFF2-40B4-BE49-F238E27FC236}">
                <a16:creationId xmlns:a16="http://schemas.microsoft.com/office/drawing/2014/main" id="{19B3C463-D1E4-AC43-0D1B-60735C02DC8C}"/>
              </a:ext>
            </a:extLst>
          </p:cNvPr>
          <p:cNvSpPr>
            <a:spLocks noGrp="1"/>
          </p:cNvSpPr>
          <p:nvPr>
            <p:ph type="sldNum" sz="quarter" idx="12"/>
          </p:nvPr>
        </p:nvSpPr>
        <p:spPr/>
        <p:txBody>
          <a:bodyPr/>
          <a:lstStyle/>
          <a:p>
            <a:pPr rtl="0"/>
            <a:fld id="{03DC2DEF-D2FE-4B45-ABA4-9F153FD1C98A}" type="slidenum">
              <a:rPr lang="es-ES" noProof="0" smtClean="0"/>
              <a:t>36</a:t>
            </a:fld>
            <a:endParaRPr lang="es-ES" noProof="0"/>
          </a:p>
        </p:txBody>
      </p:sp>
      <p:sp>
        <p:nvSpPr>
          <p:cNvPr id="2" name="Google Shape;5331;p374">
            <a:extLst>
              <a:ext uri="{FF2B5EF4-FFF2-40B4-BE49-F238E27FC236}">
                <a16:creationId xmlns:a16="http://schemas.microsoft.com/office/drawing/2014/main" id="{FACDC044-882E-F3CA-CA1F-44D1A748969B}"/>
              </a:ext>
            </a:extLst>
          </p:cNvPr>
          <p:cNvSpPr txBox="1"/>
          <p:nvPr/>
        </p:nvSpPr>
        <p:spPr>
          <a:xfrm>
            <a:off x="1599906" y="2161031"/>
            <a:ext cx="9918994" cy="1804914"/>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n"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Uno a Muchos (1:N)</a:t>
            </a:r>
            <a:endParaRPr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l" rtl="0">
              <a:lnSpc>
                <a:spcPct val="110000"/>
              </a:lnSpc>
              <a:spcBef>
                <a:spcPts val="1000"/>
              </a:spcBef>
              <a:spcAft>
                <a:spcPts val="1000"/>
              </a:spcAft>
              <a:buNone/>
            </a:pPr>
            <a:r>
              <a:rPr lang="en"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Una relación uno a muchos se puede considerar cuando un objeto de un tipo dado se asocia con N objetos del segundo tipo. </a:t>
            </a:r>
            <a:endParaRP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
        <p:nvSpPr>
          <p:cNvPr id="7" name="Google Shape;5348;p376">
            <a:extLst>
              <a:ext uri="{FF2B5EF4-FFF2-40B4-BE49-F238E27FC236}">
                <a16:creationId xmlns:a16="http://schemas.microsoft.com/office/drawing/2014/main" id="{5C655A3F-87A2-7183-CD54-C414D9CBF0FC}"/>
              </a:ext>
            </a:extLst>
          </p:cNvPr>
          <p:cNvSpPr/>
          <p:nvPr/>
        </p:nvSpPr>
        <p:spPr>
          <a:xfrm>
            <a:off x="4161094" y="4669716"/>
            <a:ext cx="1769100" cy="3981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6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customers</a:t>
            </a:r>
            <a:endParaRPr sz="16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8" name="Google Shape;5349;p376">
            <a:extLst>
              <a:ext uri="{FF2B5EF4-FFF2-40B4-BE49-F238E27FC236}">
                <a16:creationId xmlns:a16="http://schemas.microsoft.com/office/drawing/2014/main" id="{A78539BB-3F53-A8E8-302E-48D3897BFC6D}"/>
              </a:ext>
            </a:extLst>
          </p:cNvPr>
          <p:cNvSpPr/>
          <p:nvPr/>
        </p:nvSpPr>
        <p:spPr>
          <a:xfrm>
            <a:off x="4161043" y="5067841"/>
            <a:ext cx="1769100" cy="7707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4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name</a:t>
            </a:r>
            <a:endParaRPr sz="14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4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customer_id</a:t>
            </a:r>
            <a:endParaRPr sz="1400" dirty="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cxnSp>
        <p:nvCxnSpPr>
          <p:cNvPr id="9" name="Google Shape;5350;p376">
            <a:extLst>
              <a:ext uri="{FF2B5EF4-FFF2-40B4-BE49-F238E27FC236}">
                <a16:creationId xmlns:a16="http://schemas.microsoft.com/office/drawing/2014/main" id="{CBDEA179-D456-E356-4953-B6032552BFAB}"/>
              </a:ext>
            </a:extLst>
          </p:cNvPr>
          <p:cNvCxnSpPr/>
          <p:nvPr/>
        </p:nvCxnSpPr>
        <p:spPr>
          <a:xfrm>
            <a:off x="5936907" y="5445956"/>
            <a:ext cx="548100" cy="0"/>
          </a:xfrm>
          <a:prstGeom prst="straightConnector1">
            <a:avLst/>
          </a:prstGeom>
          <a:noFill/>
          <a:ln w="19050" cap="flat" cmpd="sng">
            <a:solidFill>
              <a:srgbClr val="B3BBC1"/>
            </a:solidFill>
            <a:prstDash val="solid"/>
            <a:round/>
            <a:headEnd type="none" w="med" len="med"/>
            <a:tailEnd type="none" w="med" len="med"/>
          </a:ln>
        </p:spPr>
      </p:cxnSp>
      <p:cxnSp>
        <p:nvCxnSpPr>
          <p:cNvPr id="10" name="Google Shape;5351;p376">
            <a:extLst>
              <a:ext uri="{FF2B5EF4-FFF2-40B4-BE49-F238E27FC236}">
                <a16:creationId xmlns:a16="http://schemas.microsoft.com/office/drawing/2014/main" id="{8A5BEF79-DCD7-B3E1-433E-7CBC04AA351F}"/>
              </a:ext>
            </a:extLst>
          </p:cNvPr>
          <p:cNvCxnSpPr/>
          <p:nvPr/>
        </p:nvCxnSpPr>
        <p:spPr>
          <a:xfrm rot="10800000" flipH="1">
            <a:off x="6288477" y="5265801"/>
            <a:ext cx="203100" cy="171300"/>
          </a:xfrm>
          <a:prstGeom prst="straightConnector1">
            <a:avLst/>
          </a:prstGeom>
          <a:noFill/>
          <a:ln w="19050" cap="flat" cmpd="sng">
            <a:solidFill>
              <a:srgbClr val="B3BBC1"/>
            </a:solidFill>
            <a:prstDash val="solid"/>
            <a:round/>
            <a:headEnd type="none" w="med" len="med"/>
            <a:tailEnd type="none" w="med" len="med"/>
          </a:ln>
        </p:spPr>
      </p:cxnSp>
      <p:cxnSp>
        <p:nvCxnSpPr>
          <p:cNvPr id="11" name="Google Shape;5352;p376">
            <a:extLst>
              <a:ext uri="{FF2B5EF4-FFF2-40B4-BE49-F238E27FC236}">
                <a16:creationId xmlns:a16="http://schemas.microsoft.com/office/drawing/2014/main" id="{64FF6150-22CE-9E5A-F1DC-0470EEC221ED}"/>
              </a:ext>
            </a:extLst>
          </p:cNvPr>
          <p:cNvCxnSpPr/>
          <p:nvPr/>
        </p:nvCxnSpPr>
        <p:spPr>
          <a:xfrm>
            <a:off x="6275454" y="5447492"/>
            <a:ext cx="203100" cy="171300"/>
          </a:xfrm>
          <a:prstGeom prst="straightConnector1">
            <a:avLst/>
          </a:prstGeom>
          <a:noFill/>
          <a:ln w="19050" cap="flat" cmpd="sng">
            <a:solidFill>
              <a:srgbClr val="B3BBC1"/>
            </a:solidFill>
            <a:prstDash val="solid"/>
            <a:round/>
            <a:headEnd type="none" w="med" len="med"/>
            <a:tailEnd type="none" w="med" len="med"/>
          </a:ln>
        </p:spPr>
      </p:cxnSp>
      <p:sp>
        <p:nvSpPr>
          <p:cNvPr id="12" name="Google Shape;5353;p376">
            <a:extLst>
              <a:ext uri="{FF2B5EF4-FFF2-40B4-BE49-F238E27FC236}">
                <a16:creationId xmlns:a16="http://schemas.microsoft.com/office/drawing/2014/main" id="{C4A2B86C-83CC-708A-B99F-867DB4134909}"/>
              </a:ext>
            </a:extLst>
          </p:cNvPr>
          <p:cNvSpPr/>
          <p:nvPr/>
        </p:nvSpPr>
        <p:spPr>
          <a:xfrm>
            <a:off x="6491712" y="4495375"/>
            <a:ext cx="1769100" cy="3981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6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invoices</a:t>
            </a:r>
            <a:endParaRPr sz="16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3" name="Google Shape;5354;p376">
            <a:extLst>
              <a:ext uri="{FF2B5EF4-FFF2-40B4-BE49-F238E27FC236}">
                <a16:creationId xmlns:a16="http://schemas.microsoft.com/office/drawing/2014/main" id="{328A8692-954E-02F9-1032-473854B72DE3}"/>
              </a:ext>
            </a:extLst>
          </p:cNvPr>
          <p:cNvSpPr/>
          <p:nvPr/>
        </p:nvSpPr>
        <p:spPr>
          <a:xfrm>
            <a:off x="6491673" y="4893488"/>
            <a:ext cx="1769100" cy="10503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invoice_id</a:t>
            </a:r>
            <a:endParaRPr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4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customer_id</a:t>
            </a:r>
            <a:endParaRPr sz="14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products[]</a:t>
            </a:r>
            <a:endParaRPr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Tree>
    <p:extLst>
      <p:ext uri="{BB962C8B-B14F-4D97-AF65-F5344CB8AC3E}">
        <p14:creationId xmlns:p14="http://schemas.microsoft.com/office/powerpoint/2010/main" val="32721654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6F1B3FAB-539A-AE26-206A-A65C6685BE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B2ECBA-DB57-1F81-8B88-C969708E7C4E}"/>
              </a:ext>
            </a:extLst>
          </p:cNvPr>
          <p:cNvSpPr>
            <a:spLocks noGrp="1"/>
          </p:cNvSpPr>
          <p:nvPr>
            <p:ph idx="1"/>
          </p:nvPr>
        </p:nvSpPr>
        <p:spPr/>
        <p:txBody>
          <a:bodyPr>
            <a:normAutofit/>
          </a:bodyPr>
          <a:lstStyle/>
          <a:p>
            <a:pPr marL="0" indent="0">
              <a:buNone/>
            </a:pPr>
            <a:r>
              <a:rPr lang="es-AR" sz="4000" b="1" dirty="0">
                <a:solidFill>
                  <a:schemeClr val="bg1"/>
                </a:solidFill>
              </a:rPr>
              <a:t>Uno a Muchos (1:N)</a:t>
            </a:r>
          </a:p>
        </p:txBody>
      </p:sp>
      <p:sp>
        <p:nvSpPr>
          <p:cNvPr id="4" name="Slide Number Placeholder 3">
            <a:extLst>
              <a:ext uri="{FF2B5EF4-FFF2-40B4-BE49-F238E27FC236}">
                <a16:creationId xmlns:a16="http://schemas.microsoft.com/office/drawing/2014/main" id="{D9157D5E-61E6-A028-79EE-5F7A16F49D2C}"/>
              </a:ext>
            </a:extLst>
          </p:cNvPr>
          <p:cNvSpPr>
            <a:spLocks noGrp="1"/>
          </p:cNvSpPr>
          <p:nvPr>
            <p:ph type="sldNum" sz="quarter" idx="12"/>
          </p:nvPr>
        </p:nvSpPr>
        <p:spPr/>
        <p:txBody>
          <a:bodyPr/>
          <a:lstStyle/>
          <a:p>
            <a:pPr rtl="0"/>
            <a:fld id="{03DC2DEF-D2FE-4B45-ABA4-9F153FD1C98A}" type="slidenum">
              <a:rPr lang="es-ES" noProof="0" smtClean="0"/>
              <a:t>37</a:t>
            </a:fld>
            <a:endParaRPr lang="es-ES" noProof="0"/>
          </a:p>
        </p:txBody>
      </p:sp>
      <p:sp>
        <p:nvSpPr>
          <p:cNvPr id="2" name="Google Shape;5331;p374">
            <a:extLst>
              <a:ext uri="{FF2B5EF4-FFF2-40B4-BE49-F238E27FC236}">
                <a16:creationId xmlns:a16="http://schemas.microsoft.com/office/drawing/2014/main" id="{1BF3930B-0180-665A-9713-B6A62306227C}"/>
              </a:ext>
            </a:extLst>
          </p:cNvPr>
          <p:cNvSpPr txBox="1"/>
          <p:nvPr/>
        </p:nvSpPr>
        <p:spPr>
          <a:xfrm>
            <a:off x="1599906" y="2161030"/>
            <a:ext cx="9918994" cy="2634254"/>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s-AR" sz="3200" b="1"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Escenario</a:t>
            </a:r>
            <a:endParaRPr sz="3200" b="1"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l" rtl="0">
              <a:lnSpc>
                <a:spcPct val="110000"/>
              </a:lnSpc>
              <a:spcBef>
                <a:spcPts val="1000"/>
              </a:spcBef>
              <a:spcAft>
                <a:spcPts val="1000"/>
              </a:spcAft>
              <a:buNone/>
            </a:pPr>
            <a:r>
              <a:rPr lang="es-A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Debes establecer las relaciones entre editor y libro. Supongamos que tienes los mismos datos de editor para el mismo libro. Embeber el documento [editor] dentro del documento [libro] daría lugar a información repetida del editor.</a:t>
            </a:r>
            <a:endParaRP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Tree>
    <p:extLst>
      <p:ext uri="{BB962C8B-B14F-4D97-AF65-F5344CB8AC3E}">
        <p14:creationId xmlns:p14="http://schemas.microsoft.com/office/powerpoint/2010/main" val="4421664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36B5C19B-7E92-F663-9B76-2E4DB31E56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82FB0C-9894-CC33-6228-0ED9E423AE07}"/>
              </a:ext>
            </a:extLst>
          </p:cNvPr>
          <p:cNvSpPr>
            <a:spLocks noGrp="1"/>
          </p:cNvSpPr>
          <p:nvPr>
            <p:ph idx="1"/>
          </p:nvPr>
        </p:nvSpPr>
        <p:spPr/>
        <p:txBody>
          <a:bodyPr>
            <a:normAutofit/>
          </a:bodyPr>
          <a:lstStyle/>
          <a:p>
            <a:pPr marL="0" indent="0">
              <a:buNone/>
            </a:pPr>
            <a:r>
              <a:rPr lang="es-AR" sz="4000" b="1" dirty="0">
                <a:solidFill>
                  <a:schemeClr val="bg1"/>
                </a:solidFill>
              </a:rPr>
              <a:t>Relaciones</a:t>
            </a:r>
          </a:p>
        </p:txBody>
      </p:sp>
      <p:sp>
        <p:nvSpPr>
          <p:cNvPr id="4" name="Slide Number Placeholder 3">
            <a:extLst>
              <a:ext uri="{FF2B5EF4-FFF2-40B4-BE49-F238E27FC236}">
                <a16:creationId xmlns:a16="http://schemas.microsoft.com/office/drawing/2014/main" id="{6F1C16E8-4517-1490-84D2-4DD6E3E9E8CA}"/>
              </a:ext>
            </a:extLst>
          </p:cNvPr>
          <p:cNvSpPr>
            <a:spLocks noGrp="1"/>
          </p:cNvSpPr>
          <p:nvPr>
            <p:ph type="sldNum" sz="quarter" idx="12"/>
          </p:nvPr>
        </p:nvSpPr>
        <p:spPr/>
        <p:txBody>
          <a:bodyPr/>
          <a:lstStyle/>
          <a:p>
            <a:pPr rtl="0"/>
            <a:fld id="{03DC2DEF-D2FE-4B45-ABA4-9F153FD1C98A}" type="slidenum">
              <a:rPr lang="es-ES" noProof="0" smtClean="0"/>
              <a:t>38</a:t>
            </a:fld>
            <a:endParaRPr lang="es-ES" noProof="0"/>
          </a:p>
        </p:txBody>
      </p:sp>
      <p:sp>
        <p:nvSpPr>
          <p:cNvPr id="2" name="Google Shape;5331;p374">
            <a:extLst>
              <a:ext uri="{FF2B5EF4-FFF2-40B4-BE49-F238E27FC236}">
                <a16:creationId xmlns:a16="http://schemas.microsoft.com/office/drawing/2014/main" id="{5A823770-FD83-309B-5E13-B1170476DADE}"/>
              </a:ext>
            </a:extLst>
          </p:cNvPr>
          <p:cNvSpPr txBox="1"/>
          <p:nvPr/>
        </p:nvSpPr>
        <p:spPr>
          <a:xfrm>
            <a:off x="1599906" y="2161031"/>
            <a:ext cx="5949210" cy="1804914"/>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n"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Muchos a Muchos (M:N)</a:t>
            </a:r>
            <a:endParaRPr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l" rtl="0">
              <a:lnSpc>
                <a:spcPct val="110000"/>
              </a:lnSpc>
              <a:spcBef>
                <a:spcPts val="1000"/>
              </a:spcBef>
              <a:spcAft>
                <a:spcPts val="1000"/>
              </a:spcAft>
              <a:buNone/>
            </a:pPr>
            <a:r>
              <a:rPr lang="en"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Una relación muchos a muchos entre dos entidades es cuando ambias podrían tener varias relaciones entre ellas. </a:t>
            </a:r>
            <a:endParaRP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
        <p:nvSpPr>
          <p:cNvPr id="5" name="Google Shape;5372;p379">
            <a:extLst>
              <a:ext uri="{FF2B5EF4-FFF2-40B4-BE49-F238E27FC236}">
                <a16:creationId xmlns:a16="http://schemas.microsoft.com/office/drawing/2014/main" id="{C8A77454-9BC7-DD79-D9CD-C24004172C50}"/>
              </a:ext>
            </a:extLst>
          </p:cNvPr>
          <p:cNvSpPr/>
          <p:nvPr/>
        </p:nvSpPr>
        <p:spPr>
          <a:xfrm>
            <a:off x="7549163" y="2332874"/>
            <a:ext cx="1645500" cy="3465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customers</a:t>
            </a:r>
            <a:endParaRPr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6" name="Google Shape;5373;p379">
            <a:extLst>
              <a:ext uri="{FF2B5EF4-FFF2-40B4-BE49-F238E27FC236}">
                <a16:creationId xmlns:a16="http://schemas.microsoft.com/office/drawing/2014/main" id="{06152B09-6B3A-009B-A745-B147B5CA25F8}"/>
              </a:ext>
            </a:extLst>
          </p:cNvPr>
          <p:cNvSpPr/>
          <p:nvPr/>
        </p:nvSpPr>
        <p:spPr>
          <a:xfrm>
            <a:off x="7549116" y="2679408"/>
            <a:ext cx="1645500" cy="6708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name</a:t>
            </a:r>
            <a:endParaRPr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customer_id</a:t>
            </a:r>
            <a:endParaRPr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cxnSp>
        <p:nvCxnSpPr>
          <p:cNvPr id="14" name="Google Shape;5374;p379">
            <a:extLst>
              <a:ext uri="{FF2B5EF4-FFF2-40B4-BE49-F238E27FC236}">
                <a16:creationId xmlns:a16="http://schemas.microsoft.com/office/drawing/2014/main" id="{A4E59DE1-3F22-D4A9-54B4-57EACB6472BA}"/>
              </a:ext>
            </a:extLst>
          </p:cNvPr>
          <p:cNvCxnSpPr/>
          <p:nvPr/>
        </p:nvCxnSpPr>
        <p:spPr>
          <a:xfrm>
            <a:off x="9213038" y="2999501"/>
            <a:ext cx="509700" cy="0"/>
          </a:xfrm>
          <a:prstGeom prst="straightConnector1">
            <a:avLst/>
          </a:prstGeom>
          <a:noFill/>
          <a:ln w="19050" cap="flat" cmpd="sng">
            <a:solidFill>
              <a:srgbClr val="B3BBC1"/>
            </a:solidFill>
            <a:prstDash val="solid"/>
            <a:round/>
            <a:headEnd type="none" w="med" len="med"/>
            <a:tailEnd type="none" w="med" len="med"/>
          </a:ln>
        </p:spPr>
      </p:cxnSp>
      <p:cxnSp>
        <p:nvCxnSpPr>
          <p:cNvPr id="15" name="Google Shape;5375;p379">
            <a:extLst>
              <a:ext uri="{FF2B5EF4-FFF2-40B4-BE49-F238E27FC236}">
                <a16:creationId xmlns:a16="http://schemas.microsoft.com/office/drawing/2014/main" id="{0B9A2F5A-D760-FED6-22B9-D3018BE8A939}"/>
              </a:ext>
            </a:extLst>
          </p:cNvPr>
          <p:cNvCxnSpPr/>
          <p:nvPr/>
        </p:nvCxnSpPr>
        <p:spPr>
          <a:xfrm rot="10800000" flipH="1">
            <a:off x="9527936" y="2851719"/>
            <a:ext cx="189000" cy="149100"/>
          </a:xfrm>
          <a:prstGeom prst="straightConnector1">
            <a:avLst/>
          </a:prstGeom>
          <a:noFill/>
          <a:ln w="19050" cap="flat" cmpd="sng">
            <a:solidFill>
              <a:srgbClr val="B3BBC1"/>
            </a:solidFill>
            <a:prstDash val="solid"/>
            <a:round/>
            <a:headEnd type="none" w="med" len="med"/>
            <a:tailEnd type="none" w="med" len="med"/>
          </a:ln>
        </p:spPr>
      </p:cxnSp>
      <p:cxnSp>
        <p:nvCxnSpPr>
          <p:cNvPr id="16" name="Google Shape;5376;p379">
            <a:extLst>
              <a:ext uri="{FF2B5EF4-FFF2-40B4-BE49-F238E27FC236}">
                <a16:creationId xmlns:a16="http://schemas.microsoft.com/office/drawing/2014/main" id="{4FCCBD08-BB73-900E-BE55-09CA8A57FCB9}"/>
              </a:ext>
            </a:extLst>
          </p:cNvPr>
          <p:cNvCxnSpPr/>
          <p:nvPr/>
        </p:nvCxnSpPr>
        <p:spPr>
          <a:xfrm>
            <a:off x="9527936" y="3000838"/>
            <a:ext cx="189000" cy="149100"/>
          </a:xfrm>
          <a:prstGeom prst="straightConnector1">
            <a:avLst/>
          </a:prstGeom>
          <a:noFill/>
          <a:ln w="19050" cap="flat" cmpd="sng">
            <a:solidFill>
              <a:srgbClr val="B3BBC1"/>
            </a:solidFill>
            <a:prstDash val="solid"/>
            <a:round/>
            <a:headEnd type="none" w="med" len="med"/>
            <a:tailEnd type="none" w="med" len="med"/>
          </a:ln>
        </p:spPr>
      </p:cxnSp>
      <p:sp>
        <p:nvSpPr>
          <p:cNvPr id="17" name="Google Shape;5377;p379">
            <a:extLst>
              <a:ext uri="{FF2B5EF4-FFF2-40B4-BE49-F238E27FC236}">
                <a16:creationId xmlns:a16="http://schemas.microsoft.com/office/drawing/2014/main" id="{B0E5020F-24DD-E039-2F0E-32D67BD9DA55}"/>
              </a:ext>
            </a:extLst>
          </p:cNvPr>
          <p:cNvSpPr/>
          <p:nvPr/>
        </p:nvSpPr>
        <p:spPr>
          <a:xfrm>
            <a:off x="9716975" y="2181124"/>
            <a:ext cx="1645500" cy="3465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invoices</a:t>
            </a:r>
            <a:endParaRPr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8" name="Google Shape;5378;p379">
            <a:extLst>
              <a:ext uri="{FF2B5EF4-FFF2-40B4-BE49-F238E27FC236}">
                <a16:creationId xmlns:a16="http://schemas.microsoft.com/office/drawing/2014/main" id="{467BA94B-385C-04A5-C8F6-F183A342EC15}"/>
              </a:ext>
            </a:extLst>
          </p:cNvPr>
          <p:cNvSpPr/>
          <p:nvPr/>
        </p:nvSpPr>
        <p:spPr>
          <a:xfrm>
            <a:off x="9716938" y="2527649"/>
            <a:ext cx="1645500" cy="9141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2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invoice_id</a:t>
            </a:r>
            <a:endParaRPr sz="12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0"/>
              </a:spcAft>
              <a:buNone/>
            </a:pPr>
            <a:r>
              <a:rPr lang="en"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customer_id</a:t>
            </a:r>
            <a:endParaRPr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2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products[]</a:t>
            </a:r>
            <a:endParaRPr sz="12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
        <p:nvSpPr>
          <p:cNvPr id="19" name="Google Shape;5379;p379">
            <a:extLst>
              <a:ext uri="{FF2B5EF4-FFF2-40B4-BE49-F238E27FC236}">
                <a16:creationId xmlns:a16="http://schemas.microsoft.com/office/drawing/2014/main" id="{0C6396F9-6307-D6A1-C806-6E4D4630DD49}"/>
              </a:ext>
            </a:extLst>
          </p:cNvPr>
          <p:cNvSpPr/>
          <p:nvPr/>
        </p:nvSpPr>
        <p:spPr>
          <a:xfrm>
            <a:off x="9716968" y="3962712"/>
            <a:ext cx="1645500" cy="346500"/>
          </a:xfrm>
          <a:prstGeom prst="rect">
            <a:avLst/>
          </a:prstGeom>
          <a:noFill/>
          <a:ln w="19050" cap="flat" cmpd="sng">
            <a:solidFill>
              <a:srgbClr val="B3BBC1"/>
            </a:solidFill>
            <a:prstDash val="solid"/>
            <a:round/>
            <a:headEnd type="none" w="sm" len="sm"/>
            <a:tailEnd type="none" w="sm" len="sm"/>
          </a:ln>
        </p:spPr>
        <p:txBody>
          <a:bodyPr spcFirstLastPara="1" wrap="square" lIns="182875" tIns="0" rIns="0" bIns="0" anchor="ctr" anchorCtr="0">
            <a:noAutofit/>
          </a:bodyPr>
          <a:lstStyle/>
          <a:p>
            <a:pPr marL="0" lvl="0" indent="0" algn="l" rtl="0">
              <a:spcBef>
                <a:spcPts val="0"/>
              </a:spcBef>
              <a:spcAft>
                <a:spcPts val="0"/>
              </a:spcAft>
              <a:buNone/>
            </a:pPr>
            <a:r>
              <a:rPr lang="en"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products</a:t>
            </a:r>
            <a:endParaRPr sz="14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cxnSp>
        <p:nvCxnSpPr>
          <p:cNvPr id="20" name="Google Shape;5380;p379">
            <a:extLst>
              <a:ext uri="{FF2B5EF4-FFF2-40B4-BE49-F238E27FC236}">
                <a16:creationId xmlns:a16="http://schemas.microsoft.com/office/drawing/2014/main" id="{17D66DED-F270-DBE4-0E38-C2926F13F265}"/>
              </a:ext>
            </a:extLst>
          </p:cNvPr>
          <p:cNvCxnSpPr/>
          <p:nvPr/>
        </p:nvCxnSpPr>
        <p:spPr>
          <a:xfrm rot="16200000">
            <a:off x="10194030" y="3707854"/>
            <a:ext cx="509700" cy="0"/>
          </a:xfrm>
          <a:prstGeom prst="straightConnector1">
            <a:avLst/>
          </a:prstGeom>
          <a:noFill/>
          <a:ln w="19050" cap="flat" cmpd="sng">
            <a:solidFill>
              <a:srgbClr val="B3BBC1"/>
            </a:solidFill>
            <a:prstDash val="solid"/>
            <a:round/>
            <a:headEnd type="none" w="med" len="med"/>
            <a:tailEnd type="none" w="med" len="med"/>
          </a:ln>
        </p:spPr>
      </p:cxnSp>
      <p:cxnSp>
        <p:nvCxnSpPr>
          <p:cNvPr id="21" name="Google Shape;5381;p379">
            <a:extLst>
              <a:ext uri="{FF2B5EF4-FFF2-40B4-BE49-F238E27FC236}">
                <a16:creationId xmlns:a16="http://schemas.microsoft.com/office/drawing/2014/main" id="{A2B69C2C-44CF-6B0E-E659-2A5E364AE901}"/>
              </a:ext>
            </a:extLst>
          </p:cNvPr>
          <p:cNvCxnSpPr/>
          <p:nvPr/>
        </p:nvCxnSpPr>
        <p:spPr>
          <a:xfrm rot="5400000" flipH="1">
            <a:off x="10281147" y="3478756"/>
            <a:ext cx="189000" cy="149100"/>
          </a:xfrm>
          <a:prstGeom prst="straightConnector1">
            <a:avLst/>
          </a:prstGeom>
          <a:noFill/>
          <a:ln w="19050" cap="flat" cmpd="sng">
            <a:solidFill>
              <a:srgbClr val="B3BBC1"/>
            </a:solidFill>
            <a:prstDash val="solid"/>
            <a:round/>
            <a:headEnd type="none" w="med" len="med"/>
            <a:tailEnd type="none" w="med" len="med"/>
          </a:ln>
        </p:spPr>
      </p:cxnSp>
      <p:cxnSp>
        <p:nvCxnSpPr>
          <p:cNvPr id="22" name="Google Shape;5382;p379">
            <a:extLst>
              <a:ext uri="{FF2B5EF4-FFF2-40B4-BE49-F238E27FC236}">
                <a16:creationId xmlns:a16="http://schemas.microsoft.com/office/drawing/2014/main" id="{5A58EF12-6873-F8B1-AEC6-9E7EBED7F235}"/>
              </a:ext>
            </a:extLst>
          </p:cNvPr>
          <p:cNvCxnSpPr/>
          <p:nvPr/>
        </p:nvCxnSpPr>
        <p:spPr>
          <a:xfrm rot="16200000">
            <a:off x="10430266" y="3478756"/>
            <a:ext cx="189000" cy="149100"/>
          </a:xfrm>
          <a:prstGeom prst="straightConnector1">
            <a:avLst/>
          </a:prstGeom>
          <a:noFill/>
          <a:ln w="19050" cap="flat" cmpd="sng">
            <a:solidFill>
              <a:srgbClr val="B3BBC1"/>
            </a:solidFill>
            <a:prstDash val="solid"/>
            <a:round/>
            <a:headEnd type="none" w="med" len="med"/>
            <a:tailEnd type="none" w="med" len="med"/>
          </a:ln>
        </p:spPr>
      </p:cxnSp>
      <p:cxnSp>
        <p:nvCxnSpPr>
          <p:cNvPr id="23" name="Google Shape;5383;p379">
            <a:extLst>
              <a:ext uri="{FF2B5EF4-FFF2-40B4-BE49-F238E27FC236}">
                <a16:creationId xmlns:a16="http://schemas.microsoft.com/office/drawing/2014/main" id="{E9B10A00-D384-AA79-3EC8-EF0CD9F1BF9A}"/>
              </a:ext>
            </a:extLst>
          </p:cNvPr>
          <p:cNvCxnSpPr/>
          <p:nvPr/>
        </p:nvCxnSpPr>
        <p:spPr>
          <a:xfrm rot="16200000" flipH="1">
            <a:off x="10428929" y="3796336"/>
            <a:ext cx="189000" cy="149100"/>
          </a:xfrm>
          <a:prstGeom prst="straightConnector1">
            <a:avLst/>
          </a:prstGeom>
          <a:noFill/>
          <a:ln w="19050" cap="flat" cmpd="sng">
            <a:solidFill>
              <a:srgbClr val="B3BBC1"/>
            </a:solidFill>
            <a:prstDash val="solid"/>
            <a:round/>
            <a:headEnd type="none" w="med" len="med"/>
            <a:tailEnd type="none" w="med" len="med"/>
          </a:ln>
        </p:spPr>
      </p:cxnSp>
      <p:cxnSp>
        <p:nvCxnSpPr>
          <p:cNvPr id="24" name="Google Shape;5384;p379">
            <a:extLst>
              <a:ext uri="{FF2B5EF4-FFF2-40B4-BE49-F238E27FC236}">
                <a16:creationId xmlns:a16="http://schemas.microsoft.com/office/drawing/2014/main" id="{B6D0A5B6-524F-8E5F-8FF2-3581CE3AEF28}"/>
              </a:ext>
            </a:extLst>
          </p:cNvPr>
          <p:cNvCxnSpPr/>
          <p:nvPr/>
        </p:nvCxnSpPr>
        <p:spPr>
          <a:xfrm rot="5400000">
            <a:off x="10279810" y="3796336"/>
            <a:ext cx="189000" cy="149100"/>
          </a:xfrm>
          <a:prstGeom prst="straightConnector1">
            <a:avLst/>
          </a:prstGeom>
          <a:noFill/>
          <a:ln w="19050" cap="flat" cmpd="sng">
            <a:solidFill>
              <a:srgbClr val="B3BBC1"/>
            </a:solidFill>
            <a:prstDash val="solid"/>
            <a:round/>
            <a:headEnd type="none" w="med" len="med"/>
            <a:tailEnd type="none" w="med" len="med"/>
          </a:ln>
        </p:spPr>
      </p:cxnSp>
      <p:sp>
        <p:nvSpPr>
          <p:cNvPr id="25" name="Google Shape;5385;p379">
            <a:extLst>
              <a:ext uri="{FF2B5EF4-FFF2-40B4-BE49-F238E27FC236}">
                <a16:creationId xmlns:a16="http://schemas.microsoft.com/office/drawing/2014/main" id="{2BBA83BF-FE13-DC18-578C-C37AD0FE2BEE}"/>
              </a:ext>
            </a:extLst>
          </p:cNvPr>
          <p:cNvSpPr/>
          <p:nvPr/>
        </p:nvSpPr>
        <p:spPr>
          <a:xfrm>
            <a:off x="9716921" y="4309222"/>
            <a:ext cx="1645500" cy="670800"/>
          </a:xfrm>
          <a:prstGeom prst="rect">
            <a:avLst/>
          </a:prstGeom>
          <a:noFill/>
          <a:ln w="19050" cap="flat" cmpd="sng">
            <a:solidFill>
              <a:srgbClr val="B3BBC1"/>
            </a:solidFill>
            <a:prstDash val="solid"/>
            <a:round/>
            <a:headEnd type="none" w="sm" len="sm"/>
            <a:tailEnd type="none" w="sm" len="sm"/>
          </a:ln>
        </p:spPr>
        <p:txBody>
          <a:bodyPr spcFirstLastPara="1" wrap="square" lIns="182875" tIns="137150" rIns="0" bIns="0" anchor="t" anchorCtr="0">
            <a:noAutofit/>
          </a:bodyPr>
          <a:lstStyle/>
          <a:p>
            <a:pPr marL="0" lvl="0" indent="0" algn="l" rtl="0">
              <a:lnSpc>
                <a:spcPct val="110000"/>
              </a:lnSpc>
              <a:spcBef>
                <a:spcPts val="0"/>
              </a:spcBef>
              <a:spcAft>
                <a:spcPts val="0"/>
              </a:spcAft>
              <a:buNone/>
            </a:pPr>
            <a:r>
              <a:rPr lang="en"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rPr>
              <a:t>product_id</a:t>
            </a:r>
            <a:endParaRPr sz="1200">
              <a:solidFill>
                <a:srgbClr val="13AA52"/>
              </a:solidFill>
              <a:latin typeface="Calibri" panose="020F0502020204030204" pitchFamily="34" charset="0"/>
              <a:ea typeface="Calibri" panose="020F0502020204030204" pitchFamily="34" charset="0"/>
              <a:cs typeface="Calibri" panose="020F0502020204030204" pitchFamily="34" charset="0"/>
              <a:sym typeface="Lexend Deca Medium"/>
            </a:endParaRPr>
          </a:p>
          <a:p>
            <a:pPr marL="0" lvl="0" indent="0" algn="l" rtl="0">
              <a:lnSpc>
                <a:spcPct val="110000"/>
              </a:lnSpc>
              <a:spcBef>
                <a:spcPts val="200"/>
              </a:spcBef>
              <a:spcAft>
                <a:spcPts val="200"/>
              </a:spcAft>
              <a:buNone/>
            </a:pPr>
            <a:r>
              <a:rPr lang="en" sz="12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rPr>
              <a:t>description</a:t>
            </a:r>
            <a:endParaRPr sz="120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Medium"/>
            </a:endParaRPr>
          </a:p>
        </p:txBody>
      </p:sp>
    </p:spTree>
    <p:extLst>
      <p:ext uri="{BB962C8B-B14F-4D97-AF65-F5344CB8AC3E}">
        <p14:creationId xmlns:p14="http://schemas.microsoft.com/office/powerpoint/2010/main" val="21997385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96465AEA-3372-DA5D-D124-887C7266AC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C551241-DCD9-683B-4A5F-B95D260F7368}"/>
              </a:ext>
            </a:extLst>
          </p:cNvPr>
          <p:cNvSpPr>
            <a:spLocks noGrp="1"/>
          </p:cNvSpPr>
          <p:nvPr>
            <p:ph idx="1"/>
          </p:nvPr>
        </p:nvSpPr>
        <p:spPr/>
        <p:txBody>
          <a:bodyPr>
            <a:normAutofit/>
          </a:bodyPr>
          <a:lstStyle/>
          <a:p>
            <a:pPr marL="0" indent="0">
              <a:buNone/>
            </a:pPr>
            <a:r>
              <a:rPr lang="es-AR" sz="4000" b="1" dirty="0">
                <a:solidFill>
                  <a:schemeClr val="bg1"/>
                </a:solidFill>
              </a:rPr>
              <a:t>Muchos a Muchos (M:N)</a:t>
            </a:r>
          </a:p>
        </p:txBody>
      </p:sp>
      <p:sp>
        <p:nvSpPr>
          <p:cNvPr id="4" name="Slide Number Placeholder 3">
            <a:extLst>
              <a:ext uri="{FF2B5EF4-FFF2-40B4-BE49-F238E27FC236}">
                <a16:creationId xmlns:a16="http://schemas.microsoft.com/office/drawing/2014/main" id="{56ECDDC3-FE74-A4E7-E3DD-7D41142A0B6B}"/>
              </a:ext>
            </a:extLst>
          </p:cNvPr>
          <p:cNvSpPr>
            <a:spLocks noGrp="1"/>
          </p:cNvSpPr>
          <p:nvPr>
            <p:ph type="sldNum" sz="quarter" idx="12"/>
          </p:nvPr>
        </p:nvSpPr>
        <p:spPr/>
        <p:txBody>
          <a:bodyPr/>
          <a:lstStyle/>
          <a:p>
            <a:pPr rtl="0"/>
            <a:fld id="{03DC2DEF-D2FE-4B45-ABA4-9F153FD1C98A}" type="slidenum">
              <a:rPr lang="es-ES" noProof="0" smtClean="0"/>
              <a:t>39</a:t>
            </a:fld>
            <a:endParaRPr lang="es-ES" noProof="0"/>
          </a:p>
        </p:txBody>
      </p:sp>
      <p:sp>
        <p:nvSpPr>
          <p:cNvPr id="2" name="Google Shape;5331;p374">
            <a:extLst>
              <a:ext uri="{FF2B5EF4-FFF2-40B4-BE49-F238E27FC236}">
                <a16:creationId xmlns:a16="http://schemas.microsoft.com/office/drawing/2014/main" id="{5D64D1DB-EACC-59AB-68C6-AA3587C7BFF3}"/>
              </a:ext>
            </a:extLst>
          </p:cNvPr>
          <p:cNvSpPr txBox="1"/>
          <p:nvPr/>
        </p:nvSpPr>
        <p:spPr>
          <a:xfrm>
            <a:off x="1599906" y="2161030"/>
            <a:ext cx="9918994" cy="2634254"/>
          </a:xfrm>
          <a:prstGeom prst="rect">
            <a:avLst/>
          </a:prstGeom>
          <a:noFill/>
          <a:ln>
            <a:noFill/>
          </a:ln>
        </p:spPr>
        <p:txBody>
          <a:bodyPr spcFirstLastPara="1" wrap="square" lIns="34300" tIns="34300" rIns="34300" bIns="34300" anchor="t" anchorCtr="0">
            <a:noAutofit/>
          </a:bodyPr>
          <a:lstStyle/>
          <a:p>
            <a:pPr marL="0" lvl="0" indent="0" algn="l" rtl="0">
              <a:lnSpc>
                <a:spcPct val="110000"/>
              </a:lnSpc>
              <a:spcBef>
                <a:spcPts val="0"/>
              </a:spcBef>
              <a:spcAft>
                <a:spcPts val="0"/>
              </a:spcAft>
              <a:buNone/>
            </a:pPr>
            <a:r>
              <a:rPr lang="es-AR" sz="3200" b="1"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Escenario</a:t>
            </a:r>
            <a:endParaRPr sz="3200" b="1"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a:p>
            <a:pPr marL="0" lvl="0" indent="0" algn="l" rtl="0">
              <a:lnSpc>
                <a:spcPct val="110000"/>
              </a:lnSpc>
              <a:spcBef>
                <a:spcPts val="1000"/>
              </a:spcBef>
              <a:spcAft>
                <a:spcPts val="1000"/>
              </a:spcAft>
              <a:buNone/>
            </a:pPr>
            <a:r>
              <a:rPr lang="es-A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rPr>
              <a:t>Imaginemos un escenario en el que un libro fue escrito por varios autores y, de forma similar, uno de ellos ha escrito varios libros. ¿Cómo podríamos representar gráficamente estas relaciones?</a:t>
            </a:r>
            <a:endParaRPr sz="2800" dirty="0">
              <a:solidFill>
                <a:schemeClr val="lt1"/>
              </a:solidFill>
              <a:latin typeface="Calibri" panose="020F0502020204030204" pitchFamily="34" charset="0"/>
              <a:ea typeface="Calibri" panose="020F0502020204030204" pitchFamily="34" charset="0"/>
              <a:cs typeface="Calibri" panose="020F0502020204030204" pitchFamily="34" charset="0"/>
              <a:sym typeface="Lexend Deca Light"/>
            </a:endParaRPr>
          </a:p>
        </p:txBody>
      </p:sp>
    </p:spTree>
    <p:extLst>
      <p:ext uri="{BB962C8B-B14F-4D97-AF65-F5344CB8AC3E}">
        <p14:creationId xmlns:p14="http://schemas.microsoft.com/office/powerpoint/2010/main" val="17668546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61B2C"/>
        </a:solidFill>
        <a:effectLst/>
      </p:bgPr>
    </p:bg>
    <p:spTree>
      <p:nvGrpSpPr>
        <p:cNvPr id="1" name="">
          <a:extLst>
            <a:ext uri="{FF2B5EF4-FFF2-40B4-BE49-F238E27FC236}">
              <a16:creationId xmlns:a16="http://schemas.microsoft.com/office/drawing/2014/main" id="{E9E4794F-6636-E3CE-E848-C937B388F3F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40E9305-3441-21C0-7A36-8440A981096F}"/>
              </a:ext>
            </a:extLst>
          </p:cNvPr>
          <p:cNvSpPr/>
          <p:nvPr/>
        </p:nvSpPr>
        <p:spPr>
          <a:xfrm>
            <a:off x="6096000" y="0"/>
            <a:ext cx="6096000" cy="685799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AR"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4" name="Slide Number Placeholder 3">
            <a:extLst>
              <a:ext uri="{FF2B5EF4-FFF2-40B4-BE49-F238E27FC236}">
                <a16:creationId xmlns:a16="http://schemas.microsoft.com/office/drawing/2014/main" id="{17037C84-E377-80C4-72E4-E396364E02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prstClr val="white"/>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s-ES" sz="1200" b="0" i="0" u="none" strike="noStrike" kern="1200" cap="none" spc="0" normalizeH="0" baseline="0" noProof="0">
              <a:ln>
                <a:noFill/>
              </a:ln>
              <a:solidFill>
                <a:prstClr val="white"/>
              </a:solidFill>
              <a:effectLst/>
              <a:uLnTx/>
              <a:uFillTx/>
              <a:latin typeface="Calibri Light"/>
              <a:ea typeface="+mn-ea"/>
              <a:cs typeface="+mn-cs"/>
            </a:endParaRPr>
          </a:p>
        </p:txBody>
      </p:sp>
      <p:sp>
        <p:nvSpPr>
          <p:cNvPr id="6" name="Slide Number Placeholder 3">
            <a:extLst>
              <a:ext uri="{FF2B5EF4-FFF2-40B4-BE49-F238E27FC236}">
                <a16:creationId xmlns:a16="http://schemas.microsoft.com/office/drawing/2014/main" id="{FBBDFCBB-4D3D-C1DC-3150-BAE96ADB6691}"/>
              </a:ext>
            </a:extLst>
          </p:cNvPr>
          <p:cNvSpPr txBox="1">
            <a:spLocks/>
          </p:cNvSpPr>
          <p:nvPr/>
        </p:nvSpPr>
        <p:spPr>
          <a:xfrm>
            <a:off x="11671300" y="6659948"/>
            <a:ext cx="373062" cy="206104"/>
          </a:xfrm>
          <a:prstGeom prst="rect">
            <a:avLst/>
          </a:prstGeom>
        </p:spPr>
        <p:txBody>
          <a:bodyPr vert="horz" lIns="91440" tIns="45720" rIns="91440" bIns="45720" rtlCol="0" anchor="ctr"/>
          <a:lstStyle>
            <a:defPPr rtl="0">
              <a:defRPr lang="es-e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3DC2DEF-D2FE-4B45-ABA4-9F153FD1C98A}" type="slidenum">
              <a:rPr kumimoji="0" lang="es-ES" sz="1200" b="0" i="0" u="none" strike="noStrike" kern="1200" cap="none" spc="0" normalizeH="0" baseline="0" noProof="0" smtClean="0">
                <a:ln>
                  <a:noFill/>
                </a:ln>
                <a:solidFill>
                  <a:srgbClr val="32363F"/>
                </a:solidFill>
                <a:effectLst/>
                <a:uLnTx/>
                <a:uFillTx/>
                <a:latin typeface="Calibri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s-ES" sz="1200" b="0" i="0" u="none" strike="noStrike" kern="1200" cap="none" spc="0" normalizeH="0" baseline="0" noProof="0" dirty="0">
              <a:ln>
                <a:noFill/>
              </a:ln>
              <a:solidFill>
                <a:srgbClr val="32363F"/>
              </a:solidFill>
              <a:effectLst/>
              <a:uLnTx/>
              <a:uFillTx/>
              <a:latin typeface="Calibri Light"/>
              <a:ea typeface="+mn-ea"/>
              <a:cs typeface="+mn-cs"/>
            </a:endParaRPr>
          </a:p>
        </p:txBody>
      </p:sp>
      <p:sp>
        <p:nvSpPr>
          <p:cNvPr id="7" name="Content Placeholder 2">
            <a:extLst>
              <a:ext uri="{FF2B5EF4-FFF2-40B4-BE49-F238E27FC236}">
                <a16:creationId xmlns:a16="http://schemas.microsoft.com/office/drawing/2014/main" id="{9B42FF70-D9C0-4093-BC10-6A7097149117}"/>
              </a:ext>
            </a:extLst>
          </p:cNvPr>
          <p:cNvSpPr txBox="1">
            <a:spLocks/>
          </p:cNvSpPr>
          <p:nvPr/>
        </p:nvSpPr>
        <p:spPr>
          <a:xfrm>
            <a:off x="7939732" y="1060800"/>
            <a:ext cx="3186223" cy="6604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3600" b="1" i="0" u="none" strike="noStrike" kern="1200" cap="none" spc="0" normalizeH="0" baseline="0" noProof="0" dirty="0">
                <a:ln>
                  <a:noFill/>
                </a:ln>
                <a:solidFill>
                  <a:srgbClr val="32363F"/>
                </a:solidFill>
                <a:effectLst/>
                <a:uLnTx/>
                <a:uFillTx/>
                <a:latin typeface="+mj-lt"/>
                <a:ea typeface="+mn-ea"/>
                <a:cs typeface="+mn-cs"/>
              </a:rPr>
              <a:t>Enlazado</a:t>
            </a:r>
          </a:p>
        </p:txBody>
      </p:sp>
      <p:sp>
        <p:nvSpPr>
          <p:cNvPr id="14" name="Google Shape;5156;p355">
            <a:extLst>
              <a:ext uri="{FF2B5EF4-FFF2-40B4-BE49-F238E27FC236}">
                <a16:creationId xmlns:a16="http://schemas.microsoft.com/office/drawing/2014/main" id="{B7B7B1F9-FBCD-D23E-4956-2355AD643FB3}"/>
              </a:ext>
            </a:extLst>
          </p:cNvPr>
          <p:cNvSpPr txBox="1"/>
          <p:nvPr/>
        </p:nvSpPr>
        <p:spPr>
          <a:xfrm>
            <a:off x="1106961" y="1060800"/>
            <a:ext cx="3567300" cy="534084"/>
          </a:xfrm>
          <a:prstGeom prst="rect">
            <a:avLst/>
          </a:prstGeom>
          <a:noFill/>
          <a:ln>
            <a:noFill/>
          </a:ln>
        </p:spPr>
        <p:txBody>
          <a:bodyPr spcFirstLastPara="1" wrap="square" lIns="0" tIns="0" rIns="0" bIns="0" anchor="ctr" anchorCtr="0">
            <a:noAutofit/>
          </a:bodyPr>
          <a:lstStyle/>
          <a:p>
            <a:pPr marL="0" lvl="0" indent="0" algn="ctr" rtl="0">
              <a:lnSpc>
                <a:spcPct val="150000"/>
              </a:lnSpc>
              <a:spcBef>
                <a:spcPts val="0"/>
              </a:spcBef>
              <a:spcAft>
                <a:spcPts val="0"/>
              </a:spcAft>
              <a:buNone/>
            </a:pPr>
            <a:r>
              <a:rPr lang="es-AR" sz="3600" dirty="0">
                <a:solidFill>
                  <a:schemeClr val="lt1"/>
                </a:solidFill>
                <a:latin typeface="+mj-lt"/>
                <a:ea typeface="Calibri" panose="020F0502020204030204" pitchFamily="34" charset="0"/>
                <a:cs typeface="Calibri" panose="020F0502020204030204" pitchFamily="34" charset="0"/>
                <a:sym typeface="Source Code Pro"/>
              </a:rPr>
              <a:t>Embebido</a:t>
            </a:r>
            <a:endParaRPr sz="3600" dirty="0">
              <a:solidFill>
                <a:schemeClr val="lt1"/>
              </a:solidFill>
              <a:latin typeface="+mj-lt"/>
              <a:ea typeface="Calibri" panose="020F0502020204030204" pitchFamily="34" charset="0"/>
              <a:cs typeface="Calibri" panose="020F0502020204030204" pitchFamily="34" charset="0"/>
              <a:sym typeface="Source Code Pro"/>
            </a:endParaRPr>
          </a:p>
        </p:txBody>
      </p:sp>
      <p:sp>
        <p:nvSpPr>
          <p:cNvPr id="15" name="Content Placeholder 2">
            <a:extLst>
              <a:ext uri="{FF2B5EF4-FFF2-40B4-BE49-F238E27FC236}">
                <a16:creationId xmlns:a16="http://schemas.microsoft.com/office/drawing/2014/main" id="{4E3299D7-CA1A-9CE8-41FC-5BA30C9AFCEF}"/>
              </a:ext>
            </a:extLst>
          </p:cNvPr>
          <p:cNvSpPr txBox="1">
            <a:spLocks/>
          </p:cNvSpPr>
          <p:nvPr/>
        </p:nvSpPr>
        <p:spPr>
          <a:xfrm>
            <a:off x="6624085" y="2714755"/>
            <a:ext cx="5434750" cy="30824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rgbClr val="32363F"/>
                </a:solidFill>
                <a:effectLst/>
                <a:uLnTx/>
                <a:uFillTx/>
                <a:latin typeface="Calibri"/>
                <a:ea typeface="+mn-ea"/>
                <a:cs typeface="+mn-cs"/>
              </a:rPr>
              <a:t>Cuando el lado “muchos” es un número enorme.</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rgbClr val="32363F"/>
                </a:solidFill>
                <a:latin typeface="Calibri"/>
              </a:rPr>
              <a:t>Para integridad en operaciones de escritura en relaciones de muchos a muchos.</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rgbClr val="32363F"/>
                </a:solidFill>
                <a:effectLst/>
                <a:uLnTx/>
                <a:uFillTx/>
                <a:latin typeface="Calibri"/>
                <a:ea typeface="+mn-ea"/>
                <a:cs typeface="+mn-cs"/>
              </a:rPr>
              <a:t>Cuando una pieza es frecuentemente usada, pero no la otra y la memoria es un problema. </a:t>
            </a:r>
          </a:p>
        </p:txBody>
      </p:sp>
      <p:sp>
        <p:nvSpPr>
          <p:cNvPr id="3" name="Content Placeholder 2">
            <a:extLst>
              <a:ext uri="{FF2B5EF4-FFF2-40B4-BE49-F238E27FC236}">
                <a16:creationId xmlns:a16="http://schemas.microsoft.com/office/drawing/2014/main" id="{491968BB-5890-BC95-A1DE-60AA33369163}"/>
              </a:ext>
            </a:extLst>
          </p:cNvPr>
          <p:cNvSpPr txBox="1">
            <a:spLocks/>
          </p:cNvSpPr>
          <p:nvPr/>
        </p:nvSpPr>
        <p:spPr>
          <a:xfrm>
            <a:off x="588593" y="2714756"/>
            <a:ext cx="5374241" cy="29311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AR" sz="2400" i="0" u="none" strike="noStrike" kern="1200" cap="none" spc="0" normalizeH="0" baseline="0" noProof="0" dirty="0">
                <a:ln>
                  <a:noFill/>
                </a:ln>
                <a:solidFill>
                  <a:schemeClr val="bg1"/>
                </a:solidFill>
                <a:effectLst/>
                <a:uLnTx/>
                <a:uFillTx/>
                <a:latin typeface="Calibri"/>
                <a:ea typeface="+mn-ea"/>
                <a:cs typeface="+mn-cs"/>
              </a:rPr>
              <a:t>Para integridad con operaciones de lectura.</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chemeClr val="bg1"/>
                </a:solidFill>
                <a:latin typeface="Calibri"/>
              </a:rPr>
              <a:t>Para integridad con operaciones de escritura.</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chemeClr val="bg1"/>
                </a:solidFill>
                <a:latin typeface="Calibri"/>
              </a:rPr>
              <a:t>En relaciones uno a uno y uno a muchos.</a:t>
            </a:r>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s-AR" sz="2400" dirty="0">
                <a:solidFill>
                  <a:schemeClr val="bg1"/>
                </a:solidFill>
                <a:latin typeface="Calibri"/>
              </a:rPr>
              <a:t>Para datos que es borrada junta por defecto.</a:t>
            </a:r>
          </a:p>
        </p:txBody>
      </p:sp>
    </p:spTree>
    <p:extLst>
      <p:ext uri="{BB962C8B-B14F-4D97-AF65-F5344CB8AC3E}">
        <p14:creationId xmlns:p14="http://schemas.microsoft.com/office/powerpoint/2010/main" val="1012852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006D102-67B1-AE86-856C-D6A8280C39A8}"/>
              </a:ext>
            </a:extLst>
          </p:cNvPr>
          <p:cNvSpPr>
            <a:spLocks noGrp="1"/>
          </p:cNvSpPr>
          <p:nvPr>
            <p:ph type="ctrTitle"/>
          </p:nvPr>
        </p:nvSpPr>
        <p:spPr/>
        <p:txBody>
          <a:bodyPr/>
          <a:lstStyle/>
          <a:p>
            <a:r>
              <a:rPr lang="es-AR" dirty="0"/>
              <a:t>Practiquemos un poco …</a:t>
            </a:r>
          </a:p>
        </p:txBody>
      </p:sp>
      <p:pic>
        <p:nvPicPr>
          <p:cNvPr id="5128" name="Picture 8" descr="Que hacer - Iconos gratis de interfaz">
            <a:extLst>
              <a:ext uri="{FF2B5EF4-FFF2-40B4-BE49-F238E27FC236}">
                <a16:creationId xmlns:a16="http://schemas.microsoft.com/office/drawing/2014/main" id="{2614D756-181E-C599-01F9-4287144407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042" y="371168"/>
            <a:ext cx="2676832" cy="2676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327898"/>
      </p:ext>
    </p:extLst>
  </p:cSld>
  <p:clrMapOvr>
    <a:masterClrMapping/>
  </p:clrMapOvr>
</p:sld>
</file>

<file path=ppt/theme/theme1.xml><?xml version="1.0" encoding="utf-8"?>
<a:theme xmlns:a="http://schemas.openxmlformats.org/drawingml/2006/main" name="Tema de Offic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2571106_TF34126823.potx" id="{F73BBA1C-8B56-412D-A0D8-81E360A69323}" vid="{145DECCC-6CBD-4505-B46C-DE924EE842A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athena xmlns="http://schemas.microsoft.com/edu/athena" version="0.1.2955.0">
  <timings duration="63956"/>
</athena>
</file>

<file path=customXml/item2.xml><?xml version="1.0" encoding="utf-8"?>
<ct:contentTypeSchema xmlns:ct="http://schemas.microsoft.com/office/2006/metadata/contentType" xmlns:ma="http://schemas.microsoft.com/office/2006/metadata/properties/metaAttributes" ct:_="" ma:_="" ma:contentTypeName="Documento" ma:contentTypeID="0x010100163BEE4324150E468E9D56AC1A069CC0" ma:contentTypeVersion="10" ma:contentTypeDescription="Crear nuevo documento." ma:contentTypeScope="" ma:versionID="d38e76179bb4e1368abf06f532a8bd3a">
  <xsd:schema xmlns:xsd="http://www.w3.org/2001/XMLSchema" xmlns:xs="http://www.w3.org/2001/XMLSchema" xmlns:p="http://schemas.microsoft.com/office/2006/metadata/properties" xmlns:ns2="88a81109-a086-44ae-a9ae-b48b478270f0" xmlns:ns3="36ae782e-a2ad-455b-8012-e967b2ff0266" targetNamespace="http://schemas.microsoft.com/office/2006/metadata/properties" ma:root="true" ma:fieldsID="64cf5d609c72c32b085a3a1fb04f870b" ns2:_="" ns3:_="">
    <xsd:import namespace="88a81109-a086-44ae-a9ae-b48b478270f0"/>
    <xsd:import namespace="36ae782e-a2ad-455b-8012-e967b2ff02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81109-a086-44ae-a9ae-b48b478270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480f935f-056e-43d0-a9c3-6f0a0280ba7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6ae782e-a2ad-455b-8012-e967b2ff026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ca22bb8-c71e-4324-a640-0354e2d274cb}" ma:internalName="TaxCatchAll" ma:showField="CatchAllData" ma:web="36ae782e-a2ad-455b-8012-e967b2ff02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88a81109-a086-44ae-a9ae-b48b478270f0">
      <Terms xmlns="http://schemas.microsoft.com/office/infopath/2007/PartnerControls"/>
    </lcf76f155ced4ddcb4097134ff3c332f>
    <TaxCatchAll xmlns="36ae782e-a2ad-455b-8012-e967b2ff0266" xsi:nil="true"/>
  </documentManagement>
</p:properties>
</file>

<file path=customXml/itemProps1.xml><?xml version="1.0" encoding="utf-8"?>
<ds:datastoreItem xmlns:ds="http://schemas.openxmlformats.org/officeDocument/2006/customXml" ds:itemID="{1CE9B207-9257-4F8D-A57B-644CA1DAEEBD}">
  <ds:schemaRefs>
    <ds:schemaRef ds:uri="http://schemas.microsoft.com/edu/athena"/>
  </ds:schemaRefs>
</ds:datastoreItem>
</file>

<file path=customXml/itemProps2.xml><?xml version="1.0" encoding="utf-8"?>
<ds:datastoreItem xmlns:ds="http://schemas.openxmlformats.org/officeDocument/2006/customXml" ds:itemID="{4577735B-3E05-427D-BADF-EB702510BEB3}"/>
</file>

<file path=customXml/itemProps3.xml><?xml version="1.0" encoding="utf-8"?>
<ds:datastoreItem xmlns:ds="http://schemas.openxmlformats.org/officeDocument/2006/customXml" ds:itemID="{6DF685C8-515E-4994-8012-C2D2AD62AA66}">
  <ds:schemaRefs>
    <ds:schemaRef ds:uri="http://schemas.microsoft.com/sharepoint/v3/contenttype/forms"/>
  </ds:schemaRefs>
</ds:datastoreItem>
</file>

<file path=customXml/itemProps4.xml><?xml version="1.0" encoding="utf-8"?>
<ds:datastoreItem xmlns:ds="http://schemas.openxmlformats.org/officeDocument/2006/customXml" ds:itemID="{8391BD4A-B58A-436A-A3D8-71CF4291A18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Presentación clásica en bloque en negrita</Template>
  <TotalTime>14594</TotalTime>
  <Words>1911</Words>
  <Application>Microsoft Office PowerPoint</Application>
  <PresentationFormat>Widescreen</PresentationFormat>
  <Paragraphs>374</Paragraphs>
  <Slides>41</Slides>
  <Notes>1</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Tema de Office</vt:lpstr>
      <vt:lpstr>Ingeniería de Datos II Clase #2</vt:lpstr>
      <vt:lpstr>Dónde comenzó: Relacional</vt:lpstr>
      <vt:lpstr>Llenando el vacío</vt:lpstr>
      <vt:lpstr>PowerPoint Presentation</vt:lpstr>
      <vt:lpstr>PowerPoint Presentation</vt:lpstr>
      <vt:lpstr>Tipos de bases de datos no relacionales</vt:lpstr>
      <vt:lpstr>PowerPoint Presentation</vt:lpstr>
      <vt:lpstr>Ejemplo: Clave/Valor</vt:lpstr>
      <vt:lpstr>PowerPoint Presentation</vt:lpstr>
      <vt:lpstr>Ejemplo: Grafos</vt:lpstr>
      <vt:lpstr>PowerPoint Presentation</vt:lpstr>
      <vt:lpstr>Ejemplo: Columnares</vt:lpstr>
      <vt:lpstr>PowerPoint Presentation</vt:lpstr>
      <vt:lpstr>Ejemplo: Documentales</vt:lpstr>
      <vt:lpstr>El modelo de documentos</vt:lpstr>
      <vt:lpstr>Características claves</vt:lpstr>
      <vt:lpstr>PowerPoint Presentation</vt:lpstr>
      <vt:lpstr>PowerPoint Presentation</vt:lpstr>
      <vt:lpstr>PowerPoint Presentation</vt:lpstr>
      <vt:lpstr>PowerPoint Presentation</vt:lpstr>
      <vt:lpstr>PowerPoint Presentation</vt:lpstr>
      <vt:lpstr>Colecciones en el modelo de documento</vt:lpstr>
      <vt:lpstr>PowerPoint Presentation</vt:lpstr>
      <vt:lpstr>Validación de Esquema y Colecciones</vt:lpstr>
      <vt:lpstr>PowerPoint Presentation</vt:lpstr>
      <vt:lpstr>Modelado de Datos y el Modelo de Documentos</vt:lpstr>
      <vt:lpstr>Modelado de Datos con MongoDB</vt:lpstr>
      <vt:lpstr>Diseño del esquema: Consideraciones</vt:lpstr>
      <vt:lpstr>Diseño del esquema: Enlazado o Embebido?</vt:lpstr>
      <vt:lpstr>Diseño del esquema: Enlazado o Embebido? – cont.</vt:lpstr>
      <vt:lpstr>Ejemplo: Películas y Revisiones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Practiquemos un poco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Teoría de Juegos y Competencia monopolística</dc:title>
  <dc:creator>Sofia Rosa</dc:creator>
  <cp:lastModifiedBy>Hernan Novodvorski</cp:lastModifiedBy>
  <cp:revision>112</cp:revision>
  <dcterms:created xsi:type="dcterms:W3CDTF">2021-06-07T01:07:38Z</dcterms:created>
  <dcterms:modified xsi:type="dcterms:W3CDTF">2026-03-18T15:09:15Z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0x010100163BEE4324150E468E9D56AC1A069CC0</vt:lpwstr>
  </property>
  <property fmtid="{D5CDD505-2E9C-101B-9397-08002B2CF9AE}" pid="3" name="Order">
    <vt:r8>5400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