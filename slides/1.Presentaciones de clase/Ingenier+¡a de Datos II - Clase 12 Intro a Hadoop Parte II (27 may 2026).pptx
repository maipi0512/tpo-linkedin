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38"/>
  </p:notesMasterIdLst>
  <p:handoutMasterIdLst>
    <p:handoutMasterId r:id="rId39"/>
  </p:handoutMasterIdLst>
  <p:sldIdLst>
    <p:sldId id="257" r:id="rId6"/>
    <p:sldId id="576" r:id="rId7"/>
    <p:sldId id="575" r:id="rId8"/>
    <p:sldId id="577" r:id="rId9"/>
    <p:sldId id="578" r:id="rId10"/>
    <p:sldId id="579" r:id="rId11"/>
    <p:sldId id="580" r:id="rId12"/>
    <p:sldId id="581" r:id="rId13"/>
    <p:sldId id="582" r:id="rId14"/>
    <p:sldId id="583" r:id="rId15"/>
    <p:sldId id="584" r:id="rId16"/>
    <p:sldId id="585" r:id="rId17"/>
    <p:sldId id="586" r:id="rId18"/>
    <p:sldId id="587" r:id="rId19"/>
    <p:sldId id="588" r:id="rId20"/>
    <p:sldId id="589" r:id="rId21"/>
    <p:sldId id="590" r:id="rId22"/>
    <p:sldId id="591" r:id="rId23"/>
    <p:sldId id="600" r:id="rId24"/>
    <p:sldId id="593" r:id="rId25"/>
    <p:sldId id="594" r:id="rId26"/>
    <p:sldId id="595" r:id="rId27"/>
    <p:sldId id="596" r:id="rId28"/>
    <p:sldId id="597" r:id="rId29"/>
    <p:sldId id="598" r:id="rId30"/>
    <p:sldId id="601" r:id="rId31"/>
    <p:sldId id="602" r:id="rId32"/>
    <p:sldId id="603" r:id="rId33"/>
    <p:sldId id="604" r:id="rId34"/>
    <p:sldId id="605" r:id="rId35"/>
    <p:sldId id="606" r:id="rId36"/>
    <p:sldId id="361" r:id="rId37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1B2C"/>
    <a:srgbClr val="E6E6E6"/>
    <a:srgbClr val="CF0A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810" autoAdjust="0"/>
  </p:normalViewPr>
  <p:slideViewPr>
    <p:cSldViewPr snapToGrid="0" showGuides="1">
      <p:cViewPr varScale="1">
        <p:scale>
          <a:sx n="52" d="100"/>
          <a:sy n="52" d="100"/>
        </p:scale>
        <p:origin x="1160" y="26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24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91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CCAAC74A-664E-43D3-859E-B35855730D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710C658-31F9-4A67-8267-E3463B262A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DD18964-3BB4-4D47-8767-CE438F1B9D44}" type="datetime1">
              <a:rPr lang="es-ES" smtClean="0"/>
              <a:t>19/05/2026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D7BBBF1-3A7A-4F4B-8592-578ABE65B71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CA02F046-B531-4374-9A89-AC21BCA06E1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D2DFAA7-D3C3-4D01-9299-453E25D16D4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05273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66C0203-D64A-4516-A5D4-F81B23892FEC}" type="datetime1">
              <a:rPr lang="es-ES" noProof="0" smtClean="0"/>
              <a:t>19/05/2026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DC51814-3B91-4036-94D2-3977634EE214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0062578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6824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448175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04A5F51-C7E6-44CC-ADF3-1C83AA35D0DC}"/>
              </a:ext>
            </a:extLst>
          </p:cNvPr>
          <p:cNvSpPr/>
          <p:nvPr userDrawn="1"/>
        </p:nvSpPr>
        <p:spPr>
          <a:xfrm>
            <a:off x="0" y="4448175"/>
            <a:ext cx="12192000" cy="2409825"/>
          </a:xfrm>
          <a:prstGeom prst="rect">
            <a:avLst/>
          </a:prstGeom>
          <a:solidFill>
            <a:srgbClr val="061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5" y="4551363"/>
            <a:ext cx="11520488" cy="1176337"/>
          </a:xfrm>
        </p:spPr>
        <p:txBody>
          <a:bodyPr rtlCol="0"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5" y="5830888"/>
            <a:ext cx="11520488" cy="550862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694810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1508BC1-7ABB-42C8-B268-3C6F4FD455DE}"/>
              </a:ext>
            </a:extLst>
          </p:cNvPr>
          <p:cNvSpPr/>
          <p:nvPr userDrawn="1"/>
        </p:nvSpPr>
        <p:spPr>
          <a:xfrm>
            <a:off x="200025" y="-1"/>
            <a:ext cx="11991975" cy="6858000"/>
          </a:xfrm>
          <a:prstGeom prst="rect">
            <a:avLst/>
          </a:prstGeom>
          <a:solidFill>
            <a:srgbClr val="061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1500" y="0"/>
            <a:ext cx="6034088" cy="6857999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04A5F51-C7E6-44CC-ADF3-1C83AA35D0DC}"/>
              </a:ext>
            </a:extLst>
          </p:cNvPr>
          <p:cNvSpPr/>
          <p:nvPr userDrawn="1"/>
        </p:nvSpPr>
        <p:spPr>
          <a:xfrm>
            <a:off x="0" y="1"/>
            <a:ext cx="371475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5625" y="1512889"/>
            <a:ext cx="4986338" cy="3262311"/>
          </a:xfrm>
        </p:spPr>
        <p:txBody>
          <a:bodyPr rtlCol="0"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05625" y="4927600"/>
            <a:ext cx="4986338" cy="976311"/>
          </a:xfrm>
        </p:spPr>
        <p:txBody>
          <a:bodyPr rtlCol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105085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6610" y="1779589"/>
            <a:ext cx="5318781" cy="2182811"/>
          </a:xfrm>
        </p:spPr>
        <p:txBody>
          <a:bodyPr rtlCol="0" anchor="b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436610" y="4079083"/>
            <a:ext cx="5318781" cy="976311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855044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1A59197-7C21-44E6-8A97-DE0ABD1E6909}"/>
              </a:ext>
            </a:extLst>
          </p:cNvPr>
          <p:cNvSpPr/>
          <p:nvPr userDrawn="1"/>
        </p:nvSpPr>
        <p:spPr>
          <a:xfrm>
            <a:off x="0" y="0"/>
            <a:ext cx="6413500" cy="6858000"/>
          </a:xfrm>
          <a:prstGeom prst="rect">
            <a:avLst/>
          </a:prstGeom>
          <a:solidFill>
            <a:srgbClr val="061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16500" y="472281"/>
            <a:ext cx="7175500" cy="5913439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6" y="1779589"/>
            <a:ext cx="4416424" cy="2182811"/>
          </a:xfrm>
        </p:spPr>
        <p:txBody>
          <a:bodyPr rtlCol="0"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1476" y="4079083"/>
            <a:ext cx="4416424" cy="976311"/>
          </a:xfrm>
        </p:spPr>
        <p:txBody>
          <a:bodyPr rtlCol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1626B81-8882-4179-8C3A-BEA9BBEF2A62}"/>
              </a:ext>
            </a:extLst>
          </p:cNvPr>
          <p:cNvSpPr/>
          <p:nvPr userDrawn="1"/>
        </p:nvSpPr>
        <p:spPr>
          <a:xfrm>
            <a:off x="5021263" y="368300"/>
            <a:ext cx="3159760" cy="116680"/>
          </a:xfrm>
          <a:prstGeom prst="rect">
            <a:avLst/>
          </a:prstGeom>
          <a:solidFill>
            <a:srgbClr val="061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724836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517DDCC-4521-4225-8F36-D4B39128409A}"/>
              </a:ext>
            </a:extLst>
          </p:cNvPr>
          <p:cNvSpPr/>
          <p:nvPr userDrawn="1"/>
        </p:nvSpPr>
        <p:spPr>
          <a:xfrm>
            <a:off x="8991600" y="3965574"/>
            <a:ext cx="3200400" cy="289242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16570C8-2343-4B74-AF97-DC7CE5D92865}"/>
              </a:ext>
            </a:extLst>
          </p:cNvPr>
          <p:cNvSpPr/>
          <p:nvPr userDrawn="1"/>
        </p:nvSpPr>
        <p:spPr>
          <a:xfrm>
            <a:off x="0" y="0"/>
            <a:ext cx="3200400" cy="289242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371476" y="278606"/>
            <a:ext cx="11520487" cy="3150394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0B27536-7968-45BB-9FA8-DF1A47A47827}"/>
              </a:ext>
            </a:extLst>
          </p:cNvPr>
          <p:cNvSpPr/>
          <p:nvPr userDrawn="1"/>
        </p:nvSpPr>
        <p:spPr>
          <a:xfrm>
            <a:off x="371476" y="3429000"/>
            <a:ext cx="11520487" cy="2771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10507" y="3886201"/>
            <a:ext cx="9242424" cy="1104900"/>
          </a:xfrm>
        </p:spPr>
        <p:txBody>
          <a:bodyPr rtlCol="0" anchor="ctr">
            <a:normAutofit/>
          </a:bodyPr>
          <a:lstStyle>
            <a:lvl1pPr algn="ctr">
              <a:defRPr sz="540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1510507" y="5130801"/>
            <a:ext cx="9242424" cy="533400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928379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84979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29C071DB-1B6B-4FC3-A099-12F35734D22D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5768407-2D97-4F4F-8CB8-4D3668680B64}"/>
              </a:ext>
            </a:extLst>
          </p:cNvPr>
          <p:cNvSpPr/>
          <p:nvPr userDrawn="1"/>
        </p:nvSpPr>
        <p:spPr>
          <a:xfrm>
            <a:off x="371475" y="1460501"/>
            <a:ext cx="5724525" cy="4740274"/>
          </a:xfrm>
          <a:prstGeom prst="rect">
            <a:avLst/>
          </a:prstGeom>
          <a:solidFill>
            <a:srgbClr val="061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>
              <a:ln>
                <a:noFill/>
              </a:ln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600" y="260351"/>
            <a:ext cx="9702800" cy="973137"/>
          </a:xfrm>
        </p:spPr>
        <p:txBody>
          <a:bodyPr rtlCol="0">
            <a:normAutofit/>
          </a:bodyPr>
          <a:lstStyle>
            <a:lvl1pPr algn="ctr">
              <a:defRPr sz="44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638299"/>
            <a:ext cx="5346700" cy="4381501"/>
          </a:xfrm>
        </p:spPr>
        <p:txBody>
          <a:bodyPr rtlCol="0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6D4AFEBD-46AA-4A09-AD19-CDD123811A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1460501"/>
            <a:ext cx="5795963" cy="474027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3377171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260351"/>
            <a:ext cx="5495926" cy="2138362"/>
          </a:xfrm>
        </p:spPr>
        <p:txBody>
          <a:bodyPr rtlCol="0" anchor="b">
            <a:noAutofit/>
          </a:bodyPr>
          <a:lstStyle>
            <a:lvl1pPr>
              <a:defRPr sz="54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2603500"/>
            <a:ext cx="5495926" cy="3573463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5" name="Marcador de posición de imagen 1">
            <a:extLst>
              <a:ext uri="{FF2B5EF4-FFF2-40B4-BE49-F238E27FC236}">
                <a16:creationId xmlns:a16="http://schemas.microsoft.com/office/drawing/2014/main" id="{08C777B1-9A90-4B1E-A6AE-9339286077E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91224" y="637283"/>
            <a:ext cx="2692800" cy="2782540"/>
          </a:xfrm>
          <a:custGeom>
            <a:avLst/>
            <a:gdLst>
              <a:gd name="connsiteX0" fmla="*/ 0 w 2692800"/>
              <a:gd name="connsiteY0" fmla="*/ 0 h 2693640"/>
              <a:gd name="connsiteX1" fmla="*/ 2692800 w 2692800"/>
              <a:gd name="connsiteY1" fmla="*/ 0 h 2693640"/>
              <a:gd name="connsiteX2" fmla="*/ 2692800 w 2692800"/>
              <a:gd name="connsiteY2" fmla="*/ 2693640 h 2693640"/>
              <a:gd name="connsiteX3" fmla="*/ 0 w 2692800"/>
              <a:gd name="connsiteY3" fmla="*/ 2693640 h 269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800" h="2693640">
                <a:moveTo>
                  <a:pt x="0" y="0"/>
                </a:moveTo>
                <a:lnTo>
                  <a:pt x="2692800" y="0"/>
                </a:lnTo>
                <a:lnTo>
                  <a:pt x="2692800" y="2693640"/>
                </a:lnTo>
                <a:lnTo>
                  <a:pt x="0" y="26936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ID" sz="1800" dirty="0"/>
            </a:lvl1pPr>
          </a:lstStyle>
          <a:p>
            <a:pPr marL="0" lvl="0" indent="0" algn="ctr" rtl="0">
              <a:buNone/>
            </a:pPr>
            <a:r>
              <a:rPr lang="es-ES" noProof="0"/>
              <a:t>Agregue la imagen aquí</a:t>
            </a:r>
          </a:p>
        </p:txBody>
      </p:sp>
      <p:sp>
        <p:nvSpPr>
          <p:cNvPr id="7" name="Marcador de posición de imagen 2">
            <a:extLst>
              <a:ext uri="{FF2B5EF4-FFF2-40B4-BE49-F238E27FC236}">
                <a16:creationId xmlns:a16="http://schemas.microsoft.com/office/drawing/2014/main" id="{0FEA994A-8056-4F3D-9365-B6A362A93EE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98424" y="3430043"/>
            <a:ext cx="2692800" cy="2772320"/>
          </a:xfrm>
          <a:custGeom>
            <a:avLst/>
            <a:gdLst>
              <a:gd name="connsiteX0" fmla="*/ 0 w 2692800"/>
              <a:gd name="connsiteY0" fmla="*/ 0 h 2693640"/>
              <a:gd name="connsiteX1" fmla="*/ 2692800 w 2692800"/>
              <a:gd name="connsiteY1" fmla="*/ 0 h 2693640"/>
              <a:gd name="connsiteX2" fmla="*/ 2692800 w 2692800"/>
              <a:gd name="connsiteY2" fmla="*/ 2693640 h 2693640"/>
              <a:gd name="connsiteX3" fmla="*/ 0 w 2692800"/>
              <a:gd name="connsiteY3" fmla="*/ 2693640 h 269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800" h="2693640">
                <a:moveTo>
                  <a:pt x="0" y="0"/>
                </a:moveTo>
                <a:lnTo>
                  <a:pt x="2692800" y="0"/>
                </a:lnTo>
                <a:lnTo>
                  <a:pt x="2692800" y="2693640"/>
                </a:lnTo>
                <a:lnTo>
                  <a:pt x="0" y="26936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ID" sz="1800" dirty="0"/>
            </a:lvl1pPr>
          </a:lstStyle>
          <a:p>
            <a:pPr marL="0" lvl="0" indent="0" algn="ctr" rtl="0">
              <a:buNone/>
            </a:pPr>
            <a:r>
              <a:rPr lang="es-ES" noProof="0"/>
              <a:t>Agregue la imagen aquí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429E334-587D-4420-9285-C2A5F494582B}"/>
              </a:ext>
            </a:extLst>
          </p:cNvPr>
          <p:cNvSpPr/>
          <p:nvPr userDrawn="1"/>
        </p:nvSpPr>
        <p:spPr>
          <a:xfrm>
            <a:off x="9289522" y="3527226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7BD4601-EF26-4D7C-8CB6-95488F17575B}"/>
              </a:ext>
            </a:extLst>
          </p:cNvPr>
          <p:cNvSpPr/>
          <p:nvPr userDrawn="1"/>
        </p:nvSpPr>
        <p:spPr>
          <a:xfrm>
            <a:off x="8621786" y="2848323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1949C41-2679-4E9D-A28C-F0C979F5702B}"/>
              </a:ext>
            </a:extLst>
          </p:cNvPr>
          <p:cNvSpPr/>
          <p:nvPr userDrawn="1"/>
        </p:nvSpPr>
        <p:spPr>
          <a:xfrm>
            <a:off x="8870898" y="2508125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454B05D-55FD-4118-B899-4095FF50870D}"/>
              </a:ext>
            </a:extLst>
          </p:cNvPr>
          <p:cNvSpPr/>
          <p:nvPr userDrawn="1"/>
        </p:nvSpPr>
        <p:spPr>
          <a:xfrm>
            <a:off x="0" y="933450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40533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1016000"/>
            <a:ext cx="3997324" cy="2501899"/>
          </a:xfrm>
        </p:spPr>
        <p:txBody>
          <a:bodyPr rtlCol="0" anchor="b">
            <a:noAutofit/>
          </a:bodyPr>
          <a:lstStyle>
            <a:lvl1pPr>
              <a:defRPr sz="54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3619500"/>
            <a:ext cx="3997325" cy="2557463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13" name="Marcador de posición de imagen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02201" y="619125"/>
            <a:ext cx="3454400" cy="5581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4" name="Marcador de posición de imagen 6">
            <a:extLst>
              <a:ext uri="{FF2B5EF4-FFF2-40B4-BE49-F238E27FC236}">
                <a16:creationId xmlns:a16="http://schemas.microsoft.com/office/drawing/2014/main" id="{F6824EBC-CC6E-4D5A-B85A-DAC55ACE853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32801" y="260351"/>
            <a:ext cx="3454400" cy="558164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3661888-890D-4E0C-8076-65EDFDB7DE27}"/>
              </a:ext>
            </a:extLst>
          </p:cNvPr>
          <p:cNvSpPr/>
          <p:nvPr userDrawn="1"/>
        </p:nvSpPr>
        <p:spPr>
          <a:xfrm>
            <a:off x="8432801" y="5842000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AE48EF9-5BAF-4BD7-A6BE-866C0307B69F}"/>
              </a:ext>
            </a:extLst>
          </p:cNvPr>
          <p:cNvSpPr/>
          <p:nvPr userDrawn="1"/>
        </p:nvSpPr>
        <p:spPr>
          <a:xfrm>
            <a:off x="4902201" y="239509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8D4A5F4-99AC-4FB3-8A59-AB8D7B4FC7D7}"/>
              </a:ext>
            </a:extLst>
          </p:cNvPr>
          <p:cNvSpPr/>
          <p:nvPr userDrawn="1"/>
        </p:nvSpPr>
        <p:spPr>
          <a:xfrm>
            <a:off x="0" y="1384300"/>
            <a:ext cx="177800" cy="4457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74013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476250"/>
            <a:ext cx="5165724" cy="2557463"/>
          </a:xfrm>
        </p:spPr>
        <p:txBody>
          <a:bodyPr rtlCol="0" anchor="ctr">
            <a:noAutofit/>
          </a:bodyPr>
          <a:lstStyle>
            <a:lvl1pPr>
              <a:defRPr sz="54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76250"/>
            <a:ext cx="5795963" cy="2557463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13" name="Marcador de posición de imagen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3233941"/>
            <a:ext cx="11520486" cy="2966833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E4979D5-6F1E-40A2-9A8E-8C5AE1AA3B62}"/>
              </a:ext>
            </a:extLst>
          </p:cNvPr>
          <p:cNvSpPr/>
          <p:nvPr userDrawn="1"/>
        </p:nvSpPr>
        <p:spPr>
          <a:xfrm>
            <a:off x="0" y="476250"/>
            <a:ext cx="165100" cy="25574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43879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E4979D5-6F1E-40A2-9A8E-8C5AE1AA3B62}"/>
              </a:ext>
            </a:extLst>
          </p:cNvPr>
          <p:cNvSpPr/>
          <p:nvPr userDrawn="1"/>
        </p:nvSpPr>
        <p:spPr>
          <a:xfrm>
            <a:off x="0" y="0"/>
            <a:ext cx="5138058" cy="6858000"/>
          </a:xfrm>
          <a:prstGeom prst="rect">
            <a:avLst/>
          </a:prstGeom>
          <a:solidFill>
            <a:srgbClr val="061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9197" y="1296176"/>
            <a:ext cx="5272764" cy="1551573"/>
          </a:xfrm>
        </p:spPr>
        <p:txBody>
          <a:bodyPr rtlCol="0" anchor="b">
            <a:noAutofit/>
          </a:bodyPr>
          <a:lstStyle>
            <a:lvl1pPr>
              <a:defRPr sz="40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9198" y="3073967"/>
            <a:ext cx="5272764" cy="2557463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13" name="Marcador de posición de imagen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17601" y="1016000"/>
            <a:ext cx="5138058" cy="49784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306EB3B-6A54-45E7-B23D-F9515CC15D12}"/>
              </a:ext>
            </a:extLst>
          </p:cNvPr>
          <p:cNvSpPr/>
          <p:nvPr userDrawn="1"/>
        </p:nvSpPr>
        <p:spPr>
          <a:xfrm>
            <a:off x="0" y="5994400"/>
            <a:ext cx="4093029" cy="8636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E110354-15BA-4B22-B7CF-3D5BFA5C722D}"/>
              </a:ext>
            </a:extLst>
          </p:cNvPr>
          <p:cNvSpPr/>
          <p:nvPr userDrawn="1"/>
        </p:nvSpPr>
        <p:spPr>
          <a:xfrm>
            <a:off x="2162630" y="873210"/>
            <a:ext cx="4093029" cy="13857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151357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783831"/>
            <a:ext cx="3111954" cy="3290338"/>
          </a:xfrm>
        </p:spPr>
        <p:txBody>
          <a:bodyPr rtlCol="0" anchor="ctr">
            <a:noAutofit/>
          </a:bodyPr>
          <a:lstStyle>
            <a:lvl1pPr>
              <a:defRPr sz="40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9370" y="1783832"/>
            <a:ext cx="4402592" cy="3290338"/>
          </a:xfrm>
        </p:spPr>
        <p:txBody>
          <a:bodyPr rtlCol="0"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13" name="Marcador de posición de imagen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72114" y="0"/>
            <a:ext cx="3628571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E16C293-C1E0-4EA5-BDE5-D226D72FC08B}"/>
              </a:ext>
            </a:extLst>
          </p:cNvPr>
          <p:cNvSpPr/>
          <p:nvPr userDrawn="1"/>
        </p:nvSpPr>
        <p:spPr>
          <a:xfrm>
            <a:off x="371475" y="5297714"/>
            <a:ext cx="3111954" cy="156028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C770C08-8FFF-4293-8E7D-DBFEE4E3E443}"/>
              </a:ext>
            </a:extLst>
          </p:cNvPr>
          <p:cNvSpPr/>
          <p:nvPr userDrawn="1"/>
        </p:nvSpPr>
        <p:spPr>
          <a:xfrm>
            <a:off x="7489370" y="0"/>
            <a:ext cx="4402593" cy="156028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414620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F93C6CC-9D8D-4981-8106-72C617756BD8}"/>
              </a:ext>
            </a:extLst>
          </p:cNvPr>
          <p:cNvSpPr/>
          <p:nvPr userDrawn="1"/>
        </p:nvSpPr>
        <p:spPr>
          <a:xfrm>
            <a:off x="0" y="1389743"/>
            <a:ext cx="12192000" cy="40785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331584"/>
            <a:ext cx="10515600" cy="1500187"/>
          </a:xfrm>
        </p:spPr>
        <p:txBody>
          <a:bodyPr rtlCol="0"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E6F2E6F7-3BE5-4484-A73E-3EFDB7348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968071"/>
            <a:ext cx="10515600" cy="805542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19AEFA0-9379-4E32-9D66-976465036916}"/>
              </a:ext>
            </a:extLst>
          </p:cNvPr>
          <p:cNvSpPr/>
          <p:nvPr userDrawn="1"/>
        </p:nvSpPr>
        <p:spPr>
          <a:xfrm>
            <a:off x="371475" y="580571"/>
            <a:ext cx="1573439" cy="15001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4FFB43B-30D9-4055-B912-4E3C85B03657}"/>
              </a:ext>
            </a:extLst>
          </p:cNvPr>
          <p:cNvSpPr/>
          <p:nvPr userDrawn="1"/>
        </p:nvSpPr>
        <p:spPr>
          <a:xfrm>
            <a:off x="7097486" y="5105274"/>
            <a:ext cx="4794477" cy="7259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028814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F93C6CC-9D8D-4981-8106-72C617756BD8}"/>
              </a:ext>
            </a:extLst>
          </p:cNvPr>
          <p:cNvSpPr/>
          <p:nvPr userDrawn="1"/>
        </p:nvSpPr>
        <p:spPr>
          <a:xfrm>
            <a:off x="0" y="0"/>
            <a:ext cx="6096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1" name="Marcador de posición de imagen 6">
            <a:extLst>
              <a:ext uri="{FF2B5EF4-FFF2-40B4-BE49-F238E27FC236}">
                <a16:creationId xmlns:a16="http://schemas.microsoft.com/office/drawing/2014/main" id="{391EAACA-1322-4E60-917E-C7408F539D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260350"/>
            <a:ext cx="11520488" cy="6009821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750" y="3957831"/>
            <a:ext cx="9620250" cy="1500187"/>
          </a:xfrm>
        </p:spPr>
        <p:txBody>
          <a:bodyPr rtlCol="0"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 dirty="0"/>
          </a:p>
        </p:txBody>
      </p:sp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43296215-27AE-462B-9127-E1C932633896}"/>
              </a:ext>
            </a:extLst>
          </p:cNvPr>
          <p:cNvSpPr/>
          <p:nvPr userDrawn="1"/>
        </p:nvSpPr>
        <p:spPr>
          <a:xfrm>
            <a:off x="1093471" y="3843394"/>
            <a:ext cx="1722120" cy="1729060"/>
          </a:xfrm>
          <a:custGeom>
            <a:avLst/>
            <a:gdLst>
              <a:gd name="connsiteX0" fmla="*/ 0 w 2730500"/>
              <a:gd name="connsiteY0" fmla="*/ 0 h 2730500"/>
              <a:gd name="connsiteX1" fmla="*/ 2730500 w 2730500"/>
              <a:gd name="connsiteY1" fmla="*/ 0 h 2730500"/>
              <a:gd name="connsiteX2" fmla="*/ 2730500 w 2730500"/>
              <a:gd name="connsiteY2" fmla="*/ 672834 h 2730500"/>
              <a:gd name="connsiteX3" fmla="*/ 2606675 w 2730500"/>
              <a:gd name="connsiteY3" fmla="*/ 672834 h 2730500"/>
              <a:gd name="connsiteX4" fmla="*/ 2606675 w 2730500"/>
              <a:gd name="connsiteY4" fmla="*/ 116870 h 2730500"/>
              <a:gd name="connsiteX5" fmla="*/ 123826 w 2730500"/>
              <a:gd name="connsiteY5" fmla="*/ 116870 h 2730500"/>
              <a:gd name="connsiteX6" fmla="*/ 123826 w 2730500"/>
              <a:gd name="connsiteY6" fmla="*/ 2613630 h 2730500"/>
              <a:gd name="connsiteX7" fmla="*/ 2606675 w 2730500"/>
              <a:gd name="connsiteY7" fmla="*/ 2613630 h 2730500"/>
              <a:gd name="connsiteX8" fmla="*/ 2606675 w 2730500"/>
              <a:gd name="connsiteY8" fmla="*/ 2066205 h 2730500"/>
              <a:gd name="connsiteX9" fmla="*/ 2730500 w 2730500"/>
              <a:gd name="connsiteY9" fmla="*/ 2066205 h 2730500"/>
              <a:gd name="connsiteX10" fmla="*/ 2730500 w 2730500"/>
              <a:gd name="connsiteY10" fmla="*/ 2730500 h 2730500"/>
              <a:gd name="connsiteX11" fmla="*/ 0 w 2730500"/>
              <a:gd name="connsiteY11" fmla="*/ 2730500 h 273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30500" h="2730500">
                <a:moveTo>
                  <a:pt x="0" y="0"/>
                </a:moveTo>
                <a:lnTo>
                  <a:pt x="2730500" y="0"/>
                </a:lnTo>
                <a:lnTo>
                  <a:pt x="2730500" y="672834"/>
                </a:lnTo>
                <a:lnTo>
                  <a:pt x="2606675" y="672834"/>
                </a:lnTo>
                <a:lnTo>
                  <a:pt x="2606675" y="116870"/>
                </a:lnTo>
                <a:lnTo>
                  <a:pt x="123826" y="116870"/>
                </a:lnTo>
                <a:lnTo>
                  <a:pt x="123826" y="2613630"/>
                </a:lnTo>
                <a:lnTo>
                  <a:pt x="2606675" y="2613630"/>
                </a:lnTo>
                <a:lnTo>
                  <a:pt x="2606675" y="2066205"/>
                </a:lnTo>
                <a:lnTo>
                  <a:pt x="2730500" y="2066205"/>
                </a:lnTo>
                <a:lnTo>
                  <a:pt x="2730500" y="2730500"/>
                </a:lnTo>
                <a:lnTo>
                  <a:pt x="0" y="27305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274798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3" name="Marcador de posición de imagen 32">
            <a:extLst>
              <a:ext uri="{FF2B5EF4-FFF2-40B4-BE49-F238E27FC236}">
                <a16:creationId xmlns:a16="http://schemas.microsoft.com/office/drawing/2014/main" id="{2DB7CFEB-6952-4BC3-B9E0-0C382490F9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00675" y="260350"/>
            <a:ext cx="6499502" cy="5940425"/>
          </a:xfrm>
          <a:custGeom>
            <a:avLst/>
            <a:gdLst>
              <a:gd name="connsiteX0" fmla="*/ 4432576 w 6499502"/>
              <a:gd name="connsiteY0" fmla="*/ 4057650 h 5940425"/>
              <a:gd name="connsiteX1" fmla="*/ 6499502 w 6499502"/>
              <a:gd name="connsiteY1" fmla="*/ 4057650 h 5940425"/>
              <a:gd name="connsiteX2" fmla="*/ 6499502 w 6499502"/>
              <a:gd name="connsiteY2" fmla="*/ 5940425 h 5940425"/>
              <a:gd name="connsiteX3" fmla="*/ 4432576 w 6499502"/>
              <a:gd name="connsiteY3" fmla="*/ 5940425 h 5940425"/>
              <a:gd name="connsiteX4" fmla="*/ 2216288 w 6499502"/>
              <a:gd name="connsiteY4" fmla="*/ 4057650 h 5940425"/>
              <a:gd name="connsiteX5" fmla="*/ 4283214 w 6499502"/>
              <a:gd name="connsiteY5" fmla="*/ 4057650 h 5940425"/>
              <a:gd name="connsiteX6" fmla="*/ 4283214 w 6499502"/>
              <a:gd name="connsiteY6" fmla="*/ 5940425 h 5940425"/>
              <a:gd name="connsiteX7" fmla="*/ 2216288 w 6499502"/>
              <a:gd name="connsiteY7" fmla="*/ 5940425 h 5940425"/>
              <a:gd name="connsiteX8" fmla="*/ 0 w 6499502"/>
              <a:gd name="connsiteY8" fmla="*/ 4057650 h 5940425"/>
              <a:gd name="connsiteX9" fmla="*/ 2066926 w 6499502"/>
              <a:gd name="connsiteY9" fmla="*/ 4057650 h 5940425"/>
              <a:gd name="connsiteX10" fmla="*/ 2066926 w 6499502"/>
              <a:gd name="connsiteY10" fmla="*/ 5940425 h 5940425"/>
              <a:gd name="connsiteX11" fmla="*/ 0 w 6499502"/>
              <a:gd name="connsiteY11" fmla="*/ 5940425 h 5940425"/>
              <a:gd name="connsiteX12" fmla="*/ 4432576 w 6499502"/>
              <a:gd name="connsiteY12" fmla="*/ 2028825 h 5940425"/>
              <a:gd name="connsiteX13" fmla="*/ 6499502 w 6499502"/>
              <a:gd name="connsiteY13" fmla="*/ 2028825 h 5940425"/>
              <a:gd name="connsiteX14" fmla="*/ 6499502 w 6499502"/>
              <a:gd name="connsiteY14" fmla="*/ 3911600 h 5940425"/>
              <a:gd name="connsiteX15" fmla="*/ 4432576 w 6499502"/>
              <a:gd name="connsiteY15" fmla="*/ 3911600 h 5940425"/>
              <a:gd name="connsiteX16" fmla="*/ 2216288 w 6499502"/>
              <a:gd name="connsiteY16" fmla="*/ 2028825 h 5940425"/>
              <a:gd name="connsiteX17" fmla="*/ 4283214 w 6499502"/>
              <a:gd name="connsiteY17" fmla="*/ 2028825 h 5940425"/>
              <a:gd name="connsiteX18" fmla="*/ 4283214 w 6499502"/>
              <a:gd name="connsiteY18" fmla="*/ 3911600 h 5940425"/>
              <a:gd name="connsiteX19" fmla="*/ 2216288 w 6499502"/>
              <a:gd name="connsiteY19" fmla="*/ 3911600 h 5940425"/>
              <a:gd name="connsiteX20" fmla="*/ 0 w 6499502"/>
              <a:gd name="connsiteY20" fmla="*/ 2028825 h 5940425"/>
              <a:gd name="connsiteX21" fmla="*/ 2066926 w 6499502"/>
              <a:gd name="connsiteY21" fmla="*/ 2028825 h 5940425"/>
              <a:gd name="connsiteX22" fmla="*/ 2066926 w 6499502"/>
              <a:gd name="connsiteY22" fmla="*/ 3911600 h 5940425"/>
              <a:gd name="connsiteX23" fmla="*/ 0 w 6499502"/>
              <a:gd name="connsiteY23" fmla="*/ 3911600 h 5940425"/>
              <a:gd name="connsiteX24" fmla="*/ 4432576 w 6499502"/>
              <a:gd name="connsiteY24" fmla="*/ 0 h 5940425"/>
              <a:gd name="connsiteX25" fmla="*/ 6499502 w 6499502"/>
              <a:gd name="connsiteY25" fmla="*/ 0 h 5940425"/>
              <a:gd name="connsiteX26" fmla="*/ 6499502 w 6499502"/>
              <a:gd name="connsiteY26" fmla="*/ 1882775 h 5940425"/>
              <a:gd name="connsiteX27" fmla="*/ 4432576 w 6499502"/>
              <a:gd name="connsiteY27" fmla="*/ 1882775 h 5940425"/>
              <a:gd name="connsiteX28" fmla="*/ 2216288 w 6499502"/>
              <a:gd name="connsiteY28" fmla="*/ 0 h 5940425"/>
              <a:gd name="connsiteX29" fmla="*/ 4283214 w 6499502"/>
              <a:gd name="connsiteY29" fmla="*/ 0 h 5940425"/>
              <a:gd name="connsiteX30" fmla="*/ 4283214 w 6499502"/>
              <a:gd name="connsiteY30" fmla="*/ 1882775 h 5940425"/>
              <a:gd name="connsiteX31" fmla="*/ 2216288 w 6499502"/>
              <a:gd name="connsiteY31" fmla="*/ 1882775 h 5940425"/>
              <a:gd name="connsiteX32" fmla="*/ 0 w 6499502"/>
              <a:gd name="connsiteY32" fmla="*/ 0 h 5940425"/>
              <a:gd name="connsiteX33" fmla="*/ 2066926 w 6499502"/>
              <a:gd name="connsiteY33" fmla="*/ 0 h 5940425"/>
              <a:gd name="connsiteX34" fmla="*/ 2066926 w 6499502"/>
              <a:gd name="connsiteY34" fmla="*/ 1882775 h 5940425"/>
              <a:gd name="connsiteX35" fmla="*/ 0 w 6499502"/>
              <a:gd name="connsiteY35" fmla="*/ 1882775 h 5940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6499502" h="5940425">
                <a:moveTo>
                  <a:pt x="4432576" y="4057650"/>
                </a:moveTo>
                <a:lnTo>
                  <a:pt x="6499502" y="4057650"/>
                </a:lnTo>
                <a:lnTo>
                  <a:pt x="6499502" y="5940425"/>
                </a:lnTo>
                <a:lnTo>
                  <a:pt x="4432576" y="5940425"/>
                </a:lnTo>
                <a:close/>
                <a:moveTo>
                  <a:pt x="2216288" y="4057650"/>
                </a:moveTo>
                <a:lnTo>
                  <a:pt x="4283214" y="4057650"/>
                </a:lnTo>
                <a:lnTo>
                  <a:pt x="4283214" y="5940425"/>
                </a:lnTo>
                <a:lnTo>
                  <a:pt x="2216288" y="5940425"/>
                </a:lnTo>
                <a:close/>
                <a:moveTo>
                  <a:pt x="0" y="4057650"/>
                </a:moveTo>
                <a:lnTo>
                  <a:pt x="2066926" y="4057650"/>
                </a:lnTo>
                <a:lnTo>
                  <a:pt x="2066926" y="5940425"/>
                </a:lnTo>
                <a:lnTo>
                  <a:pt x="0" y="5940425"/>
                </a:lnTo>
                <a:close/>
                <a:moveTo>
                  <a:pt x="4432576" y="2028825"/>
                </a:moveTo>
                <a:lnTo>
                  <a:pt x="6499502" y="2028825"/>
                </a:lnTo>
                <a:lnTo>
                  <a:pt x="6499502" y="3911600"/>
                </a:lnTo>
                <a:lnTo>
                  <a:pt x="4432576" y="3911600"/>
                </a:lnTo>
                <a:close/>
                <a:moveTo>
                  <a:pt x="2216288" y="2028825"/>
                </a:moveTo>
                <a:lnTo>
                  <a:pt x="4283214" y="2028825"/>
                </a:lnTo>
                <a:lnTo>
                  <a:pt x="4283214" y="3911600"/>
                </a:lnTo>
                <a:lnTo>
                  <a:pt x="2216288" y="3911600"/>
                </a:lnTo>
                <a:close/>
                <a:moveTo>
                  <a:pt x="0" y="2028825"/>
                </a:moveTo>
                <a:lnTo>
                  <a:pt x="2066926" y="2028825"/>
                </a:lnTo>
                <a:lnTo>
                  <a:pt x="2066926" y="3911600"/>
                </a:lnTo>
                <a:lnTo>
                  <a:pt x="0" y="3911600"/>
                </a:lnTo>
                <a:close/>
                <a:moveTo>
                  <a:pt x="4432576" y="0"/>
                </a:moveTo>
                <a:lnTo>
                  <a:pt x="6499502" y="0"/>
                </a:lnTo>
                <a:lnTo>
                  <a:pt x="6499502" y="1882775"/>
                </a:lnTo>
                <a:lnTo>
                  <a:pt x="4432576" y="1882775"/>
                </a:lnTo>
                <a:close/>
                <a:moveTo>
                  <a:pt x="2216288" y="0"/>
                </a:moveTo>
                <a:lnTo>
                  <a:pt x="4283214" y="0"/>
                </a:lnTo>
                <a:lnTo>
                  <a:pt x="4283214" y="1882775"/>
                </a:lnTo>
                <a:lnTo>
                  <a:pt x="2216288" y="1882775"/>
                </a:lnTo>
                <a:close/>
                <a:moveTo>
                  <a:pt x="0" y="0"/>
                </a:moveTo>
                <a:lnTo>
                  <a:pt x="2066926" y="0"/>
                </a:lnTo>
                <a:lnTo>
                  <a:pt x="2066926" y="1882775"/>
                </a:lnTo>
                <a:lnTo>
                  <a:pt x="0" y="188277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596928"/>
            <a:ext cx="4810125" cy="3267268"/>
          </a:xfrm>
        </p:spPr>
        <p:txBody>
          <a:bodyPr rtlCol="0" anchor="ctr"/>
          <a:lstStyle>
            <a:lvl1pPr>
              <a:defRPr sz="6000">
                <a:solidFill>
                  <a:schemeClr val="accent5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3933498" y="4952673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6B43515-5C7A-4125-B76D-8A24D2BBE5EC}"/>
              </a:ext>
            </a:extLst>
          </p:cNvPr>
          <p:cNvSpPr/>
          <p:nvPr userDrawn="1"/>
        </p:nvSpPr>
        <p:spPr>
          <a:xfrm>
            <a:off x="371475" y="1011911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C9A713B-4176-4C86-9E87-4ADBD6F444FB}"/>
              </a:ext>
            </a:extLst>
          </p:cNvPr>
          <p:cNvSpPr/>
          <p:nvPr userDrawn="1"/>
        </p:nvSpPr>
        <p:spPr>
          <a:xfrm>
            <a:off x="620587" y="671713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1622333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917949"/>
            <a:ext cx="6915150" cy="2268337"/>
          </a:xfrm>
        </p:spPr>
        <p:txBody>
          <a:bodyPr rtlCol="0" anchor="ctr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5222179" y="2327274"/>
            <a:ext cx="2176462" cy="15112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DFA0623C-0B34-4074-8AA0-6428A5AF07A3}"/>
              </a:ext>
            </a:extLst>
          </p:cNvPr>
          <p:cNvSpPr/>
          <p:nvPr userDrawn="1"/>
        </p:nvSpPr>
        <p:spPr>
          <a:xfrm>
            <a:off x="7468839" y="3917949"/>
            <a:ext cx="2176462" cy="228282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3" name="Marcador de posición de imagen 32">
            <a:extLst>
              <a:ext uri="{FF2B5EF4-FFF2-40B4-BE49-F238E27FC236}">
                <a16:creationId xmlns:a16="http://schemas.microsoft.com/office/drawing/2014/main" id="{B5D335A5-A601-4D8A-AEF5-F34792FF565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71474" y="260351"/>
            <a:ext cx="11520489" cy="5940424"/>
          </a:xfrm>
          <a:custGeom>
            <a:avLst/>
            <a:gdLst>
              <a:gd name="connsiteX0" fmla="*/ 9344026 w 11520489"/>
              <a:gd name="connsiteY0" fmla="*/ 3657598 h 5940424"/>
              <a:gd name="connsiteX1" fmla="*/ 11520489 w 11520489"/>
              <a:gd name="connsiteY1" fmla="*/ 3657598 h 5940424"/>
              <a:gd name="connsiteX2" fmla="*/ 11520489 w 11520489"/>
              <a:gd name="connsiteY2" fmla="*/ 5940424 h 5940424"/>
              <a:gd name="connsiteX3" fmla="*/ 9344026 w 11520489"/>
              <a:gd name="connsiteY3" fmla="*/ 5940424 h 5940424"/>
              <a:gd name="connsiteX4" fmla="*/ 9344026 w 11520489"/>
              <a:gd name="connsiteY4" fmla="*/ 2066924 h 5940424"/>
              <a:gd name="connsiteX5" fmla="*/ 11520489 w 11520489"/>
              <a:gd name="connsiteY5" fmla="*/ 2066924 h 5940424"/>
              <a:gd name="connsiteX6" fmla="*/ 11520489 w 11520489"/>
              <a:gd name="connsiteY6" fmla="*/ 3578224 h 5940424"/>
              <a:gd name="connsiteX7" fmla="*/ 9344026 w 11520489"/>
              <a:gd name="connsiteY7" fmla="*/ 3578224 h 5940424"/>
              <a:gd name="connsiteX8" fmla="*/ 7097365 w 11520489"/>
              <a:gd name="connsiteY8" fmla="*/ 2066924 h 5940424"/>
              <a:gd name="connsiteX9" fmla="*/ 9273828 w 11520489"/>
              <a:gd name="connsiteY9" fmla="*/ 2066924 h 5940424"/>
              <a:gd name="connsiteX10" fmla="*/ 9273828 w 11520489"/>
              <a:gd name="connsiteY10" fmla="*/ 3578224 h 5940424"/>
              <a:gd name="connsiteX11" fmla="*/ 7097365 w 11520489"/>
              <a:gd name="connsiteY11" fmla="*/ 3578224 h 5940424"/>
              <a:gd name="connsiteX12" fmla="*/ 2604044 w 11520489"/>
              <a:gd name="connsiteY12" fmla="*/ 2066923 h 5940424"/>
              <a:gd name="connsiteX13" fmla="*/ 4780506 w 11520489"/>
              <a:gd name="connsiteY13" fmla="*/ 2066923 h 5940424"/>
              <a:gd name="connsiteX14" fmla="*/ 4780506 w 11520489"/>
              <a:gd name="connsiteY14" fmla="*/ 3578222 h 5940424"/>
              <a:gd name="connsiteX15" fmla="*/ 2604044 w 11520489"/>
              <a:gd name="connsiteY15" fmla="*/ 3578222 h 5940424"/>
              <a:gd name="connsiteX16" fmla="*/ 0 w 11520489"/>
              <a:gd name="connsiteY16" fmla="*/ 2066923 h 5940424"/>
              <a:gd name="connsiteX17" fmla="*/ 2533843 w 11520489"/>
              <a:gd name="connsiteY17" fmla="*/ 2066923 h 5940424"/>
              <a:gd name="connsiteX18" fmla="*/ 2533843 w 11520489"/>
              <a:gd name="connsiteY18" fmla="*/ 3578222 h 5940424"/>
              <a:gd name="connsiteX19" fmla="*/ 0 w 11520489"/>
              <a:gd name="connsiteY19" fmla="*/ 3578222 h 5940424"/>
              <a:gd name="connsiteX20" fmla="*/ 2604046 w 11520489"/>
              <a:gd name="connsiteY20" fmla="*/ 0 h 5940424"/>
              <a:gd name="connsiteX21" fmla="*/ 4780509 w 11520489"/>
              <a:gd name="connsiteY21" fmla="*/ 0 h 5940424"/>
              <a:gd name="connsiteX22" fmla="*/ 4780509 w 11520489"/>
              <a:gd name="connsiteY22" fmla="*/ 1987550 h 5940424"/>
              <a:gd name="connsiteX23" fmla="*/ 2604046 w 11520489"/>
              <a:gd name="connsiteY23" fmla="*/ 1987550 h 5940424"/>
              <a:gd name="connsiteX24" fmla="*/ 2 w 11520489"/>
              <a:gd name="connsiteY24" fmla="*/ 0 h 5940424"/>
              <a:gd name="connsiteX25" fmla="*/ 2533845 w 11520489"/>
              <a:gd name="connsiteY25" fmla="*/ 0 h 5940424"/>
              <a:gd name="connsiteX26" fmla="*/ 2533845 w 11520489"/>
              <a:gd name="connsiteY26" fmla="*/ 1987550 h 5940424"/>
              <a:gd name="connsiteX27" fmla="*/ 2 w 11520489"/>
              <a:gd name="connsiteY27" fmla="*/ 1987550 h 5940424"/>
              <a:gd name="connsiteX28" fmla="*/ 7097365 w 11520489"/>
              <a:gd name="connsiteY28" fmla="*/ 0 h 5940424"/>
              <a:gd name="connsiteX29" fmla="*/ 9273828 w 11520489"/>
              <a:gd name="connsiteY29" fmla="*/ 0 h 5940424"/>
              <a:gd name="connsiteX30" fmla="*/ 9273828 w 11520489"/>
              <a:gd name="connsiteY30" fmla="*/ 1987550 h 5940424"/>
              <a:gd name="connsiteX31" fmla="*/ 7097365 w 11520489"/>
              <a:gd name="connsiteY31" fmla="*/ 1987550 h 5940424"/>
              <a:gd name="connsiteX32" fmla="*/ 4850705 w 11520489"/>
              <a:gd name="connsiteY32" fmla="*/ 0 h 5940424"/>
              <a:gd name="connsiteX33" fmla="*/ 7027168 w 11520489"/>
              <a:gd name="connsiteY33" fmla="*/ 0 h 5940424"/>
              <a:gd name="connsiteX34" fmla="*/ 7027168 w 11520489"/>
              <a:gd name="connsiteY34" fmla="*/ 1987550 h 5940424"/>
              <a:gd name="connsiteX35" fmla="*/ 4850705 w 11520489"/>
              <a:gd name="connsiteY35" fmla="*/ 1987550 h 5940424"/>
              <a:gd name="connsiteX36" fmla="*/ 9344025 w 11520489"/>
              <a:gd name="connsiteY36" fmla="*/ 0 h 5940424"/>
              <a:gd name="connsiteX37" fmla="*/ 11520488 w 11520489"/>
              <a:gd name="connsiteY37" fmla="*/ 0 h 5940424"/>
              <a:gd name="connsiteX38" fmla="*/ 11520488 w 11520489"/>
              <a:gd name="connsiteY38" fmla="*/ 1987550 h 5940424"/>
              <a:gd name="connsiteX39" fmla="*/ 9344025 w 11520489"/>
              <a:gd name="connsiteY39" fmla="*/ 1987550 h 5940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520489" h="5940424">
                <a:moveTo>
                  <a:pt x="9344026" y="3657598"/>
                </a:moveTo>
                <a:lnTo>
                  <a:pt x="11520489" y="3657598"/>
                </a:lnTo>
                <a:lnTo>
                  <a:pt x="11520489" y="5940424"/>
                </a:lnTo>
                <a:lnTo>
                  <a:pt x="9344026" y="5940424"/>
                </a:lnTo>
                <a:close/>
                <a:moveTo>
                  <a:pt x="9344026" y="2066924"/>
                </a:moveTo>
                <a:lnTo>
                  <a:pt x="11520489" y="2066924"/>
                </a:lnTo>
                <a:lnTo>
                  <a:pt x="11520489" y="3578224"/>
                </a:lnTo>
                <a:lnTo>
                  <a:pt x="9344026" y="3578224"/>
                </a:lnTo>
                <a:close/>
                <a:moveTo>
                  <a:pt x="7097365" y="2066924"/>
                </a:moveTo>
                <a:lnTo>
                  <a:pt x="9273828" y="2066924"/>
                </a:lnTo>
                <a:lnTo>
                  <a:pt x="9273828" y="3578224"/>
                </a:lnTo>
                <a:lnTo>
                  <a:pt x="7097365" y="3578224"/>
                </a:lnTo>
                <a:close/>
                <a:moveTo>
                  <a:pt x="2604044" y="2066923"/>
                </a:moveTo>
                <a:lnTo>
                  <a:pt x="4780506" y="2066923"/>
                </a:lnTo>
                <a:lnTo>
                  <a:pt x="4780506" y="3578222"/>
                </a:lnTo>
                <a:lnTo>
                  <a:pt x="2604044" y="3578222"/>
                </a:lnTo>
                <a:close/>
                <a:moveTo>
                  <a:pt x="0" y="2066923"/>
                </a:moveTo>
                <a:lnTo>
                  <a:pt x="2533843" y="2066923"/>
                </a:lnTo>
                <a:lnTo>
                  <a:pt x="2533843" y="3578222"/>
                </a:lnTo>
                <a:lnTo>
                  <a:pt x="0" y="3578222"/>
                </a:lnTo>
                <a:close/>
                <a:moveTo>
                  <a:pt x="2604046" y="0"/>
                </a:moveTo>
                <a:lnTo>
                  <a:pt x="4780509" y="0"/>
                </a:lnTo>
                <a:lnTo>
                  <a:pt x="4780509" y="1987550"/>
                </a:lnTo>
                <a:lnTo>
                  <a:pt x="2604046" y="1987550"/>
                </a:lnTo>
                <a:close/>
                <a:moveTo>
                  <a:pt x="2" y="0"/>
                </a:moveTo>
                <a:lnTo>
                  <a:pt x="2533845" y="0"/>
                </a:lnTo>
                <a:lnTo>
                  <a:pt x="2533845" y="1987550"/>
                </a:lnTo>
                <a:lnTo>
                  <a:pt x="2" y="1987550"/>
                </a:lnTo>
                <a:close/>
                <a:moveTo>
                  <a:pt x="7097365" y="0"/>
                </a:moveTo>
                <a:lnTo>
                  <a:pt x="9273828" y="0"/>
                </a:lnTo>
                <a:lnTo>
                  <a:pt x="9273828" y="1987550"/>
                </a:lnTo>
                <a:lnTo>
                  <a:pt x="7097365" y="1987550"/>
                </a:lnTo>
                <a:close/>
                <a:moveTo>
                  <a:pt x="4850705" y="0"/>
                </a:moveTo>
                <a:lnTo>
                  <a:pt x="7027168" y="0"/>
                </a:lnTo>
                <a:lnTo>
                  <a:pt x="7027168" y="1987550"/>
                </a:lnTo>
                <a:lnTo>
                  <a:pt x="4850705" y="1987550"/>
                </a:lnTo>
                <a:close/>
                <a:moveTo>
                  <a:pt x="9344025" y="0"/>
                </a:moveTo>
                <a:lnTo>
                  <a:pt x="11520488" y="0"/>
                </a:lnTo>
                <a:lnTo>
                  <a:pt x="11520488" y="1987550"/>
                </a:lnTo>
                <a:lnTo>
                  <a:pt x="9344025" y="19875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t">
            <a:no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8833402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4406207"/>
            <a:ext cx="10439400" cy="1175444"/>
          </a:xfrm>
        </p:spPr>
        <p:txBody>
          <a:bodyPr rtlCol="0" anchor="ctr"/>
          <a:lstStyle>
            <a:lvl1pPr algn="ctr">
              <a:defRPr sz="600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0" y="0"/>
            <a:ext cx="12191999" cy="2847975"/>
          </a:xfrm>
          <a:prstGeom prst="rect">
            <a:avLst/>
          </a:prstGeom>
          <a:solidFill>
            <a:srgbClr val="061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230D70C6-13FD-45D4-8FB6-26C56B8FF2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260350"/>
            <a:ext cx="11520488" cy="365759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10ED78A-2A17-41C4-9030-D406C56DDF4A}"/>
              </a:ext>
            </a:extLst>
          </p:cNvPr>
          <p:cNvSpPr/>
          <p:nvPr userDrawn="1"/>
        </p:nvSpPr>
        <p:spPr>
          <a:xfrm>
            <a:off x="5795961" y="3914082"/>
            <a:ext cx="600075" cy="291898"/>
          </a:xfrm>
          <a:prstGeom prst="rect">
            <a:avLst/>
          </a:prstGeom>
          <a:solidFill>
            <a:srgbClr val="061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544582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0A6C789F-805A-4494-8430-C63414191AC2}"/>
              </a:ext>
            </a:extLst>
          </p:cNvPr>
          <p:cNvSpPr/>
          <p:nvPr userDrawn="1"/>
        </p:nvSpPr>
        <p:spPr>
          <a:xfrm>
            <a:off x="371475" y="1526382"/>
            <a:ext cx="3595688" cy="45624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5A73287-EED0-4EEC-8007-E2C13366027B}"/>
              </a:ext>
            </a:extLst>
          </p:cNvPr>
          <p:cNvSpPr/>
          <p:nvPr userDrawn="1"/>
        </p:nvSpPr>
        <p:spPr>
          <a:xfrm>
            <a:off x="8224838" y="1526382"/>
            <a:ext cx="3595688" cy="4562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026" y="1724025"/>
            <a:ext cx="3143250" cy="41910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282" y="1712119"/>
            <a:ext cx="3142800" cy="41910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67163" y="1233488"/>
            <a:ext cx="4257675" cy="514826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1876615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A5A73287-EED0-4EEC-8007-E2C13366027B}"/>
              </a:ext>
            </a:extLst>
          </p:cNvPr>
          <p:cNvSpPr/>
          <p:nvPr userDrawn="1"/>
        </p:nvSpPr>
        <p:spPr>
          <a:xfrm>
            <a:off x="6200775" y="1233487"/>
            <a:ext cx="5619751" cy="27336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3054" y="1357414"/>
            <a:ext cx="5255193" cy="240486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5757863" cy="24156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1" name="Marcador de posición de imagen 6">
            <a:extLst>
              <a:ext uri="{FF2B5EF4-FFF2-40B4-BE49-F238E27FC236}">
                <a16:creationId xmlns:a16="http://schemas.microsoft.com/office/drawing/2014/main" id="{B9795E85-7B91-41BB-9DF4-A4893AA48F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0775" y="3967163"/>
            <a:ext cx="5619750" cy="24145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B372D75-4BAD-4C47-AE7D-0F2711031EEC}"/>
              </a:ext>
            </a:extLst>
          </p:cNvPr>
          <p:cNvSpPr/>
          <p:nvPr userDrawn="1"/>
        </p:nvSpPr>
        <p:spPr>
          <a:xfrm>
            <a:off x="371475" y="3643799"/>
            <a:ext cx="5757863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2406" y="3848474"/>
            <a:ext cx="5256000" cy="24048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42810182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11520488" cy="2381361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B372D75-4BAD-4C47-AE7D-0F2711031EEC}"/>
              </a:ext>
            </a:extLst>
          </p:cNvPr>
          <p:cNvSpPr/>
          <p:nvPr userDrawn="1"/>
        </p:nvSpPr>
        <p:spPr>
          <a:xfrm>
            <a:off x="371475" y="3643799"/>
            <a:ext cx="11520488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3054" y="3808206"/>
            <a:ext cx="5255193" cy="240486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2406" y="3808236"/>
            <a:ext cx="5256000" cy="24048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C15E3050-1157-4448-A84E-5AC72FC84A7F}"/>
              </a:ext>
            </a:extLst>
          </p:cNvPr>
          <p:cNvCxnSpPr/>
          <p:nvPr userDrawn="1"/>
        </p:nvCxnSpPr>
        <p:spPr>
          <a:xfrm>
            <a:off x="6131719" y="3774712"/>
            <a:ext cx="0" cy="247184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3863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F30BCBF1-64A6-4051-BC31-B793E99731A6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115DEB4D-1697-4E72-B2BF-F5EA1EF3B009}"/>
              </a:ext>
            </a:extLst>
          </p:cNvPr>
          <p:cNvSpPr/>
          <p:nvPr userDrawn="1"/>
        </p:nvSpPr>
        <p:spPr>
          <a:xfrm>
            <a:off x="7162799" y="3052634"/>
            <a:ext cx="1368533" cy="113014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334424"/>
            <a:ext cx="4448175" cy="1520824"/>
          </a:xfrm>
        </p:spPr>
        <p:txBody>
          <a:bodyPr rtlCol="0" anchor="b">
            <a:noAutofit/>
          </a:bodyPr>
          <a:lstStyle>
            <a:lvl1pPr>
              <a:defRPr sz="36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09563" y="3118775"/>
            <a:ext cx="2927311" cy="3081999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1475" y="3118776"/>
            <a:ext cx="2926800" cy="3081922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25" name="Marcador de posición de imagen 24">
            <a:extLst>
              <a:ext uri="{FF2B5EF4-FFF2-40B4-BE49-F238E27FC236}">
                <a16:creationId xmlns:a16="http://schemas.microsoft.com/office/drawing/2014/main" id="{84421AF3-217F-49BD-BF47-1140F3F445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908415" y="-4277"/>
            <a:ext cx="7283585" cy="6204974"/>
          </a:xfrm>
          <a:custGeom>
            <a:avLst/>
            <a:gdLst>
              <a:gd name="connsiteX0" fmla="*/ 4914900 w 7283585"/>
              <a:gd name="connsiteY0" fmla="*/ 4064000 h 6204974"/>
              <a:gd name="connsiteX1" fmla="*/ 7283585 w 7283585"/>
              <a:gd name="connsiteY1" fmla="*/ 4064000 h 6204974"/>
              <a:gd name="connsiteX2" fmla="*/ 7283585 w 7283585"/>
              <a:gd name="connsiteY2" fmla="*/ 6204974 h 6204974"/>
              <a:gd name="connsiteX3" fmla="*/ 4914900 w 7283585"/>
              <a:gd name="connsiteY3" fmla="*/ 6204974 h 6204974"/>
              <a:gd name="connsiteX4" fmla="*/ 4914900 w 7283585"/>
              <a:gd name="connsiteY4" fmla="*/ 2032000 h 6204974"/>
              <a:gd name="connsiteX5" fmla="*/ 7283585 w 7283585"/>
              <a:gd name="connsiteY5" fmla="*/ 2032000 h 6204974"/>
              <a:gd name="connsiteX6" fmla="*/ 7283585 w 7283585"/>
              <a:gd name="connsiteY6" fmla="*/ 3946525 h 6204974"/>
              <a:gd name="connsiteX7" fmla="*/ 4914900 w 7283585"/>
              <a:gd name="connsiteY7" fmla="*/ 3946525 h 6204974"/>
              <a:gd name="connsiteX8" fmla="*/ 2457450 w 7283585"/>
              <a:gd name="connsiteY8" fmla="*/ 2032000 h 6204974"/>
              <a:gd name="connsiteX9" fmla="*/ 4826135 w 7283585"/>
              <a:gd name="connsiteY9" fmla="*/ 2032000 h 6204974"/>
              <a:gd name="connsiteX10" fmla="*/ 4826135 w 7283585"/>
              <a:gd name="connsiteY10" fmla="*/ 3946525 h 6204974"/>
              <a:gd name="connsiteX11" fmla="*/ 2457450 w 7283585"/>
              <a:gd name="connsiteY11" fmla="*/ 3946525 h 6204974"/>
              <a:gd name="connsiteX12" fmla="*/ 0 w 7283585"/>
              <a:gd name="connsiteY12" fmla="*/ 8552 h 6204974"/>
              <a:gd name="connsiteX13" fmla="*/ 2368685 w 7283585"/>
              <a:gd name="connsiteY13" fmla="*/ 8552 h 6204974"/>
              <a:gd name="connsiteX14" fmla="*/ 2368685 w 7283585"/>
              <a:gd name="connsiteY14" fmla="*/ 1923077 h 6204974"/>
              <a:gd name="connsiteX15" fmla="*/ 0 w 7283585"/>
              <a:gd name="connsiteY15" fmla="*/ 1923077 h 6204974"/>
              <a:gd name="connsiteX16" fmla="*/ 2457450 w 7283585"/>
              <a:gd name="connsiteY16" fmla="*/ 4276 h 6204974"/>
              <a:gd name="connsiteX17" fmla="*/ 4826135 w 7283585"/>
              <a:gd name="connsiteY17" fmla="*/ 4276 h 6204974"/>
              <a:gd name="connsiteX18" fmla="*/ 4826135 w 7283585"/>
              <a:gd name="connsiteY18" fmla="*/ 1918801 h 6204974"/>
              <a:gd name="connsiteX19" fmla="*/ 2457450 w 7283585"/>
              <a:gd name="connsiteY19" fmla="*/ 1918801 h 6204974"/>
              <a:gd name="connsiteX20" fmla="*/ 4914900 w 7283585"/>
              <a:gd name="connsiteY20" fmla="*/ 0 h 6204974"/>
              <a:gd name="connsiteX21" fmla="*/ 7283585 w 7283585"/>
              <a:gd name="connsiteY21" fmla="*/ 0 h 6204974"/>
              <a:gd name="connsiteX22" fmla="*/ 7283585 w 7283585"/>
              <a:gd name="connsiteY22" fmla="*/ 1914525 h 6204974"/>
              <a:gd name="connsiteX23" fmla="*/ 4914900 w 7283585"/>
              <a:gd name="connsiteY23" fmla="*/ 1914525 h 6204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83585" h="6204974">
                <a:moveTo>
                  <a:pt x="4914900" y="4064000"/>
                </a:moveTo>
                <a:lnTo>
                  <a:pt x="7283585" y="4064000"/>
                </a:lnTo>
                <a:lnTo>
                  <a:pt x="7283585" y="6204974"/>
                </a:lnTo>
                <a:lnTo>
                  <a:pt x="4914900" y="6204974"/>
                </a:lnTo>
                <a:close/>
                <a:moveTo>
                  <a:pt x="4914900" y="2032000"/>
                </a:moveTo>
                <a:lnTo>
                  <a:pt x="7283585" y="2032000"/>
                </a:lnTo>
                <a:lnTo>
                  <a:pt x="7283585" y="3946525"/>
                </a:lnTo>
                <a:lnTo>
                  <a:pt x="4914900" y="3946525"/>
                </a:lnTo>
                <a:close/>
                <a:moveTo>
                  <a:pt x="2457450" y="2032000"/>
                </a:moveTo>
                <a:lnTo>
                  <a:pt x="4826135" y="2032000"/>
                </a:lnTo>
                <a:lnTo>
                  <a:pt x="4826135" y="3946525"/>
                </a:lnTo>
                <a:lnTo>
                  <a:pt x="2457450" y="3946525"/>
                </a:lnTo>
                <a:close/>
                <a:moveTo>
                  <a:pt x="0" y="8552"/>
                </a:moveTo>
                <a:lnTo>
                  <a:pt x="2368685" y="8552"/>
                </a:lnTo>
                <a:lnTo>
                  <a:pt x="2368685" y="1923077"/>
                </a:lnTo>
                <a:lnTo>
                  <a:pt x="0" y="1923077"/>
                </a:lnTo>
                <a:close/>
                <a:moveTo>
                  <a:pt x="2457450" y="4276"/>
                </a:moveTo>
                <a:lnTo>
                  <a:pt x="4826135" y="4276"/>
                </a:lnTo>
                <a:lnTo>
                  <a:pt x="4826135" y="1918801"/>
                </a:lnTo>
                <a:lnTo>
                  <a:pt x="2457450" y="1918801"/>
                </a:lnTo>
                <a:close/>
                <a:moveTo>
                  <a:pt x="4914900" y="0"/>
                </a:moveTo>
                <a:lnTo>
                  <a:pt x="7283585" y="0"/>
                </a:lnTo>
                <a:lnTo>
                  <a:pt x="7283585" y="1914525"/>
                </a:lnTo>
                <a:lnTo>
                  <a:pt x="4914900" y="191452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75378D9-445B-4812-AE73-9B2CF92DCDF1}"/>
              </a:ext>
            </a:extLst>
          </p:cNvPr>
          <p:cNvSpPr/>
          <p:nvPr userDrawn="1"/>
        </p:nvSpPr>
        <p:spPr>
          <a:xfrm>
            <a:off x="6210299" y="2027725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B569B8CC-B741-4501-A871-F6CC58941F5C}"/>
              </a:ext>
            </a:extLst>
          </p:cNvPr>
          <p:cNvSpPr/>
          <p:nvPr userDrawn="1"/>
        </p:nvSpPr>
        <p:spPr>
          <a:xfrm>
            <a:off x="8661263" y="4055448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8ED9C5BC-5F16-4DC8-BAA3-30A378B7F5FB}"/>
              </a:ext>
            </a:extLst>
          </p:cNvPr>
          <p:cNvCxnSpPr>
            <a:cxnSpLocks/>
          </p:cNvCxnSpPr>
          <p:nvPr userDrawn="1"/>
        </p:nvCxnSpPr>
        <p:spPr>
          <a:xfrm>
            <a:off x="3452019" y="3106075"/>
            <a:ext cx="0" cy="30947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ángulo 23">
            <a:extLst>
              <a:ext uri="{FF2B5EF4-FFF2-40B4-BE49-F238E27FC236}">
                <a16:creationId xmlns:a16="http://schemas.microsoft.com/office/drawing/2014/main" id="{2F0E9B02-FBE7-4B3F-833A-FCDE146B2DAD}"/>
              </a:ext>
            </a:extLst>
          </p:cNvPr>
          <p:cNvSpPr/>
          <p:nvPr userDrawn="1"/>
        </p:nvSpPr>
        <p:spPr>
          <a:xfrm>
            <a:off x="0" y="1405862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2589608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F30BCBF1-64A6-4051-BC31-B793E99731A6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3" name="Marcador de posición de imagen 6">
            <a:extLst>
              <a:ext uri="{FF2B5EF4-FFF2-40B4-BE49-F238E27FC236}">
                <a16:creationId xmlns:a16="http://schemas.microsoft.com/office/drawing/2014/main" id="{73E3AB81-FB3C-492F-8AB9-CFC37EECCE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11520488" cy="61214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F2C4CC9-6F35-4EBF-857F-EBD298D77347}"/>
              </a:ext>
            </a:extLst>
          </p:cNvPr>
          <p:cNvSpPr/>
          <p:nvPr userDrawn="1"/>
        </p:nvSpPr>
        <p:spPr>
          <a:xfrm>
            <a:off x="1578741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1D54A23-014A-49B4-9E28-7641C8A4F0C1}"/>
              </a:ext>
            </a:extLst>
          </p:cNvPr>
          <p:cNvSpPr/>
          <p:nvPr userDrawn="1"/>
        </p:nvSpPr>
        <p:spPr>
          <a:xfrm>
            <a:off x="6184487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4" y="1233488"/>
            <a:ext cx="9016993" cy="761076"/>
          </a:xfrm>
        </p:spPr>
        <p:txBody>
          <a:bodyPr rtlCol="0" anchor="ctr">
            <a:noAutofit/>
          </a:bodyPr>
          <a:lstStyle>
            <a:lvl1pPr algn="ctr">
              <a:defRPr sz="36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091" y="2424864"/>
            <a:ext cx="4132800" cy="28332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22820" y="2424864"/>
            <a:ext cx="4131850" cy="2832101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1069587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13E1565-5B33-4914-9800-50B8400266FF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DE438B2E-01A6-453B-928D-97D9843816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5756" y="260350"/>
            <a:ext cx="11520488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9110570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7" name="Marcador de posición de imagen 26">
            <a:extLst>
              <a:ext uri="{FF2B5EF4-FFF2-40B4-BE49-F238E27FC236}">
                <a16:creationId xmlns:a16="http://schemas.microsoft.com/office/drawing/2014/main" id="{404FC023-3732-4036-B4DA-F34DC45303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12191999" cy="6857999"/>
          </a:xfrm>
          <a:custGeom>
            <a:avLst/>
            <a:gdLst>
              <a:gd name="connsiteX0" fmla="*/ 9194799 w 12191999"/>
              <a:gd name="connsiteY0" fmla="*/ 4114799 h 6108699"/>
              <a:gd name="connsiteX1" fmla="*/ 12191999 w 12191999"/>
              <a:gd name="connsiteY1" fmla="*/ 4114799 h 6108699"/>
              <a:gd name="connsiteX2" fmla="*/ 12191999 w 12191999"/>
              <a:gd name="connsiteY2" fmla="*/ 6108699 h 6108699"/>
              <a:gd name="connsiteX3" fmla="*/ 9194799 w 12191999"/>
              <a:gd name="connsiteY3" fmla="*/ 6108699 h 6108699"/>
              <a:gd name="connsiteX4" fmla="*/ 6129865 w 12191999"/>
              <a:gd name="connsiteY4" fmla="*/ 4114799 h 6108699"/>
              <a:gd name="connsiteX5" fmla="*/ 9127065 w 12191999"/>
              <a:gd name="connsiteY5" fmla="*/ 4114799 h 6108699"/>
              <a:gd name="connsiteX6" fmla="*/ 9127065 w 12191999"/>
              <a:gd name="connsiteY6" fmla="*/ 6108699 h 6108699"/>
              <a:gd name="connsiteX7" fmla="*/ 6129865 w 12191999"/>
              <a:gd name="connsiteY7" fmla="*/ 6108699 h 6108699"/>
              <a:gd name="connsiteX8" fmla="*/ 3064933 w 12191999"/>
              <a:gd name="connsiteY8" fmla="*/ 4114799 h 6108699"/>
              <a:gd name="connsiteX9" fmla="*/ 6062132 w 12191999"/>
              <a:gd name="connsiteY9" fmla="*/ 4114799 h 6108699"/>
              <a:gd name="connsiteX10" fmla="*/ 6062132 w 12191999"/>
              <a:gd name="connsiteY10" fmla="*/ 6108699 h 6108699"/>
              <a:gd name="connsiteX11" fmla="*/ 3064933 w 12191999"/>
              <a:gd name="connsiteY11" fmla="*/ 6108699 h 6108699"/>
              <a:gd name="connsiteX12" fmla="*/ 0 w 12191999"/>
              <a:gd name="connsiteY12" fmla="*/ 4114799 h 6108699"/>
              <a:gd name="connsiteX13" fmla="*/ 2997200 w 12191999"/>
              <a:gd name="connsiteY13" fmla="*/ 4114799 h 6108699"/>
              <a:gd name="connsiteX14" fmla="*/ 2997200 w 12191999"/>
              <a:gd name="connsiteY14" fmla="*/ 6108699 h 6108699"/>
              <a:gd name="connsiteX15" fmla="*/ 0 w 12191999"/>
              <a:gd name="connsiteY15" fmla="*/ 6108699 h 6108699"/>
              <a:gd name="connsiteX16" fmla="*/ 9194799 w 12191999"/>
              <a:gd name="connsiteY16" fmla="*/ 2057400 h 6108699"/>
              <a:gd name="connsiteX17" fmla="*/ 12191999 w 12191999"/>
              <a:gd name="connsiteY17" fmla="*/ 2057400 h 6108699"/>
              <a:gd name="connsiteX18" fmla="*/ 12191999 w 12191999"/>
              <a:gd name="connsiteY18" fmla="*/ 4051299 h 6108699"/>
              <a:gd name="connsiteX19" fmla="*/ 9194799 w 12191999"/>
              <a:gd name="connsiteY19" fmla="*/ 4051299 h 6108699"/>
              <a:gd name="connsiteX20" fmla="*/ 6129865 w 12191999"/>
              <a:gd name="connsiteY20" fmla="*/ 2057400 h 6108699"/>
              <a:gd name="connsiteX21" fmla="*/ 9127065 w 12191999"/>
              <a:gd name="connsiteY21" fmla="*/ 2057400 h 6108699"/>
              <a:gd name="connsiteX22" fmla="*/ 9127065 w 12191999"/>
              <a:gd name="connsiteY22" fmla="*/ 4051299 h 6108699"/>
              <a:gd name="connsiteX23" fmla="*/ 6129865 w 12191999"/>
              <a:gd name="connsiteY23" fmla="*/ 4051299 h 6108699"/>
              <a:gd name="connsiteX24" fmla="*/ 3064934 w 12191999"/>
              <a:gd name="connsiteY24" fmla="*/ 2057400 h 6108699"/>
              <a:gd name="connsiteX25" fmla="*/ 6062132 w 12191999"/>
              <a:gd name="connsiteY25" fmla="*/ 2057400 h 6108699"/>
              <a:gd name="connsiteX26" fmla="*/ 6062132 w 12191999"/>
              <a:gd name="connsiteY26" fmla="*/ 4051299 h 6108699"/>
              <a:gd name="connsiteX27" fmla="*/ 3064934 w 12191999"/>
              <a:gd name="connsiteY27" fmla="*/ 4051299 h 6108699"/>
              <a:gd name="connsiteX28" fmla="*/ 0 w 12191999"/>
              <a:gd name="connsiteY28" fmla="*/ 2057400 h 6108699"/>
              <a:gd name="connsiteX29" fmla="*/ 2997200 w 12191999"/>
              <a:gd name="connsiteY29" fmla="*/ 2057400 h 6108699"/>
              <a:gd name="connsiteX30" fmla="*/ 2997200 w 12191999"/>
              <a:gd name="connsiteY30" fmla="*/ 4051299 h 6108699"/>
              <a:gd name="connsiteX31" fmla="*/ 0 w 12191999"/>
              <a:gd name="connsiteY31" fmla="*/ 4051299 h 6108699"/>
              <a:gd name="connsiteX32" fmla="*/ 9194799 w 12191999"/>
              <a:gd name="connsiteY32" fmla="*/ 0 h 6108699"/>
              <a:gd name="connsiteX33" fmla="*/ 12191999 w 12191999"/>
              <a:gd name="connsiteY33" fmla="*/ 0 h 6108699"/>
              <a:gd name="connsiteX34" fmla="*/ 12191999 w 12191999"/>
              <a:gd name="connsiteY34" fmla="*/ 1993900 h 6108699"/>
              <a:gd name="connsiteX35" fmla="*/ 9194799 w 12191999"/>
              <a:gd name="connsiteY35" fmla="*/ 1993900 h 6108699"/>
              <a:gd name="connsiteX36" fmla="*/ 6129865 w 12191999"/>
              <a:gd name="connsiteY36" fmla="*/ 0 h 6108699"/>
              <a:gd name="connsiteX37" fmla="*/ 9127065 w 12191999"/>
              <a:gd name="connsiteY37" fmla="*/ 0 h 6108699"/>
              <a:gd name="connsiteX38" fmla="*/ 9127065 w 12191999"/>
              <a:gd name="connsiteY38" fmla="*/ 1993900 h 6108699"/>
              <a:gd name="connsiteX39" fmla="*/ 6129865 w 12191999"/>
              <a:gd name="connsiteY39" fmla="*/ 1993900 h 6108699"/>
              <a:gd name="connsiteX40" fmla="*/ 3064934 w 12191999"/>
              <a:gd name="connsiteY40" fmla="*/ 0 h 6108699"/>
              <a:gd name="connsiteX41" fmla="*/ 6062132 w 12191999"/>
              <a:gd name="connsiteY41" fmla="*/ 0 h 6108699"/>
              <a:gd name="connsiteX42" fmla="*/ 6062132 w 12191999"/>
              <a:gd name="connsiteY42" fmla="*/ 1993900 h 6108699"/>
              <a:gd name="connsiteX43" fmla="*/ 3064934 w 12191999"/>
              <a:gd name="connsiteY43" fmla="*/ 1993900 h 6108699"/>
              <a:gd name="connsiteX44" fmla="*/ 1 w 12191999"/>
              <a:gd name="connsiteY44" fmla="*/ 0 h 6108699"/>
              <a:gd name="connsiteX45" fmla="*/ 2997201 w 12191999"/>
              <a:gd name="connsiteY45" fmla="*/ 0 h 6108699"/>
              <a:gd name="connsiteX46" fmla="*/ 2997201 w 12191999"/>
              <a:gd name="connsiteY46" fmla="*/ 1993900 h 6108699"/>
              <a:gd name="connsiteX47" fmla="*/ 1 w 12191999"/>
              <a:gd name="connsiteY47" fmla="*/ 1993900 h 6108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191999" h="6108699">
                <a:moveTo>
                  <a:pt x="9194799" y="4114799"/>
                </a:moveTo>
                <a:lnTo>
                  <a:pt x="12191999" y="4114799"/>
                </a:lnTo>
                <a:lnTo>
                  <a:pt x="12191999" y="6108699"/>
                </a:lnTo>
                <a:lnTo>
                  <a:pt x="9194799" y="6108699"/>
                </a:lnTo>
                <a:close/>
                <a:moveTo>
                  <a:pt x="6129865" y="4114799"/>
                </a:moveTo>
                <a:lnTo>
                  <a:pt x="9127065" y="4114799"/>
                </a:lnTo>
                <a:lnTo>
                  <a:pt x="9127065" y="6108699"/>
                </a:lnTo>
                <a:lnTo>
                  <a:pt x="6129865" y="6108699"/>
                </a:lnTo>
                <a:close/>
                <a:moveTo>
                  <a:pt x="3064933" y="4114799"/>
                </a:moveTo>
                <a:lnTo>
                  <a:pt x="6062132" y="4114799"/>
                </a:lnTo>
                <a:lnTo>
                  <a:pt x="6062132" y="6108699"/>
                </a:lnTo>
                <a:lnTo>
                  <a:pt x="3064933" y="6108699"/>
                </a:lnTo>
                <a:close/>
                <a:moveTo>
                  <a:pt x="0" y="4114799"/>
                </a:moveTo>
                <a:lnTo>
                  <a:pt x="2997200" y="4114799"/>
                </a:lnTo>
                <a:lnTo>
                  <a:pt x="2997200" y="6108699"/>
                </a:lnTo>
                <a:lnTo>
                  <a:pt x="0" y="6108699"/>
                </a:lnTo>
                <a:close/>
                <a:moveTo>
                  <a:pt x="9194799" y="2057400"/>
                </a:moveTo>
                <a:lnTo>
                  <a:pt x="12191999" y="2057400"/>
                </a:lnTo>
                <a:lnTo>
                  <a:pt x="12191999" y="4051299"/>
                </a:lnTo>
                <a:lnTo>
                  <a:pt x="9194799" y="4051299"/>
                </a:lnTo>
                <a:close/>
                <a:moveTo>
                  <a:pt x="6129865" y="2057400"/>
                </a:moveTo>
                <a:lnTo>
                  <a:pt x="9127065" y="2057400"/>
                </a:lnTo>
                <a:lnTo>
                  <a:pt x="9127065" y="4051299"/>
                </a:lnTo>
                <a:lnTo>
                  <a:pt x="6129865" y="4051299"/>
                </a:lnTo>
                <a:close/>
                <a:moveTo>
                  <a:pt x="3064934" y="2057400"/>
                </a:moveTo>
                <a:lnTo>
                  <a:pt x="6062132" y="2057400"/>
                </a:lnTo>
                <a:lnTo>
                  <a:pt x="6062132" y="4051299"/>
                </a:lnTo>
                <a:lnTo>
                  <a:pt x="3064934" y="4051299"/>
                </a:lnTo>
                <a:close/>
                <a:moveTo>
                  <a:pt x="0" y="2057400"/>
                </a:moveTo>
                <a:lnTo>
                  <a:pt x="2997200" y="2057400"/>
                </a:lnTo>
                <a:lnTo>
                  <a:pt x="2997200" y="4051299"/>
                </a:lnTo>
                <a:lnTo>
                  <a:pt x="0" y="4051299"/>
                </a:lnTo>
                <a:close/>
                <a:moveTo>
                  <a:pt x="9194799" y="0"/>
                </a:moveTo>
                <a:lnTo>
                  <a:pt x="12191999" y="0"/>
                </a:lnTo>
                <a:lnTo>
                  <a:pt x="12191999" y="1993900"/>
                </a:lnTo>
                <a:lnTo>
                  <a:pt x="9194799" y="1993900"/>
                </a:lnTo>
                <a:close/>
                <a:moveTo>
                  <a:pt x="6129865" y="0"/>
                </a:moveTo>
                <a:lnTo>
                  <a:pt x="9127065" y="0"/>
                </a:lnTo>
                <a:lnTo>
                  <a:pt x="9127065" y="1993900"/>
                </a:lnTo>
                <a:lnTo>
                  <a:pt x="6129865" y="1993900"/>
                </a:lnTo>
                <a:close/>
                <a:moveTo>
                  <a:pt x="3064934" y="0"/>
                </a:moveTo>
                <a:lnTo>
                  <a:pt x="6062132" y="0"/>
                </a:lnTo>
                <a:lnTo>
                  <a:pt x="6062132" y="1993900"/>
                </a:lnTo>
                <a:lnTo>
                  <a:pt x="3064934" y="1993900"/>
                </a:lnTo>
                <a:close/>
                <a:moveTo>
                  <a:pt x="1" y="0"/>
                </a:moveTo>
                <a:lnTo>
                  <a:pt x="2997201" y="0"/>
                </a:lnTo>
                <a:lnTo>
                  <a:pt x="2997201" y="1993900"/>
                </a:lnTo>
                <a:lnTo>
                  <a:pt x="1" y="19939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42216092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44926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5" name="Marcador de posición de imagen 6">
            <a:extLst>
              <a:ext uri="{FF2B5EF4-FFF2-40B4-BE49-F238E27FC236}">
                <a16:creationId xmlns:a16="http://schemas.microsoft.com/office/drawing/2014/main" id="{D9C7DFC2-3A77-4761-A9AF-98963C5CCA0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81575" y="260350"/>
            <a:ext cx="27400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3F6FD22A-5FDA-45EC-BE49-3C0E30A397B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39076" y="260350"/>
            <a:ext cx="4052888" cy="3803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B64BDA74-9644-41EB-984D-939D27B60F3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39076" y="4165600"/>
            <a:ext cx="4052888" cy="239553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41144738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233488"/>
            <a:ext cx="12192001" cy="439102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18F30468-CC2E-4430-88DD-81D548B988FA}"/>
              </a:ext>
            </a:extLst>
          </p:cNvPr>
          <p:cNvGrpSpPr/>
          <p:nvPr userDrawn="1"/>
        </p:nvGrpSpPr>
        <p:grpSpPr>
          <a:xfrm>
            <a:off x="371474" y="260350"/>
            <a:ext cx="644525" cy="973138"/>
            <a:chOff x="371475" y="671713"/>
            <a:chExt cx="496540" cy="836738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BF6F92E0-2218-46A5-A183-84468D9B72A2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9B476586-864B-4C72-91AF-8CF8796C6DE8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sp>
        <p:nvSpPr>
          <p:cNvPr id="10" name="Rectángulo 9">
            <a:extLst>
              <a:ext uri="{FF2B5EF4-FFF2-40B4-BE49-F238E27FC236}">
                <a16:creationId xmlns:a16="http://schemas.microsoft.com/office/drawing/2014/main" id="{38B3D026-83A3-4D78-8B11-A20A6F47170C}"/>
              </a:ext>
            </a:extLst>
          </p:cNvPr>
          <p:cNvSpPr/>
          <p:nvPr userDrawn="1"/>
        </p:nvSpPr>
        <p:spPr>
          <a:xfrm>
            <a:off x="10795001" y="5642462"/>
            <a:ext cx="1397000" cy="12155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3599560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171FC10-F7C3-4841-A705-B83FDE093009}"/>
              </a:ext>
            </a:extLst>
          </p:cNvPr>
          <p:cNvSpPr/>
          <p:nvPr userDrawn="1"/>
        </p:nvSpPr>
        <p:spPr>
          <a:xfrm>
            <a:off x="9398000" y="0"/>
            <a:ext cx="2793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60350"/>
            <a:ext cx="11891963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10350859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2466000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2FAA6CD-8686-4F0E-9F34-3D74AC34027E}"/>
              </a:ext>
            </a:extLst>
          </p:cNvPr>
          <p:cNvSpPr/>
          <p:nvPr userDrawn="1"/>
        </p:nvSpPr>
        <p:spPr>
          <a:xfrm>
            <a:off x="2892285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04445" y="1330963"/>
            <a:ext cx="2986019" cy="1076636"/>
          </a:xfrm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35AFBAA-25FF-494A-937E-3DFC5F737803}"/>
              </a:ext>
            </a:extLst>
          </p:cNvPr>
          <p:cNvSpPr/>
          <p:nvPr userDrawn="1"/>
        </p:nvSpPr>
        <p:spPr>
          <a:xfrm>
            <a:off x="2892284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04445" y="2623930"/>
            <a:ext cx="2986019" cy="344888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1" name="Marcador de posición de imagen 6">
            <a:extLst>
              <a:ext uri="{FF2B5EF4-FFF2-40B4-BE49-F238E27FC236}">
                <a16:creationId xmlns:a16="http://schemas.microsoft.com/office/drawing/2014/main" id="{F36B08A9-4F2C-4D72-A755-CBF0DAD5A4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51738" y="1233487"/>
            <a:ext cx="2464907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CD8F79B-BFE6-4B3E-8853-5C61FDFF46D9}"/>
              </a:ext>
            </a:extLst>
          </p:cNvPr>
          <p:cNvSpPr/>
          <p:nvPr userDrawn="1"/>
        </p:nvSpPr>
        <p:spPr>
          <a:xfrm>
            <a:off x="8673131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>
              <a:solidFill>
                <a:schemeClr val="bg1"/>
              </a:solidFill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3B3569E-E4EC-433C-AFDA-E50961675D8F}"/>
              </a:ext>
            </a:extLst>
          </p:cNvPr>
          <p:cNvSpPr/>
          <p:nvPr userDrawn="1"/>
        </p:nvSpPr>
        <p:spPr>
          <a:xfrm>
            <a:off x="8673130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Marcador de posición de texto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86099" y="1333189"/>
            <a:ext cx="2984400" cy="1074410"/>
          </a:xfrm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86099" y="2623930"/>
            <a:ext cx="2984400" cy="3448881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896188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63827" y="1233488"/>
            <a:ext cx="4828135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2FAA6CD-8686-4F0E-9F34-3D74AC34027E}"/>
              </a:ext>
            </a:extLst>
          </p:cNvPr>
          <p:cNvSpPr/>
          <p:nvPr userDrawn="1"/>
        </p:nvSpPr>
        <p:spPr>
          <a:xfrm>
            <a:off x="371476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3636" y="1330963"/>
            <a:ext cx="2986019" cy="1076636"/>
          </a:xfrm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35AFBAA-25FF-494A-937E-3DFC5F737803}"/>
              </a:ext>
            </a:extLst>
          </p:cNvPr>
          <p:cNvSpPr/>
          <p:nvPr userDrawn="1"/>
        </p:nvSpPr>
        <p:spPr>
          <a:xfrm>
            <a:off x="371475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3636" y="2623930"/>
            <a:ext cx="2986019" cy="344888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CD8F79B-BFE6-4B3E-8853-5C61FDFF46D9}"/>
              </a:ext>
            </a:extLst>
          </p:cNvPr>
          <p:cNvSpPr/>
          <p:nvPr userDrawn="1"/>
        </p:nvSpPr>
        <p:spPr>
          <a:xfrm>
            <a:off x="3717652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>
              <a:solidFill>
                <a:schemeClr val="bg1"/>
              </a:solidFill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3B3569E-E4EC-433C-AFDA-E50961675D8F}"/>
              </a:ext>
            </a:extLst>
          </p:cNvPr>
          <p:cNvSpPr/>
          <p:nvPr userDrawn="1"/>
        </p:nvSpPr>
        <p:spPr>
          <a:xfrm>
            <a:off x="3717651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Marcador de posición de texto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830620" y="1333189"/>
            <a:ext cx="2984400" cy="1074410"/>
          </a:xfrm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830620" y="2623930"/>
            <a:ext cx="2984400" cy="3448881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2588519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11520487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5" name="Marcador de posición de texto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61798" y="2910543"/>
            <a:ext cx="5058000" cy="518457"/>
          </a:xfrm>
        </p:spPr>
        <p:txBody>
          <a:bodyPr rtlCol="0"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61798" y="3523420"/>
            <a:ext cx="5058000" cy="2181641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5142" y="2910543"/>
            <a:ext cx="5058397" cy="518457"/>
          </a:xfrm>
        </p:spPr>
        <p:txBody>
          <a:bodyPr rtlCol="0"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5142" y="3523420"/>
            <a:ext cx="5058397" cy="2181641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6864194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4DB43705-0B3F-4F77-A8BB-08EC09D36A56}"/>
              </a:ext>
            </a:extLst>
          </p:cNvPr>
          <p:cNvSpPr/>
          <p:nvPr userDrawn="1"/>
        </p:nvSpPr>
        <p:spPr>
          <a:xfrm>
            <a:off x="0" y="0"/>
            <a:ext cx="12192000" cy="2146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5" name="Marcador de posición de texto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61797" y="3634443"/>
            <a:ext cx="5630165" cy="518457"/>
          </a:xfrm>
        </p:spPr>
        <p:txBody>
          <a:bodyPr rtlCol="0" anchor="ctr">
            <a:norm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61797" y="4247320"/>
            <a:ext cx="5630165" cy="1953455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6" y="3634443"/>
            <a:ext cx="5582064" cy="518457"/>
          </a:xfrm>
        </p:spPr>
        <p:txBody>
          <a:bodyPr rtlCol="0" anchor="ctr"/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1476" y="4247320"/>
            <a:ext cx="5582064" cy="1953455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1" name="Marcador de posición de imagen 6">
            <a:extLst>
              <a:ext uri="{FF2B5EF4-FFF2-40B4-BE49-F238E27FC236}">
                <a16:creationId xmlns:a16="http://schemas.microsoft.com/office/drawing/2014/main" id="{16CD8AAD-701B-4F23-AB47-6FC68078713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1593851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6" name="Marcador de posición de imagen 6">
            <a:extLst>
              <a:ext uri="{FF2B5EF4-FFF2-40B4-BE49-F238E27FC236}">
                <a16:creationId xmlns:a16="http://schemas.microsoft.com/office/drawing/2014/main" id="{2B9551A7-E41A-4D0E-925B-71270CA0F33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1738" y="1593850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38154248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990C1024-E4C7-44C6-ADC4-870B3D482C3F}"/>
              </a:ext>
            </a:extLst>
          </p:cNvPr>
          <p:cNvSpPr/>
          <p:nvPr userDrawn="1"/>
        </p:nvSpPr>
        <p:spPr>
          <a:xfrm>
            <a:off x="6441279" y="3761720"/>
            <a:ext cx="5446800" cy="240095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DB43705-0B3F-4F77-A8BB-08EC09D36A56}"/>
              </a:ext>
            </a:extLst>
          </p:cNvPr>
          <p:cNvSpPr/>
          <p:nvPr userDrawn="1"/>
        </p:nvSpPr>
        <p:spPr>
          <a:xfrm>
            <a:off x="371474" y="1271588"/>
            <a:ext cx="5445125" cy="240095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10169" y="3956706"/>
            <a:ext cx="5109021" cy="518457"/>
          </a:xfrm>
        </p:spPr>
        <p:txBody>
          <a:bodyPr rtlCol="0"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10169" y="4569583"/>
            <a:ext cx="5109021" cy="1412117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836" y="1462743"/>
            <a:ext cx="5108400" cy="518457"/>
          </a:xfrm>
        </p:spPr>
        <p:txBody>
          <a:bodyPr rtlCol="0"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9836" y="2075621"/>
            <a:ext cx="5108400" cy="1391480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7" name="Marcador de posición de imagen 6">
            <a:extLst>
              <a:ext uri="{FF2B5EF4-FFF2-40B4-BE49-F238E27FC236}">
                <a16:creationId xmlns:a16="http://schemas.microsoft.com/office/drawing/2014/main" id="{9DFBCB44-5019-402B-BEC3-12F7F5526F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0101" y="1271588"/>
            <a:ext cx="6012000" cy="240095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8" name="Marcador de posición de imagen 6">
            <a:extLst>
              <a:ext uri="{FF2B5EF4-FFF2-40B4-BE49-F238E27FC236}">
                <a16:creationId xmlns:a16="http://schemas.microsoft.com/office/drawing/2014/main" id="{8CD826C9-080C-4638-B261-376BD8B316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1475" y="3758268"/>
            <a:ext cx="6011800" cy="240095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35654903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editar el estilo de título del patrón</a:t>
            </a:r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6E5460C4-49C1-4270-BC58-5EEBC776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5572125" cy="3973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9837" y="2227263"/>
            <a:ext cx="5572125" cy="3973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5661614-E5E5-43DF-A12A-7BE84E58EE3B}"/>
              </a:ext>
            </a:extLst>
          </p:cNvPr>
          <p:cNvSpPr/>
          <p:nvPr userDrawn="1"/>
        </p:nvSpPr>
        <p:spPr>
          <a:xfrm>
            <a:off x="371475" y="5271760"/>
            <a:ext cx="5572125" cy="9290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161B260-71A2-402A-A38D-FE2C484B7F99}"/>
              </a:ext>
            </a:extLst>
          </p:cNvPr>
          <p:cNvSpPr/>
          <p:nvPr userDrawn="1"/>
        </p:nvSpPr>
        <p:spPr>
          <a:xfrm>
            <a:off x="6319836" y="1233488"/>
            <a:ext cx="5572125" cy="92901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4987" y="5380667"/>
            <a:ext cx="5245100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0" name="Marcador de texto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83348" y="1342395"/>
            <a:ext cx="5245100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</p:spTree>
    <p:extLst>
      <p:ext uri="{BB962C8B-B14F-4D97-AF65-F5344CB8AC3E}">
        <p14:creationId xmlns:p14="http://schemas.microsoft.com/office/powerpoint/2010/main" val="28786417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99" y="4517395"/>
            <a:ext cx="5372096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0" name="Marcador de texto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4749" y="1642105"/>
            <a:ext cx="5372096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0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F9F3577-4130-4F32-9302-DA8838D30560}"/>
              </a:ext>
            </a:extLst>
          </p:cNvPr>
          <p:cNvSpPr/>
          <p:nvPr userDrawn="1"/>
        </p:nvSpPr>
        <p:spPr>
          <a:xfrm>
            <a:off x="10337800" y="5122548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699" y="571500"/>
            <a:ext cx="5372097" cy="383984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4748" y="2429505"/>
            <a:ext cx="5372097" cy="385699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6818698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1932303"/>
            <a:ext cx="12192000" cy="2917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699" y="1470977"/>
            <a:ext cx="5372097" cy="383984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4748" y="1462403"/>
            <a:ext cx="5372097" cy="385699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99" y="5451475"/>
            <a:ext cx="5372096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0" name="Marcador de texto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4748" y="591502"/>
            <a:ext cx="5372096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AF4B4D45-80E3-42F8-B437-4182608210C3}"/>
              </a:ext>
            </a:extLst>
          </p:cNvPr>
          <p:cNvGrpSpPr/>
          <p:nvPr userDrawn="1"/>
        </p:nvGrpSpPr>
        <p:grpSpPr>
          <a:xfrm>
            <a:off x="5387974" y="422433"/>
            <a:ext cx="644525" cy="973138"/>
            <a:chOff x="371475" y="671713"/>
            <a:chExt cx="496540" cy="836738"/>
          </a:xfrm>
          <a:solidFill>
            <a:schemeClr val="accent6"/>
          </a:solidFill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D670E361-AF23-4722-9250-CCF26B3C5884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BDE16CED-9FCD-4407-99EF-FFBE689DA9F1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FA147081-5AFB-463F-B27C-7A0C4CA0573B}"/>
              </a:ext>
            </a:extLst>
          </p:cNvPr>
          <p:cNvGrpSpPr/>
          <p:nvPr userDrawn="1"/>
        </p:nvGrpSpPr>
        <p:grpSpPr>
          <a:xfrm flipH="1">
            <a:off x="6248401" y="5451475"/>
            <a:ext cx="644525" cy="973138"/>
            <a:chOff x="371475" y="671713"/>
            <a:chExt cx="496540" cy="836738"/>
          </a:xfrm>
          <a:solidFill>
            <a:schemeClr val="accent6"/>
          </a:solidFill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AE24567E-B0AE-4E55-A5FB-3019A9598162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4918E6C0-B582-4943-9462-FE9740846585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</p:spTree>
    <p:extLst>
      <p:ext uri="{BB962C8B-B14F-4D97-AF65-F5344CB8AC3E}">
        <p14:creationId xmlns:p14="http://schemas.microsoft.com/office/powerpoint/2010/main" val="4933882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19200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1" y="0"/>
            <a:ext cx="6019799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351" y="5008563"/>
            <a:ext cx="4910400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0" name="Marcador de texto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593" y="5008563"/>
            <a:ext cx="4908708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</p:spTree>
    <p:extLst>
      <p:ext uri="{BB962C8B-B14F-4D97-AF65-F5344CB8AC3E}">
        <p14:creationId xmlns:p14="http://schemas.microsoft.com/office/powerpoint/2010/main" val="33037322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0"/>
            <a:ext cx="5372096" cy="6857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5618153" cy="63007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7E2F46B-C34E-40D3-9D43-BBA43EDFC924}"/>
              </a:ext>
            </a:extLst>
          </p:cNvPr>
          <p:cNvSpPr/>
          <p:nvPr userDrawn="1"/>
        </p:nvSpPr>
        <p:spPr>
          <a:xfrm>
            <a:off x="6819906" y="-18257"/>
            <a:ext cx="5372096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0147" y="260350"/>
            <a:ext cx="5619600" cy="63007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351" y="5008563"/>
            <a:ext cx="4910400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0" name="Marcador de texto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593" y="5008563"/>
            <a:ext cx="4908708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</p:spTree>
    <p:extLst>
      <p:ext uri="{BB962C8B-B14F-4D97-AF65-F5344CB8AC3E}">
        <p14:creationId xmlns:p14="http://schemas.microsoft.com/office/powerpoint/2010/main" val="3633710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editar el estilo de título del patrón</a:t>
            </a:r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6E5460C4-49C1-4270-BC58-5EEBC776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E2950CCA-59F9-4C47-A5BA-294E9EDCBABE}"/>
              </a:ext>
            </a:extLst>
          </p:cNvPr>
          <p:cNvSpPr/>
          <p:nvPr userDrawn="1"/>
        </p:nvSpPr>
        <p:spPr>
          <a:xfrm>
            <a:off x="371475" y="1233488"/>
            <a:ext cx="2776354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EB5BF167-B9E6-4F02-9FA8-3CA79D552F0E}"/>
              </a:ext>
            </a:extLst>
          </p:cNvPr>
          <p:cNvSpPr/>
          <p:nvPr userDrawn="1"/>
        </p:nvSpPr>
        <p:spPr>
          <a:xfrm>
            <a:off x="3286186" y="1233488"/>
            <a:ext cx="2776354" cy="49672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48694DE-D82B-49DB-8A45-D1DD4C9BCEF1}"/>
              </a:ext>
            </a:extLst>
          </p:cNvPr>
          <p:cNvSpPr/>
          <p:nvPr userDrawn="1"/>
        </p:nvSpPr>
        <p:spPr>
          <a:xfrm>
            <a:off x="6200897" y="1233488"/>
            <a:ext cx="2776354" cy="4967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407C1370-8D38-4641-8D37-30A1218A4372}"/>
              </a:ext>
            </a:extLst>
          </p:cNvPr>
          <p:cNvSpPr/>
          <p:nvPr userDrawn="1"/>
        </p:nvSpPr>
        <p:spPr>
          <a:xfrm>
            <a:off x="9115608" y="1246188"/>
            <a:ext cx="2776354" cy="49672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CE3EDDE5-9B23-44D7-8546-0B2365B42B16}"/>
              </a:ext>
            </a:extLst>
          </p:cNvPr>
          <p:cNvCxnSpPr/>
          <p:nvPr userDrawn="1"/>
        </p:nvCxnSpPr>
        <p:spPr>
          <a:xfrm>
            <a:off x="591252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B9D259D5-D3C0-4B60-B2D9-9B6DFFD270D8}"/>
              </a:ext>
            </a:extLst>
          </p:cNvPr>
          <p:cNvCxnSpPr/>
          <p:nvPr userDrawn="1"/>
        </p:nvCxnSpPr>
        <p:spPr>
          <a:xfrm>
            <a:off x="3505963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0710C392-9E34-4640-AC70-210A1B8C47B5}"/>
              </a:ext>
            </a:extLst>
          </p:cNvPr>
          <p:cNvCxnSpPr/>
          <p:nvPr userDrawn="1"/>
        </p:nvCxnSpPr>
        <p:spPr>
          <a:xfrm>
            <a:off x="6420674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D7A92E0B-B060-48FA-A650-36894FF4B216}"/>
              </a:ext>
            </a:extLst>
          </p:cNvPr>
          <p:cNvCxnSpPr/>
          <p:nvPr userDrawn="1"/>
        </p:nvCxnSpPr>
        <p:spPr>
          <a:xfrm>
            <a:off x="9335385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Marcador de posición de imagen 33">
            <a:extLst>
              <a:ext uri="{FF2B5EF4-FFF2-40B4-BE49-F238E27FC236}">
                <a16:creationId xmlns:a16="http://schemas.microsoft.com/office/drawing/2014/main" id="{D9056F2B-EAFD-4A57-BB92-D14816C84D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300" y="1739900"/>
            <a:ext cx="1689100" cy="1397000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5" name="Marcador de posición de imagen 33">
            <a:extLst>
              <a:ext uri="{FF2B5EF4-FFF2-40B4-BE49-F238E27FC236}">
                <a16:creationId xmlns:a16="http://schemas.microsoft.com/office/drawing/2014/main" id="{E65006DE-F797-4019-BB72-F484F9FE7E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29813" y="4263232"/>
            <a:ext cx="1689100" cy="1397000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6" name="Marcador de posición de imagen 33">
            <a:extLst>
              <a:ext uri="{FF2B5EF4-FFF2-40B4-BE49-F238E27FC236}">
                <a16:creationId xmlns:a16="http://schemas.microsoft.com/office/drawing/2014/main" id="{0947D252-5545-4406-8764-B7712464DA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44524" y="1739900"/>
            <a:ext cx="1689100" cy="1397000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8" name="Marcador de posición de imagen 33">
            <a:extLst>
              <a:ext uri="{FF2B5EF4-FFF2-40B4-BE49-F238E27FC236}">
                <a16:creationId xmlns:a16="http://schemas.microsoft.com/office/drawing/2014/main" id="{DD89F80C-C1D7-4F63-BAD2-F4EE1F9A162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659235" y="4263232"/>
            <a:ext cx="1689100" cy="1397000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0" name="Marcador de texto 39">
            <a:extLst>
              <a:ext uri="{FF2B5EF4-FFF2-40B4-BE49-F238E27FC236}">
                <a16:creationId xmlns:a16="http://schemas.microsoft.com/office/drawing/2014/main" id="{08BBFEC8-B6BE-4768-9284-26D98C06FF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0550" y="3949700"/>
            <a:ext cx="2336800" cy="1854200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1" name="Marcador de texto 39">
            <a:extLst>
              <a:ext uri="{FF2B5EF4-FFF2-40B4-BE49-F238E27FC236}">
                <a16:creationId xmlns:a16="http://schemas.microsoft.com/office/drawing/2014/main" id="{D12C79C2-427D-418B-8FFA-C27D8F2C98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05963" y="1595835"/>
            <a:ext cx="2336800" cy="1854200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2" name="Marcador de texto 39">
            <a:extLst>
              <a:ext uri="{FF2B5EF4-FFF2-40B4-BE49-F238E27FC236}">
                <a16:creationId xmlns:a16="http://schemas.microsoft.com/office/drawing/2014/main" id="{0FD568C4-A06D-4A56-B7D6-AF338F5C329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20674" y="3949700"/>
            <a:ext cx="2336800" cy="1854200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3" name="Marcador de texto 39">
            <a:extLst>
              <a:ext uri="{FF2B5EF4-FFF2-40B4-BE49-F238E27FC236}">
                <a16:creationId xmlns:a16="http://schemas.microsoft.com/office/drawing/2014/main" id="{76B41443-1233-4172-B61C-7CC516D8880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35385" y="1595835"/>
            <a:ext cx="2336800" cy="1854200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</p:spTree>
    <p:extLst>
      <p:ext uri="{BB962C8B-B14F-4D97-AF65-F5344CB8AC3E}">
        <p14:creationId xmlns:p14="http://schemas.microsoft.com/office/powerpoint/2010/main" val="21080789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6B607F24-5B01-4964-9736-E876BC347E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60351"/>
            <a:ext cx="6168473" cy="758824"/>
          </a:xfrm>
        </p:spPr>
        <p:txBody>
          <a:bodyPr rtlCol="0"/>
          <a:lstStyle/>
          <a:p>
            <a:pPr rtl="0"/>
            <a:r>
              <a:rPr lang="es-ES" noProof="0"/>
              <a:t>Haga clic para editar el estilo de título del patrón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E2950CCA-59F9-4C47-A5BA-294E9EDCBABE}"/>
              </a:ext>
            </a:extLst>
          </p:cNvPr>
          <p:cNvSpPr/>
          <p:nvPr userDrawn="1"/>
        </p:nvSpPr>
        <p:spPr>
          <a:xfrm>
            <a:off x="6769101" y="0"/>
            <a:ext cx="2711082" cy="228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44232AA-36A1-4A85-8868-9D12848EB106}"/>
              </a:ext>
            </a:extLst>
          </p:cNvPr>
          <p:cNvSpPr/>
          <p:nvPr userDrawn="1"/>
        </p:nvSpPr>
        <p:spPr>
          <a:xfrm>
            <a:off x="9480918" y="2286000"/>
            <a:ext cx="2711082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B045D93-056D-486E-A634-890ECB9AF9C2}"/>
              </a:ext>
            </a:extLst>
          </p:cNvPr>
          <p:cNvSpPr/>
          <p:nvPr userDrawn="1"/>
        </p:nvSpPr>
        <p:spPr>
          <a:xfrm>
            <a:off x="6769100" y="4572000"/>
            <a:ext cx="2711082" cy="228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567CD5E4-19A9-4EFD-BBF1-2B1FBC9BB9BD}"/>
              </a:ext>
            </a:extLst>
          </p:cNvPr>
          <p:cNvSpPr/>
          <p:nvPr userDrawn="1"/>
        </p:nvSpPr>
        <p:spPr>
          <a:xfrm>
            <a:off x="9480918" y="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AA533582-AC3E-4F3B-9602-085EB97AD294}"/>
              </a:ext>
            </a:extLst>
          </p:cNvPr>
          <p:cNvSpPr/>
          <p:nvPr userDrawn="1"/>
        </p:nvSpPr>
        <p:spPr>
          <a:xfrm>
            <a:off x="6768364" y="228600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CF0B1BD9-4AC2-4549-9001-383664C7F224}"/>
              </a:ext>
            </a:extLst>
          </p:cNvPr>
          <p:cNvSpPr/>
          <p:nvPr userDrawn="1"/>
        </p:nvSpPr>
        <p:spPr>
          <a:xfrm>
            <a:off x="9480918" y="457200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Triángulo isósceles 3">
            <a:extLst>
              <a:ext uri="{FF2B5EF4-FFF2-40B4-BE49-F238E27FC236}">
                <a16:creationId xmlns:a16="http://schemas.microsoft.com/office/drawing/2014/main" id="{32B2DC05-AAD7-458D-B737-BE8CCA1FFA99}"/>
              </a:ext>
            </a:extLst>
          </p:cNvPr>
          <p:cNvSpPr/>
          <p:nvPr userDrawn="1"/>
        </p:nvSpPr>
        <p:spPr>
          <a:xfrm rot="5400000">
            <a:off x="9422986" y="1050373"/>
            <a:ext cx="298174" cy="185254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9" name="Triángulo isósceles 38">
            <a:extLst>
              <a:ext uri="{FF2B5EF4-FFF2-40B4-BE49-F238E27FC236}">
                <a16:creationId xmlns:a16="http://schemas.microsoft.com/office/drawing/2014/main" id="{E423C01B-EB10-48EF-8F1C-C2A7E1923E3E}"/>
              </a:ext>
            </a:extLst>
          </p:cNvPr>
          <p:cNvSpPr/>
          <p:nvPr userDrawn="1"/>
        </p:nvSpPr>
        <p:spPr>
          <a:xfrm rot="16200000">
            <a:off x="9238100" y="3336373"/>
            <a:ext cx="298174" cy="18525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4" name="Triángulo isósceles 43">
            <a:extLst>
              <a:ext uri="{FF2B5EF4-FFF2-40B4-BE49-F238E27FC236}">
                <a16:creationId xmlns:a16="http://schemas.microsoft.com/office/drawing/2014/main" id="{BB0D5D5D-BB46-489A-A006-03E52FDA0AB6}"/>
              </a:ext>
            </a:extLst>
          </p:cNvPr>
          <p:cNvSpPr/>
          <p:nvPr userDrawn="1"/>
        </p:nvSpPr>
        <p:spPr>
          <a:xfrm rot="5400000">
            <a:off x="9422986" y="5622373"/>
            <a:ext cx="298174" cy="185254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5" name="Marcador de posición de imagen 33">
            <a:extLst>
              <a:ext uri="{FF2B5EF4-FFF2-40B4-BE49-F238E27FC236}">
                <a16:creationId xmlns:a16="http://schemas.microsoft.com/office/drawing/2014/main" id="{2D0DCA06-9544-45C9-BE22-EBB853AE757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133588" y="561678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6" name="Marcador de posición de imagen 33">
            <a:extLst>
              <a:ext uri="{FF2B5EF4-FFF2-40B4-BE49-F238E27FC236}">
                <a16:creationId xmlns:a16="http://schemas.microsoft.com/office/drawing/2014/main" id="{21403A13-F195-405D-B352-4B77969E35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21034" y="2847678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7" name="Marcador de posición de imagen 33">
            <a:extLst>
              <a:ext uri="{FF2B5EF4-FFF2-40B4-BE49-F238E27FC236}">
                <a16:creationId xmlns:a16="http://schemas.microsoft.com/office/drawing/2014/main" id="{390C9BE2-4328-41D9-82FB-F6FEE7026C5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133588" y="5133678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8" name="Marcador de posición de imagen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1233488"/>
            <a:ext cx="6168473" cy="5624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7" name="Marcador de texto 39">
            <a:extLst>
              <a:ext uri="{FF2B5EF4-FFF2-40B4-BE49-F238E27FC236}">
                <a16:creationId xmlns:a16="http://schemas.microsoft.com/office/drawing/2014/main" id="{1EE624A7-7FE4-44DC-B710-D995C25C9C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56242" y="215900"/>
            <a:ext cx="2336800" cy="1854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8" name="Marcador de texto 39">
            <a:extLst>
              <a:ext uri="{FF2B5EF4-FFF2-40B4-BE49-F238E27FC236}">
                <a16:creationId xmlns:a16="http://schemas.microsoft.com/office/drawing/2014/main" id="{34CC27D1-7AB7-4922-81C5-41E9C01BAA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68059" y="2501900"/>
            <a:ext cx="2336800" cy="1854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9" name="Marcador de texto 39">
            <a:extLst>
              <a:ext uri="{FF2B5EF4-FFF2-40B4-BE49-F238E27FC236}">
                <a16:creationId xmlns:a16="http://schemas.microsoft.com/office/drawing/2014/main" id="{03F0CFEB-33B8-47FE-BC44-44AF273543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56241" y="4787900"/>
            <a:ext cx="2336800" cy="1854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</p:spTree>
    <p:extLst>
      <p:ext uri="{BB962C8B-B14F-4D97-AF65-F5344CB8AC3E}">
        <p14:creationId xmlns:p14="http://schemas.microsoft.com/office/powerpoint/2010/main" val="20142591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48" name="Marcador de posición de imagen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1233488"/>
            <a:ext cx="11520487" cy="304975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20" name="Marcador de posición de imagen 33">
            <a:extLst>
              <a:ext uri="{FF2B5EF4-FFF2-40B4-BE49-F238E27FC236}">
                <a16:creationId xmlns:a16="http://schemas.microsoft.com/office/drawing/2014/main" id="{917F3183-F8DC-409E-BDAF-E3190E5CC1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66711" y="2999731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5" name="Marcador de posición de imagen 33">
            <a:extLst>
              <a:ext uri="{FF2B5EF4-FFF2-40B4-BE49-F238E27FC236}">
                <a16:creationId xmlns:a16="http://schemas.microsoft.com/office/drawing/2014/main" id="{8DCF90EE-8A0F-46BB-A8EC-27CB7826EB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108135" y="2999731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6" name="Marcador de posición de imagen 33">
            <a:extLst>
              <a:ext uri="{FF2B5EF4-FFF2-40B4-BE49-F238E27FC236}">
                <a16:creationId xmlns:a16="http://schemas.microsoft.com/office/drawing/2014/main" id="{4B6BCE84-A7A7-4701-966F-9F969C523C5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49558" y="2999731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7" name="Marcador de posición de imagen 33">
            <a:extLst>
              <a:ext uri="{FF2B5EF4-FFF2-40B4-BE49-F238E27FC236}">
                <a16:creationId xmlns:a16="http://schemas.microsoft.com/office/drawing/2014/main" id="{2F810615-16AA-4D3F-93BB-1074BABE123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435088" y="2999731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E9E999B4-BC91-4EF5-915C-59E58E141134}"/>
              </a:ext>
            </a:extLst>
          </p:cNvPr>
          <p:cNvSpPr/>
          <p:nvPr userDrawn="1"/>
        </p:nvSpPr>
        <p:spPr>
          <a:xfrm>
            <a:off x="979920" y="4514247"/>
            <a:ext cx="2379325" cy="1686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8E3D72D1-545E-4FA9-B18F-DBE257DA9472}"/>
              </a:ext>
            </a:extLst>
          </p:cNvPr>
          <p:cNvSpPr/>
          <p:nvPr userDrawn="1"/>
        </p:nvSpPr>
        <p:spPr>
          <a:xfrm>
            <a:off x="3621344" y="4514247"/>
            <a:ext cx="2379325" cy="1686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A1FF2C74-7F94-4D15-9530-4844CA0ABABA}"/>
              </a:ext>
            </a:extLst>
          </p:cNvPr>
          <p:cNvSpPr/>
          <p:nvPr userDrawn="1"/>
        </p:nvSpPr>
        <p:spPr>
          <a:xfrm>
            <a:off x="6262766" y="4514247"/>
            <a:ext cx="2379325" cy="168652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D65048BF-5755-467D-94DA-799CD1A9ED70}"/>
              </a:ext>
            </a:extLst>
          </p:cNvPr>
          <p:cNvSpPr/>
          <p:nvPr userDrawn="1"/>
        </p:nvSpPr>
        <p:spPr>
          <a:xfrm>
            <a:off x="8904188" y="4514247"/>
            <a:ext cx="2379325" cy="1686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8" name="Marcador de texto 39">
            <a:extLst>
              <a:ext uri="{FF2B5EF4-FFF2-40B4-BE49-F238E27FC236}">
                <a16:creationId xmlns:a16="http://schemas.microsoft.com/office/drawing/2014/main" id="{3C8488B4-AC1B-43A6-A416-3F5BC72456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1465" y="4598182"/>
            <a:ext cx="2156235" cy="1330436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0" name="Marcador de texto 39">
            <a:extLst>
              <a:ext uri="{FF2B5EF4-FFF2-40B4-BE49-F238E27FC236}">
                <a16:creationId xmlns:a16="http://schemas.microsoft.com/office/drawing/2014/main" id="{950DB978-3832-472D-9958-42D6A712EA6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32888" y="4598182"/>
            <a:ext cx="2156235" cy="1330436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1" name="Marcador de texto 39">
            <a:extLst>
              <a:ext uri="{FF2B5EF4-FFF2-40B4-BE49-F238E27FC236}">
                <a16:creationId xmlns:a16="http://schemas.microsoft.com/office/drawing/2014/main" id="{7A9C8821-D3DD-40C3-83BD-38D1904057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4310" y="4598182"/>
            <a:ext cx="2156235" cy="1330436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2" name="Marcador de texto 39">
            <a:extLst>
              <a:ext uri="{FF2B5EF4-FFF2-40B4-BE49-F238E27FC236}">
                <a16:creationId xmlns:a16="http://schemas.microsoft.com/office/drawing/2014/main" id="{C3FC554A-BF67-40BD-BD4F-B2EA17BBDB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15732" y="4598182"/>
            <a:ext cx="2156235" cy="1330436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62ECF54D-C7AE-4FFE-A9FA-ECD663CD2A09}"/>
              </a:ext>
            </a:extLst>
          </p:cNvPr>
          <p:cNvCxnSpPr>
            <a:cxnSpLocks/>
          </p:cNvCxnSpPr>
          <p:nvPr userDrawn="1"/>
        </p:nvCxnSpPr>
        <p:spPr>
          <a:xfrm>
            <a:off x="979920" y="4357837"/>
            <a:ext cx="237932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7FB84BED-8481-4D23-AE06-31529215FE6C}"/>
              </a:ext>
            </a:extLst>
          </p:cNvPr>
          <p:cNvCxnSpPr>
            <a:cxnSpLocks/>
          </p:cNvCxnSpPr>
          <p:nvPr userDrawn="1"/>
        </p:nvCxnSpPr>
        <p:spPr>
          <a:xfrm>
            <a:off x="3621344" y="4357837"/>
            <a:ext cx="23793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4A09D405-9228-4697-A91F-4E5A2B5B6512}"/>
              </a:ext>
            </a:extLst>
          </p:cNvPr>
          <p:cNvCxnSpPr>
            <a:cxnSpLocks/>
          </p:cNvCxnSpPr>
          <p:nvPr userDrawn="1"/>
        </p:nvCxnSpPr>
        <p:spPr>
          <a:xfrm>
            <a:off x="6262767" y="4357837"/>
            <a:ext cx="2379325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9645748A-37E1-4661-B50F-D1FCAF7F3088}"/>
              </a:ext>
            </a:extLst>
          </p:cNvPr>
          <p:cNvCxnSpPr>
            <a:cxnSpLocks/>
          </p:cNvCxnSpPr>
          <p:nvPr userDrawn="1"/>
        </p:nvCxnSpPr>
        <p:spPr>
          <a:xfrm>
            <a:off x="8904191" y="4357837"/>
            <a:ext cx="237932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08721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48" name="Marcador de posición de imagen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6" y="1233488"/>
            <a:ext cx="4140890" cy="514826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4615257" y="1233489"/>
            <a:ext cx="2371952" cy="51482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B6748F93-9B1D-4874-A164-A654BF7D6C8C}"/>
              </a:ext>
            </a:extLst>
          </p:cNvPr>
          <p:cNvGrpSpPr/>
          <p:nvPr userDrawn="1"/>
        </p:nvGrpSpPr>
        <p:grpSpPr>
          <a:xfrm>
            <a:off x="4842107" y="2462886"/>
            <a:ext cx="1918252" cy="2689468"/>
            <a:chOff x="4790661" y="2266122"/>
            <a:chExt cx="1918252" cy="2852530"/>
          </a:xfrm>
        </p:grpSpPr>
        <p:cxnSp>
          <p:nvCxnSpPr>
            <p:cNvPr id="4" name="Conector recto 3">
              <a:extLst>
                <a:ext uri="{FF2B5EF4-FFF2-40B4-BE49-F238E27FC236}">
                  <a16:creationId xmlns:a16="http://schemas.microsoft.com/office/drawing/2014/main" id="{4AEF10CE-C943-4C6B-9DBF-5A0E63CDC89B}"/>
                </a:ext>
              </a:extLst>
            </p:cNvPr>
            <p:cNvCxnSpPr/>
            <p:nvPr userDrawn="1"/>
          </p:nvCxnSpPr>
          <p:spPr>
            <a:xfrm>
              <a:off x="4790661" y="2266122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3428B198-0637-4F15-900F-6709BFE4BDEA}"/>
                </a:ext>
              </a:extLst>
            </p:cNvPr>
            <p:cNvCxnSpPr/>
            <p:nvPr userDrawn="1"/>
          </p:nvCxnSpPr>
          <p:spPr>
            <a:xfrm>
              <a:off x="4790661" y="3692387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7F29A1B0-F4AB-4243-979A-50FADE3330EA}"/>
                </a:ext>
              </a:extLst>
            </p:cNvPr>
            <p:cNvCxnSpPr/>
            <p:nvPr userDrawn="1"/>
          </p:nvCxnSpPr>
          <p:spPr>
            <a:xfrm>
              <a:off x="4790661" y="5118652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upo 27">
            <a:extLst>
              <a:ext uri="{FF2B5EF4-FFF2-40B4-BE49-F238E27FC236}">
                <a16:creationId xmlns:a16="http://schemas.microsoft.com/office/drawing/2014/main" id="{F894F998-0FDF-4CA2-802E-4FCFA7674171}"/>
              </a:ext>
            </a:extLst>
          </p:cNvPr>
          <p:cNvGrpSpPr/>
          <p:nvPr userDrawn="1"/>
        </p:nvGrpSpPr>
        <p:grpSpPr>
          <a:xfrm>
            <a:off x="7090100" y="2462886"/>
            <a:ext cx="4801862" cy="2689468"/>
            <a:chOff x="4790661" y="2266122"/>
            <a:chExt cx="1918252" cy="2852530"/>
          </a:xfrm>
        </p:grpSpPr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C1F0C0C8-87C4-49FB-B35B-E937E9D0BEC5}"/>
                </a:ext>
              </a:extLst>
            </p:cNvPr>
            <p:cNvCxnSpPr/>
            <p:nvPr userDrawn="1"/>
          </p:nvCxnSpPr>
          <p:spPr>
            <a:xfrm>
              <a:off x="4790661" y="2266122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4857C5D3-7E33-4894-8AC3-0FD1BEB12F40}"/>
                </a:ext>
              </a:extLst>
            </p:cNvPr>
            <p:cNvCxnSpPr/>
            <p:nvPr userDrawn="1"/>
          </p:nvCxnSpPr>
          <p:spPr>
            <a:xfrm>
              <a:off x="4790661" y="3692387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100BA9F8-92BF-42F0-BD46-D9B7E7422F75}"/>
                </a:ext>
              </a:extLst>
            </p:cNvPr>
            <p:cNvCxnSpPr/>
            <p:nvPr userDrawn="1"/>
          </p:nvCxnSpPr>
          <p:spPr>
            <a:xfrm>
              <a:off x="4790661" y="5118652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Marcador de texto 39">
            <a:extLst>
              <a:ext uri="{FF2B5EF4-FFF2-40B4-BE49-F238E27FC236}">
                <a16:creationId xmlns:a16="http://schemas.microsoft.com/office/drawing/2014/main" id="{9760B601-DCBC-47C8-95BE-A5DFCCBAD0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66507" y="1463643"/>
            <a:ext cx="4725455" cy="758822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0" name="Marcador de texto 39">
            <a:extLst>
              <a:ext uri="{FF2B5EF4-FFF2-40B4-BE49-F238E27FC236}">
                <a16:creationId xmlns:a16="http://schemas.microsoft.com/office/drawing/2014/main" id="{179CBA0C-6465-4209-AF3F-548A57F20CE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66507" y="2741755"/>
            <a:ext cx="4725455" cy="758822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1" name="Marcador de texto 39">
            <a:extLst>
              <a:ext uri="{FF2B5EF4-FFF2-40B4-BE49-F238E27FC236}">
                <a16:creationId xmlns:a16="http://schemas.microsoft.com/office/drawing/2014/main" id="{99852211-6BD9-4B69-BBC9-F2181F272D2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66507" y="4069997"/>
            <a:ext cx="4725455" cy="758822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2" name="Marcador de texto 39">
            <a:extLst>
              <a:ext uri="{FF2B5EF4-FFF2-40B4-BE49-F238E27FC236}">
                <a16:creationId xmlns:a16="http://schemas.microsoft.com/office/drawing/2014/main" id="{EEF11D65-7095-41D2-9630-E2EB44552E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166507" y="5394355"/>
            <a:ext cx="4725455" cy="758822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3" name="Marcador de posición de imagen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27571" y="1437538"/>
            <a:ext cx="1147325" cy="811033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4" name="Marcador de posición de imagen 33">
            <a:extLst>
              <a:ext uri="{FF2B5EF4-FFF2-40B4-BE49-F238E27FC236}">
                <a16:creationId xmlns:a16="http://schemas.microsoft.com/office/drawing/2014/main" id="{9A1BE0BE-1FFD-445C-B6BA-E4A602D2211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27571" y="2715650"/>
            <a:ext cx="1147325" cy="811033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5" name="Marcador de posición de imagen 33">
            <a:extLst>
              <a:ext uri="{FF2B5EF4-FFF2-40B4-BE49-F238E27FC236}">
                <a16:creationId xmlns:a16="http://schemas.microsoft.com/office/drawing/2014/main" id="{B577AF17-6C7E-48B9-B267-0874B232A71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227571" y="4043892"/>
            <a:ext cx="1147325" cy="811033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6" name="Marcador de posición de imagen 33">
            <a:extLst>
              <a:ext uri="{FF2B5EF4-FFF2-40B4-BE49-F238E27FC236}">
                <a16:creationId xmlns:a16="http://schemas.microsoft.com/office/drawing/2014/main" id="{98A01AB1-3434-46C7-B1B3-90AFD4B1799F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227571" y="5368250"/>
            <a:ext cx="1147325" cy="811033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72809251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371475" y="1233488"/>
            <a:ext cx="2293200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AF541B1-4F4B-40BC-BF0B-B80864399D0C}"/>
              </a:ext>
            </a:extLst>
          </p:cNvPr>
          <p:cNvSpPr/>
          <p:nvPr userDrawn="1"/>
        </p:nvSpPr>
        <p:spPr>
          <a:xfrm>
            <a:off x="371475" y="3773172"/>
            <a:ext cx="2293200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DB837A4A-8DA3-4F45-9468-2C7DE5B35803}"/>
              </a:ext>
            </a:extLst>
          </p:cNvPr>
          <p:cNvSpPr/>
          <p:nvPr userDrawn="1"/>
        </p:nvSpPr>
        <p:spPr>
          <a:xfrm>
            <a:off x="6170635" y="1233487"/>
            <a:ext cx="2294237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39CA034F-F360-4CF5-B944-C16768254C5A}"/>
              </a:ext>
            </a:extLst>
          </p:cNvPr>
          <p:cNvSpPr/>
          <p:nvPr userDrawn="1"/>
        </p:nvSpPr>
        <p:spPr>
          <a:xfrm>
            <a:off x="6170635" y="3773171"/>
            <a:ext cx="2294237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3" name="Marcador de posición de imagen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5473" y="1713955"/>
            <a:ext cx="1805204" cy="14666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ECA01639-D8FA-4F18-8FE5-E923F5A1BB48}"/>
              </a:ext>
            </a:extLst>
          </p:cNvPr>
          <p:cNvSpPr/>
          <p:nvPr userDrawn="1"/>
        </p:nvSpPr>
        <p:spPr>
          <a:xfrm>
            <a:off x="2730561" y="1233488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AF02D09E-3C25-405E-BF24-A884A07C224A}"/>
              </a:ext>
            </a:extLst>
          </p:cNvPr>
          <p:cNvSpPr/>
          <p:nvPr userDrawn="1"/>
        </p:nvSpPr>
        <p:spPr>
          <a:xfrm>
            <a:off x="2730561" y="3773171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9" name="Marcador de texto 39">
            <a:extLst>
              <a:ext uri="{FF2B5EF4-FFF2-40B4-BE49-F238E27FC236}">
                <a16:creationId xmlns:a16="http://schemas.microsoft.com/office/drawing/2014/main" id="{9760B601-DCBC-47C8-95BE-A5DFCCBAD0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00245" y="1460126"/>
            <a:ext cx="3002880" cy="1974324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5" name="Marcador de texto 39">
            <a:extLst>
              <a:ext uri="{FF2B5EF4-FFF2-40B4-BE49-F238E27FC236}">
                <a16:creationId xmlns:a16="http://schemas.microsoft.com/office/drawing/2014/main" id="{33BDF68D-A417-4526-95BD-83DC0A4FA5B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00245" y="3999809"/>
            <a:ext cx="3002880" cy="1974324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C6F0F84-9668-4EA8-A3F5-3AD5AED3EFDD}"/>
              </a:ext>
            </a:extLst>
          </p:cNvPr>
          <p:cNvSpPr/>
          <p:nvPr userDrawn="1"/>
        </p:nvSpPr>
        <p:spPr>
          <a:xfrm>
            <a:off x="8549714" y="1233488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19CCCFCB-4EAD-47A3-8F4A-307EE022DD53}"/>
              </a:ext>
            </a:extLst>
          </p:cNvPr>
          <p:cNvSpPr/>
          <p:nvPr userDrawn="1"/>
        </p:nvSpPr>
        <p:spPr>
          <a:xfrm>
            <a:off x="8549714" y="3773171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9" name="Marcador de texto 39">
            <a:extLst>
              <a:ext uri="{FF2B5EF4-FFF2-40B4-BE49-F238E27FC236}">
                <a16:creationId xmlns:a16="http://schemas.microsoft.com/office/drawing/2014/main" id="{058CD71F-A7E3-4F68-ADE3-4E6B1BAE312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19398" y="1460126"/>
            <a:ext cx="3002880" cy="1974324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50" name="Marcador de texto 39">
            <a:extLst>
              <a:ext uri="{FF2B5EF4-FFF2-40B4-BE49-F238E27FC236}">
                <a16:creationId xmlns:a16="http://schemas.microsoft.com/office/drawing/2014/main" id="{6EC40EC2-3775-4AF2-965D-0235107D83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19398" y="3999809"/>
            <a:ext cx="3002880" cy="1974324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51" name="Marcador de posición de imagen 33">
            <a:extLst>
              <a:ext uri="{FF2B5EF4-FFF2-40B4-BE49-F238E27FC236}">
                <a16:creationId xmlns:a16="http://schemas.microsoft.com/office/drawing/2014/main" id="{F196EA03-E36C-4E2A-A82F-8FA76EC2DBFC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5473" y="4253638"/>
            <a:ext cx="1805204" cy="14666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2" name="Marcador de posición de imagen 33">
            <a:extLst>
              <a:ext uri="{FF2B5EF4-FFF2-40B4-BE49-F238E27FC236}">
                <a16:creationId xmlns:a16="http://schemas.microsoft.com/office/drawing/2014/main" id="{9A754FAD-4B3A-4A76-9F0D-84DA72FD822B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415151" y="4253638"/>
            <a:ext cx="1805204" cy="14666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3" name="Marcador de posición de imagen 33">
            <a:extLst>
              <a:ext uri="{FF2B5EF4-FFF2-40B4-BE49-F238E27FC236}">
                <a16:creationId xmlns:a16="http://schemas.microsoft.com/office/drawing/2014/main" id="{7A45718F-1012-47C4-BF29-7462E5C6CB9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415151" y="1713954"/>
            <a:ext cx="1805204" cy="14666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6277322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371474" y="1660868"/>
            <a:ext cx="2686613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CD9ECBB-3A0A-409C-B1C0-C8F4C3087894}"/>
              </a:ext>
            </a:extLst>
          </p:cNvPr>
          <p:cNvSpPr/>
          <p:nvPr userDrawn="1"/>
        </p:nvSpPr>
        <p:spPr>
          <a:xfrm>
            <a:off x="3316099" y="1660868"/>
            <a:ext cx="2686613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6FB4FA2C-0414-484D-95CD-C5E17E33E238}"/>
              </a:ext>
            </a:extLst>
          </p:cNvPr>
          <p:cNvSpPr/>
          <p:nvPr userDrawn="1"/>
        </p:nvSpPr>
        <p:spPr>
          <a:xfrm>
            <a:off x="6260723" y="1660868"/>
            <a:ext cx="2686613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8D0DE753-6478-4950-8F99-15952FCB6521}"/>
              </a:ext>
            </a:extLst>
          </p:cNvPr>
          <p:cNvSpPr/>
          <p:nvPr userDrawn="1"/>
        </p:nvSpPr>
        <p:spPr>
          <a:xfrm>
            <a:off x="9205348" y="1660868"/>
            <a:ext cx="2686613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Marcador de posición de imagen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420" y="1761485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8" name="Marcador de posición de imagen 33">
            <a:extLst>
              <a:ext uri="{FF2B5EF4-FFF2-40B4-BE49-F238E27FC236}">
                <a16:creationId xmlns:a16="http://schemas.microsoft.com/office/drawing/2014/main" id="{85BB27A3-DB87-46F4-8CA4-3C04A088E78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12045" y="1761485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9" name="Marcador de posición de imagen 33">
            <a:extLst>
              <a:ext uri="{FF2B5EF4-FFF2-40B4-BE49-F238E27FC236}">
                <a16:creationId xmlns:a16="http://schemas.microsoft.com/office/drawing/2014/main" id="{F356E399-83ED-4937-A1CC-F591866C0E8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56669" y="1761485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0" name="Marcador de posición de imagen 33">
            <a:extLst>
              <a:ext uri="{FF2B5EF4-FFF2-40B4-BE49-F238E27FC236}">
                <a16:creationId xmlns:a16="http://schemas.microsoft.com/office/drawing/2014/main" id="{0967254B-CF1D-4F0D-A7F6-EC4E117B750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01294" y="1761485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1" name="Marcador de texto 39">
            <a:extLst>
              <a:ext uri="{FF2B5EF4-FFF2-40B4-BE49-F238E27FC236}">
                <a16:creationId xmlns:a16="http://schemas.microsoft.com/office/drawing/2014/main" id="{0CEF6C35-6F7B-43AD-9E4D-44C2F8A7D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1474" y="4302782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3" name="Marcador de texto 39">
            <a:extLst>
              <a:ext uri="{FF2B5EF4-FFF2-40B4-BE49-F238E27FC236}">
                <a16:creationId xmlns:a16="http://schemas.microsoft.com/office/drawing/2014/main" id="{44EF032C-161A-4C58-B624-66488C255E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1474" y="5058156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7" name="Marcador de texto 39">
            <a:extLst>
              <a:ext uri="{FF2B5EF4-FFF2-40B4-BE49-F238E27FC236}">
                <a16:creationId xmlns:a16="http://schemas.microsoft.com/office/drawing/2014/main" id="{ACF86334-F4A8-4CCD-944F-524700CD83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16099" y="4302782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8" name="Marcador de texto 39">
            <a:extLst>
              <a:ext uri="{FF2B5EF4-FFF2-40B4-BE49-F238E27FC236}">
                <a16:creationId xmlns:a16="http://schemas.microsoft.com/office/drawing/2014/main" id="{135B4AC9-821C-4D70-8A4A-1992394DE4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16099" y="5058156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0" name="Marcador de texto 39">
            <a:extLst>
              <a:ext uri="{FF2B5EF4-FFF2-40B4-BE49-F238E27FC236}">
                <a16:creationId xmlns:a16="http://schemas.microsoft.com/office/drawing/2014/main" id="{D2CF516C-7598-43D3-95E9-5633F8F446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60723" y="4302782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1" name="Marcador de texto 39">
            <a:extLst>
              <a:ext uri="{FF2B5EF4-FFF2-40B4-BE49-F238E27FC236}">
                <a16:creationId xmlns:a16="http://schemas.microsoft.com/office/drawing/2014/main" id="{12A6084C-5383-4EFC-8D49-33C5B61E64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60723" y="5058156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2" name="Marcador de texto 39">
            <a:extLst>
              <a:ext uri="{FF2B5EF4-FFF2-40B4-BE49-F238E27FC236}">
                <a16:creationId xmlns:a16="http://schemas.microsoft.com/office/drawing/2014/main" id="{EFC5493B-D3CF-41B9-A996-7FBE93250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05350" y="4302782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accent6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4" name="Marcador de texto 39">
            <a:extLst>
              <a:ext uri="{FF2B5EF4-FFF2-40B4-BE49-F238E27FC236}">
                <a16:creationId xmlns:a16="http://schemas.microsoft.com/office/drawing/2014/main" id="{33A98F60-C169-44C1-9654-2239C9C1F2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05350" y="5058156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</p:spTree>
    <p:extLst>
      <p:ext uri="{BB962C8B-B14F-4D97-AF65-F5344CB8AC3E}">
        <p14:creationId xmlns:p14="http://schemas.microsoft.com/office/powerpoint/2010/main" val="188473430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>
            <a:extLst>
              <a:ext uri="{FF2B5EF4-FFF2-40B4-BE49-F238E27FC236}">
                <a16:creationId xmlns:a16="http://schemas.microsoft.com/office/drawing/2014/main" id="{FBB81E01-55F6-44A7-8ACB-B172EA0F9FB3}"/>
              </a:ext>
            </a:extLst>
          </p:cNvPr>
          <p:cNvSpPr/>
          <p:nvPr userDrawn="1"/>
        </p:nvSpPr>
        <p:spPr>
          <a:xfrm>
            <a:off x="467420" y="3895002"/>
            <a:ext cx="2494721" cy="2067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FAD85DF7-0BE8-4B88-98A1-F5062CDAA964}"/>
              </a:ext>
            </a:extLst>
          </p:cNvPr>
          <p:cNvSpPr/>
          <p:nvPr userDrawn="1"/>
        </p:nvSpPr>
        <p:spPr>
          <a:xfrm>
            <a:off x="3412044" y="3895002"/>
            <a:ext cx="2494721" cy="20672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DF69394C-95D0-4D10-A34D-A35EF27D2806}"/>
              </a:ext>
            </a:extLst>
          </p:cNvPr>
          <p:cNvSpPr/>
          <p:nvPr userDrawn="1"/>
        </p:nvSpPr>
        <p:spPr>
          <a:xfrm>
            <a:off x="6356668" y="3895002"/>
            <a:ext cx="2494721" cy="2067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86DBF753-694A-4503-A33B-73C09E8EE3A5}"/>
              </a:ext>
            </a:extLst>
          </p:cNvPr>
          <p:cNvSpPr/>
          <p:nvPr userDrawn="1"/>
        </p:nvSpPr>
        <p:spPr>
          <a:xfrm>
            <a:off x="9301294" y="3895002"/>
            <a:ext cx="2494721" cy="206723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editar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Marcador de posición de imagen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420" y="1522949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8" name="Marcador de posición de imagen 33">
            <a:extLst>
              <a:ext uri="{FF2B5EF4-FFF2-40B4-BE49-F238E27FC236}">
                <a16:creationId xmlns:a16="http://schemas.microsoft.com/office/drawing/2014/main" id="{85BB27A3-DB87-46F4-8CA4-3C04A088E78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12045" y="1522949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9" name="Marcador de posición de imagen 33">
            <a:extLst>
              <a:ext uri="{FF2B5EF4-FFF2-40B4-BE49-F238E27FC236}">
                <a16:creationId xmlns:a16="http://schemas.microsoft.com/office/drawing/2014/main" id="{F356E399-83ED-4937-A1CC-F591866C0E8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56669" y="1522949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0" name="Marcador de posición de imagen 33">
            <a:extLst>
              <a:ext uri="{FF2B5EF4-FFF2-40B4-BE49-F238E27FC236}">
                <a16:creationId xmlns:a16="http://schemas.microsoft.com/office/drawing/2014/main" id="{0967254B-CF1D-4F0D-A7F6-EC4E117B750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01294" y="1522949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1" name="Marcador de texto 39">
            <a:extLst>
              <a:ext uri="{FF2B5EF4-FFF2-40B4-BE49-F238E27FC236}">
                <a16:creationId xmlns:a16="http://schemas.microsoft.com/office/drawing/2014/main" id="{0CEF6C35-6F7B-43AD-9E4D-44C2F8A7D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4610" y="4123880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3" name="Marcador de texto 39">
            <a:extLst>
              <a:ext uri="{FF2B5EF4-FFF2-40B4-BE49-F238E27FC236}">
                <a16:creationId xmlns:a16="http://schemas.microsoft.com/office/drawing/2014/main" id="{44EF032C-161A-4C58-B624-66488C255E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4610" y="4879254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7" name="Marcador de texto 39">
            <a:extLst>
              <a:ext uri="{FF2B5EF4-FFF2-40B4-BE49-F238E27FC236}">
                <a16:creationId xmlns:a16="http://schemas.microsoft.com/office/drawing/2014/main" id="{ACF86334-F4A8-4CCD-944F-524700CD83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49235" y="4123880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8" name="Marcador de texto 39">
            <a:extLst>
              <a:ext uri="{FF2B5EF4-FFF2-40B4-BE49-F238E27FC236}">
                <a16:creationId xmlns:a16="http://schemas.microsoft.com/office/drawing/2014/main" id="{135B4AC9-821C-4D70-8A4A-1992394DE4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49235" y="4879254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0" name="Marcador de texto 39">
            <a:extLst>
              <a:ext uri="{FF2B5EF4-FFF2-40B4-BE49-F238E27FC236}">
                <a16:creationId xmlns:a16="http://schemas.microsoft.com/office/drawing/2014/main" id="{D2CF516C-7598-43D3-95E9-5633F8F446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93859" y="4123880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1" name="Marcador de texto 39">
            <a:extLst>
              <a:ext uri="{FF2B5EF4-FFF2-40B4-BE49-F238E27FC236}">
                <a16:creationId xmlns:a16="http://schemas.microsoft.com/office/drawing/2014/main" id="{12A6084C-5383-4EFC-8D49-33C5B61E64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93859" y="4879254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2" name="Marcador de texto 39">
            <a:extLst>
              <a:ext uri="{FF2B5EF4-FFF2-40B4-BE49-F238E27FC236}">
                <a16:creationId xmlns:a16="http://schemas.microsoft.com/office/drawing/2014/main" id="{EFC5493B-D3CF-41B9-A996-7FBE93250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38486" y="4123880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4" name="Marcador de texto 39">
            <a:extLst>
              <a:ext uri="{FF2B5EF4-FFF2-40B4-BE49-F238E27FC236}">
                <a16:creationId xmlns:a16="http://schemas.microsoft.com/office/drawing/2014/main" id="{33A98F60-C169-44C1-9654-2239C9C1F2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438486" y="4879254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</p:spTree>
    <p:extLst>
      <p:ext uri="{BB962C8B-B14F-4D97-AF65-F5344CB8AC3E}">
        <p14:creationId xmlns:p14="http://schemas.microsoft.com/office/powerpoint/2010/main" val="56538280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gráfico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900613" y="1233488"/>
            <a:ext cx="6991350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D928258E-48B5-471F-BC61-B45FB2CA51BA}"/>
              </a:ext>
            </a:extLst>
          </p:cNvPr>
          <p:cNvSpPr/>
          <p:nvPr userDrawn="1"/>
        </p:nvSpPr>
        <p:spPr>
          <a:xfrm>
            <a:off x="371474" y="1233488"/>
            <a:ext cx="4419187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9867FAC3-5109-4D5D-8105-FC48313396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6100" y="1450975"/>
            <a:ext cx="4065588" cy="4552950"/>
          </a:xfrm>
        </p:spPr>
        <p:txBody>
          <a:bodyPr rtlCol="0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105967963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gráfico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71475" y="1233488"/>
            <a:ext cx="11520488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</p:spTree>
    <p:extLst>
      <p:ext uri="{BB962C8B-B14F-4D97-AF65-F5344CB8AC3E}">
        <p14:creationId xmlns:p14="http://schemas.microsoft.com/office/powerpoint/2010/main" val="258952979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gráfico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71475" y="1233488"/>
            <a:ext cx="7450621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F1D1D3DC-359F-47D3-A498-6E5DEF615B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40675" y="1233488"/>
            <a:ext cx="3951288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384059300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gráfico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81415" y="1233488"/>
            <a:ext cx="5512490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7" name="Marcador de gráfico 3">
            <a:extLst>
              <a:ext uri="{FF2B5EF4-FFF2-40B4-BE49-F238E27FC236}">
                <a16:creationId xmlns:a16="http://schemas.microsoft.com/office/drawing/2014/main" id="{6750280A-6976-42F9-B984-8601DD1972DC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379473" y="1233488"/>
            <a:ext cx="5512490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5E63221D-DF23-4F80-AB42-A74C1B1CB425}"/>
              </a:ext>
            </a:extLst>
          </p:cNvPr>
          <p:cNvCxnSpPr/>
          <p:nvPr userDrawn="1"/>
        </p:nvCxnSpPr>
        <p:spPr>
          <a:xfrm>
            <a:off x="6125817" y="1233488"/>
            <a:ext cx="0" cy="49672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3957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gráfico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10622" y="1362696"/>
            <a:ext cx="5552246" cy="2294899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9" name="Marcador de gráfico 3">
            <a:extLst>
              <a:ext uri="{FF2B5EF4-FFF2-40B4-BE49-F238E27FC236}">
                <a16:creationId xmlns:a16="http://schemas.microsoft.com/office/drawing/2014/main" id="{3CC4F2FB-E360-40E2-BDA5-455EB243C216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00682" y="3781218"/>
            <a:ext cx="5552246" cy="2294899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10" name="Marcador de gráfico 3">
            <a:extLst>
              <a:ext uri="{FF2B5EF4-FFF2-40B4-BE49-F238E27FC236}">
                <a16:creationId xmlns:a16="http://schemas.microsoft.com/office/drawing/2014/main" id="{6373EAFD-6648-4861-97FB-A3961B86C814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208643" y="1367561"/>
            <a:ext cx="5552246" cy="2294899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11" name="Marcador de gráfico 3">
            <a:extLst>
              <a:ext uri="{FF2B5EF4-FFF2-40B4-BE49-F238E27FC236}">
                <a16:creationId xmlns:a16="http://schemas.microsoft.com/office/drawing/2014/main" id="{CF0E102C-57E1-46ED-BE41-21C356F42BA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198703" y="3786083"/>
            <a:ext cx="5552246" cy="2294899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</p:spTree>
    <p:extLst>
      <p:ext uri="{BB962C8B-B14F-4D97-AF65-F5344CB8AC3E}">
        <p14:creationId xmlns:p14="http://schemas.microsoft.com/office/powerpoint/2010/main" val="1020844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27201" y="2337595"/>
            <a:ext cx="8737600" cy="2182811"/>
          </a:xfrm>
        </p:spPr>
        <p:txBody>
          <a:bodyPr rtlCol="0" anchor="ctr">
            <a:normAutofit/>
          </a:bodyPr>
          <a:lstStyle>
            <a:lvl1pPr algn="ctr">
              <a:defRPr sz="115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275753809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9C3DD3-9184-4434-93FC-DDB3E5B53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A4302458-F7EC-4A75-A897-E73CF8028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texto 3">
            <a:extLst>
              <a:ext uri="{FF2B5EF4-FFF2-40B4-BE49-F238E27FC236}">
                <a16:creationId xmlns:a16="http://schemas.microsoft.com/office/drawing/2014/main" id="{AFD31584-D229-4F6C-BA8E-36782FDA8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2B7AE8-665C-4FF6-B292-B525984D9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9031890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E2ACFC-0D65-4857-AAEE-904747F38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A594C5E-E06C-488C-AC82-331C53B94F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posición de texto 3">
            <a:extLst>
              <a:ext uri="{FF2B5EF4-FFF2-40B4-BE49-F238E27FC236}">
                <a16:creationId xmlns:a16="http://schemas.microsoft.com/office/drawing/2014/main" id="{74EC8C27-FA57-408C-8D6B-844D81BC83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E468A18F-96D4-4F1F-BF6B-EDFACBF8D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80341607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4"/>
          <p:cNvSpPr txBox="1">
            <a:spLocks noGrp="1"/>
          </p:cNvSpPr>
          <p:nvPr>
            <p:ph type="title"/>
          </p:nvPr>
        </p:nvSpPr>
        <p:spPr>
          <a:xfrm>
            <a:off x="633186" y="557439"/>
            <a:ext cx="10815864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6" name="Google Shape;26;p34"/>
          <p:cNvGrpSpPr/>
          <p:nvPr userDrawn="1"/>
        </p:nvGrpSpPr>
        <p:grpSpPr>
          <a:xfrm>
            <a:off x="0" y="6086479"/>
            <a:ext cx="12192000" cy="600974"/>
            <a:chOff x="0" y="6086479"/>
            <a:chExt cx="12192000" cy="600974"/>
          </a:xfrm>
        </p:grpSpPr>
        <p:sp>
          <p:nvSpPr>
            <p:cNvPr id="27" name="Google Shape;27;p34"/>
            <p:cNvSpPr/>
            <p:nvPr/>
          </p:nvSpPr>
          <p:spPr>
            <a:xfrm>
              <a:off x="0" y="6355760"/>
              <a:ext cx="12192000" cy="9144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34"/>
            <p:cNvSpPr/>
            <p:nvPr userDrawn="1"/>
          </p:nvSpPr>
          <p:spPr>
            <a:xfrm>
              <a:off x="11091210" y="6086479"/>
              <a:ext cx="600974" cy="60097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" name="Google Shape;29;p34"/>
          <p:cNvSpPr txBox="1"/>
          <p:nvPr userDrawn="1"/>
        </p:nvSpPr>
        <p:spPr>
          <a:xfrm>
            <a:off x="11091210" y="6189345"/>
            <a:ext cx="600974" cy="395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4"/>
          <p:cNvSpPr txBox="1">
            <a:spLocks noGrp="1"/>
          </p:cNvSpPr>
          <p:nvPr>
            <p:ph type="body" idx="1"/>
          </p:nvPr>
        </p:nvSpPr>
        <p:spPr>
          <a:xfrm>
            <a:off x="633186" y="1825625"/>
            <a:ext cx="1081586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3245052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0"/>
          <p:cNvSpPr/>
          <p:nvPr/>
        </p:nvSpPr>
        <p:spPr>
          <a:xfrm>
            <a:off x="4334810" y="0"/>
            <a:ext cx="3522381" cy="6858000"/>
          </a:xfrm>
          <a:custGeom>
            <a:avLst/>
            <a:gdLst/>
            <a:ahLst/>
            <a:cxnLst/>
            <a:rect l="l" t="t" r="r" b="b"/>
            <a:pathLst>
              <a:path w="3522381" h="6858000" extrusionOk="0">
                <a:moveTo>
                  <a:pt x="0" y="0"/>
                </a:moveTo>
                <a:lnTo>
                  <a:pt x="3522381" y="0"/>
                </a:lnTo>
                <a:lnTo>
                  <a:pt x="5154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2F2F2">
              <a:alpha val="764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90"/>
          <p:cNvSpPr txBox="1">
            <a:spLocks noGrp="1"/>
          </p:cNvSpPr>
          <p:nvPr>
            <p:ph type="ctrTitle"/>
          </p:nvPr>
        </p:nvSpPr>
        <p:spPr>
          <a:xfrm>
            <a:off x="7274144" y="1291772"/>
            <a:ext cx="4379976" cy="3611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rbel"/>
              <a:buNone/>
              <a:defRPr b="1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90"/>
          <p:cNvSpPr txBox="1">
            <a:spLocks noGrp="1"/>
          </p:cNvSpPr>
          <p:nvPr>
            <p:ph type="subTitle" idx="1"/>
          </p:nvPr>
        </p:nvSpPr>
        <p:spPr>
          <a:xfrm>
            <a:off x="7389079" y="5392401"/>
            <a:ext cx="4178808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2606E"/>
              </a:buClr>
              <a:buSzPts val="1800"/>
              <a:buNone/>
              <a:defRPr sz="1800">
                <a:solidFill>
                  <a:srgbClr val="B2606E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41" name="Google Shape;41;p90"/>
          <p:cNvGrpSpPr/>
          <p:nvPr/>
        </p:nvGrpSpPr>
        <p:grpSpPr>
          <a:xfrm>
            <a:off x="9140346" y="5054600"/>
            <a:ext cx="676275" cy="114300"/>
            <a:chOff x="9330846" y="5054600"/>
            <a:chExt cx="676275" cy="114300"/>
          </a:xfrm>
        </p:grpSpPr>
        <p:sp>
          <p:nvSpPr>
            <p:cNvPr id="42" name="Google Shape;42;p90"/>
            <p:cNvSpPr/>
            <p:nvPr/>
          </p:nvSpPr>
          <p:spPr>
            <a:xfrm>
              <a:off x="9330846" y="5054600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;p90"/>
            <p:cNvSpPr/>
            <p:nvPr/>
          </p:nvSpPr>
          <p:spPr>
            <a:xfrm>
              <a:off x="9518171" y="5054600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90"/>
            <p:cNvSpPr/>
            <p:nvPr/>
          </p:nvSpPr>
          <p:spPr>
            <a:xfrm>
              <a:off x="9705496" y="5054600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90"/>
            <p:cNvSpPr/>
            <p:nvPr/>
          </p:nvSpPr>
          <p:spPr>
            <a:xfrm>
              <a:off x="9892821" y="5054600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9862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título 1">
            <a:extLst>
              <a:ext uri="{FF2B5EF4-FFF2-40B4-BE49-F238E27FC236}">
                <a16:creationId xmlns:a16="http://schemas.microsoft.com/office/drawing/2014/main" id="{10060ACE-E228-45FD-83E3-FF4D1CCF7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8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D88AF9FF-2A4E-41E6-956B-69BC625CC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4" y="1233488"/>
            <a:ext cx="11520487" cy="4943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8AB12CC-D752-4664-B92F-BAEFF0416B7E}"/>
              </a:ext>
            </a:extLst>
          </p:cNvPr>
          <p:cNvSpPr/>
          <p:nvPr userDrawn="1"/>
        </p:nvSpPr>
        <p:spPr>
          <a:xfrm>
            <a:off x="0" y="260350"/>
            <a:ext cx="300037" cy="755650"/>
          </a:xfrm>
          <a:prstGeom prst="rect">
            <a:avLst/>
          </a:prstGeom>
          <a:solidFill>
            <a:srgbClr val="061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34583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3" r:id="rId5"/>
    <p:sldLayoutId id="2147483650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51" r:id="rId13"/>
    <p:sldLayoutId id="2147483670" r:id="rId14"/>
    <p:sldLayoutId id="2147483671" r:id="rId15"/>
    <p:sldLayoutId id="2147483672" r:id="rId16"/>
    <p:sldLayoutId id="2147483673" r:id="rId17"/>
    <p:sldLayoutId id="2147483652" r:id="rId18"/>
    <p:sldLayoutId id="2147483674" r:id="rId19"/>
    <p:sldLayoutId id="2147483675" r:id="rId20"/>
    <p:sldLayoutId id="2147483676" r:id="rId21"/>
    <p:sldLayoutId id="2147483677" r:id="rId22"/>
    <p:sldLayoutId id="2147483655" r:id="rId23"/>
    <p:sldLayoutId id="2147483678" r:id="rId24"/>
    <p:sldLayoutId id="2147483679" r:id="rId25"/>
    <p:sldLayoutId id="2147483680" r:id="rId26"/>
    <p:sldLayoutId id="2147483681" r:id="rId27"/>
    <p:sldLayoutId id="2147483653" r:id="rId28"/>
    <p:sldLayoutId id="2147483682" r:id="rId29"/>
    <p:sldLayoutId id="2147483683" r:id="rId30"/>
    <p:sldLayoutId id="2147483684" r:id="rId31"/>
    <p:sldLayoutId id="2147483685" r:id="rId32"/>
    <p:sldLayoutId id="2147483654" r:id="rId33"/>
    <p:sldLayoutId id="2147483686" r:id="rId34"/>
    <p:sldLayoutId id="2147483687" r:id="rId35"/>
    <p:sldLayoutId id="2147483689" r:id="rId36"/>
    <p:sldLayoutId id="2147483688" r:id="rId37"/>
    <p:sldLayoutId id="2147483690" r:id="rId38"/>
    <p:sldLayoutId id="2147483691" r:id="rId39"/>
    <p:sldLayoutId id="2147483692" r:id="rId40"/>
    <p:sldLayoutId id="2147483693" r:id="rId41"/>
    <p:sldLayoutId id="2147483694" r:id="rId42"/>
    <p:sldLayoutId id="2147483695" r:id="rId43"/>
    <p:sldLayoutId id="2147483696" r:id="rId44"/>
    <p:sldLayoutId id="2147483697" r:id="rId45"/>
    <p:sldLayoutId id="2147483698" r:id="rId46"/>
    <p:sldLayoutId id="2147483699" r:id="rId47"/>
    <p:sldLayoutId id="2147483700" r:id="rId48"/>
    <p:sldLayoutId id="2147483701" r:id="rId49"/>
    <p:sldLayoutId id="2147483702" r:id="rId50"/>
    <p:sldLayoutId id="2147483656" r:id="rId51"/>
    <p:sldLayoutId id="2147483657" r:id="rId52"/>
    <p:sldLayoutId id="2147483703" r:id="rId53"/>
    <p:sldLayoutId id="2147483704" r:id="rId5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 userDrawn="1">
          <p15:clr>
            <a:srgbClr val="F26B43"/>
          </p15:clr>
        </p15:guide>
        <p15:guide id="2" pos="234" userDrawn="1">
          <p15:clr>
            <a:srgbClr val="F26B43"/>
          </p15:clr>
        </p15:guide>
        <p15:guide id="3" orient="horz" pos="4133" userDrawn="1">
          <p15:clr>
            <a:srgbClr val="F26B43"/>
          </p15:clr>
        </p15:guide>
        <p15:guide id="4" pos="7491" userDrawn="1">
          <p15:clr>
            <a:srgbClr val="F26B43"/>
          </p15:clr>
        </p15:guide>
        <p15:guide id="5" orient="horz" pos="640" userDrawn="1">
          <p15:clr>
            <a:srgbClr val="F26B43"/>
          </p15:clr>
        </p15:guide>
        <p15:guide id="6" orient="horz" pos="777" userDrawn="1">
          <p15:clr>
            <a:srgbClr val="F26B43"/>
          </p15:clr>
        </p15:guide>
        <p15:guide id="7" orient="horz" pos="4020" userDrawn="1">
          <p15:clr>
            <a:srgbClr val="F26B43"/>
          </p15:clr>
        </p15:guide>
        <p15:guide id="8" orient="horz" pos="390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D71C9CD-CAE8-4AC8-936D-333769D47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5" y="4551363"/>
            <a:ext cx="11520488" cy="1176337"/>
          </a:xfrm>
        </p:spPr>
        <p:txBody>
          <a:bodyPr rtlCol="0" anchor="ctr">
            <a:normAutofit fontScale="90000"/>
          </a:bodyPr>
          <a:lstStyle/>
          <a:p>
            <a:pPr rtl="0"/>
            <a:r>
              <a:rPr lang="es-ES" sz="4200" dirty="0"/>
              <a:t>Ingeniería de Datos II</a:t>
            </a:r>
            <a:br>
              <a:rPr lang="es-ES" sz="4200" dirty="0"/>
            </a:br>
            <a:r>
              <a:rPr lang="es-ES" sz="4200" dirty="0"/>
              <a:t>Clase #11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C6D24F99-E026-485A-96CD-AEC9813726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5" y="5747662"/>
            <a:ext cx="11520488" cy="1073020"/>
          </a:xfrm>
        </p:spPr>
        <p:txBody>
          <a:bodyPr rtlCol="0">
            <a:normAutofit/>
          </a:bodyPr>
          <a:lstStyle/>
          <a:p>
            <a:pPr rtl="0"/>
            <a:r>
              <a:rPr lang="es-ES" sz="1800" dirty="0"/>
              <a:t>Introducción a Hadoop (Parte II)</a:t>
            </a:r>
          </a:p>
          <a:p>
            <a:pPr rtl="0"/>
            <a:r>
              <a:rPr lang="es-ES" sz="1800" dirty="0"/>
              <a:t>19 de Mayo de 2026</a:t>
            </a:r>
          </a:p>
        </p:txBody>
      </p:sp>
      <p:pic>
        <p:nvPicPr>
          <p:cNvPr id="5" name="Picture 2" descr="UADE | COMENZÁ TU CARRERA EN AGOSTO">
            <a:extLst>
              <a:ext uri="{FF2B5EF4-FFF2-40B4-BE49-F238E27FC236}">
                <a16:creationId xmlns:a16="http://schemas.microsoft.com/office/drawing/2014/main" id="{5B51B4BE-15BC-7A12-4F9C-66889D8FDE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06"/>
            <a:ext cx="1966552" cy="1176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5496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8567E6-490D-076A-A927-EC0EF9351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Hadoop</a:t>
            </a:r>
            <a:br>
              <a:rPr lang="es-MX" dirty="0"/>
            </a:br>
            <a:r>
              <a:rPr lang="es-MX" sz="2800" dirty="0">
                <a:solidFill>
                  <a:schemeClr val="accent1"/>
                </a:solidFill>
              </a:rPr>
              <a:t>Arquitectura	</a:t>
            </a:r>
            <a:endParaRPr lang="es-AR" dirty="0">
              <a:solidFill>
                <a:schemeClr val="accent1"/>
              </a:solidFill>
            </a:endParaRPr>
          </a:p>
        </p:txBody>
      </p:sp>
      <p:pic>
        <p:nvPicPr>
          <p:cNvPr id="8" name="Content Placeholder 3" descr="C:\Users\user\Desktop\hadoop_architecture.jpg">
            <a:extLst>
              <a:ext uri="{FF2B5EF4-FFF2-40B4-BE49-F238E27FC236}">
                <a16:creationId xmlns:a16="http://schemas.microsoft.com/office/drawing/2014/main" id="{734F39C6-1281-680A-95AB-26213C600EF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6931" y="1212980"/>
            <a:ext cx="4735300" cy="51955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228F274-B38E-EFE2-8DB8-D2A82CC4C207}"/>
              </a:ext>
            </a:extLst>
          </p:cNvPr>
          <p:cNvSpPr/>
          <p:nvPr/>
        </p:nvSpPr>
        <p:spPr>
          <a:xfrm>
            <a:off x="3666931" y="2668556"/>
            <a:ext cx="4735300" cy="942392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2D5089-9CAB-232B-AE1F-583BA366C1F5}"/>
              </a:ext>
            </a:extLst>
          </p:cNvPr>
          <p:cNvSpPr txBox="1"/>
          <p:nvPr/>
        </p:nvSpPr>
        <p:spPr>
          <a:xfrm>
            <a:off x="8472196" y="2985863"/>
            <a:ext cx="25752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i="1" dirty="0">
                <a:solidFill>
                  <a:schemeClr val="accent1"/>
                </a:solidFill>
              </a:rPr>
              <a:t>Foco de esta presentación</a:t>
            </a:r>
          </a:p>
        </p:txBody>
      </p:sp>
    </p:spTree>
    <p:extLst>
      <p:ext uri="{BB962C8B-B14F-4D97-AF65-F5344CB8AC3E}">
        <p14:creationId xmlns:p14="http://schemas.microsoft.com/office/powerpoint/2010/main" val="4018147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8567E6-490D-076A-A927-EC0EF9351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Hadoop</a:t>
            </a:r>
            <a:br>
              <a:rPr lang="es-MX" dirty="0"/>
            </a:br>
            <a:r>
              <a:rPr lang="es-MX" sz="2800" dirty="0">
                <a:solidFill>
                  <a:schemeClr val="accent1"/>
                </a:solidFill>
              </a:rPr>
              <a:t>Ecosistema	</a:t>
            </a:r>
            <a:endParaRPr lang="es-AR" dirty="0">
              <a:solidFill>
                <a:schemeClr val="accent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43D13A8-E320-808B-AE4A-C07EC69BA2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373"/>
          <a:stretch/>
        </p:blipFill>
        <p:spPr>
          <a:xfrm>
            <a:off x="2739740" y="1502229"/>
            <a:ext cx="6373607" cy="4798331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4B52C83-BA80-D1E2-991D-741FC7697D11}"/>
              </a:ext>
            </a:extLst>
          </p:cNvPr>
          <p:cNvSpPr/>
          <p:nvPr/>
        </p:nvSpPr>
        <p:spPr>
          <a:xfrm>
            <a:off x="6606074" y="5094513"/>
            <a:ext cx="1595535" cy="653143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319A5A-1503-9F00-EBE4-4BD8C6C1E4D7}"/>
              </a:ext>
            </a:extLst>
          </p:cNvPr>
          <p:cNvSpPr txBox="1"/>
          <p:nvPr/>
        </p:nvSpPr>
        <p:spPr>
          <a:xfrm>
            <a:off x="9492694" y="5267195"/>
            <a:ext cx="25752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i="1" dirty="0">
                <a:solidFill>
                  <a:schemeClr val="accent1"/>
                </a:solidFill>
              </a:rPr>
              <a:t>Foco de esta presentación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8F09198-3E5B-28CA-BDFA-8A6E2FE83D26}"/>
              </a:ext>
            </a:extLst>
          </p:cNvPr>
          <p:cNvCxnSpPr/>
          <p:nvPr/>
        </p:nvCxnSpPr>
        <p:spPr>
          <a:xfrm>
            <a:off x="8201609" y="5421084"/>
            <a:ext cx="110101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3269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EBE23-31AF-44FD-B576-88BB35F5E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MapReduce: Una analogía del mundo real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07DB32-73A9-53CB-4AC6-43D00ECB6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3186" y="1825625"/>
            <a:ext cx="10815864" cy="646987"/>
          </a:xfrm>
        </p:spPr>
        <p:txBody>
          <a:bodyPr/>
          <a:lstStyle/>
          <a:p>
            <a:pPr marL="114300" indent="0">
              <a:buNone/>
            </a:pPr>
            <a:r>
              <a:rPr lang="es-AR" b="1" u="sng" dirty="0"/>
              <a:t>Depósito de monedas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78ED87-39AA-7A65-DBC6-721E7DA21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1037" y="3178664"/>
            <a:ext cx="1955030" cy="1524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D140F3-0A1B-859D-8A97-96A57B50C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867" y="2835764"/>
            <a:ext cx="3189249" cy="2122300"/>
          </a:xfrm>
          <a:prstGeom prst="rect">
            <a:avLst/>
          </a:prstGeom>
        </p:spPr>
      </p:pic>
      <p:sp>
        <p:nvSpPr>
          <p:cNvPr id="6" name="Right Arrow 10">
            <a:extLst>
              <a:ext uri="{FF2B5EF4-FFF2-40B4-BE49-F238E27FC236}">
                <a16:creationId xmlns:a16="http://schemas.microsoft.com/office/drawing/2014/main" id="{3E70D1A7-8DF5-F2B9-91F3-F77173EF5B28}"/>
              </a:ext>
            </a:extLst>
          </p:cNvPr>
          <p:cNvSpPr/>
          <p:nvPr/>
        </p:nvSpPr>
        <p:spPr>
          <a:xfrm>
            <a:off x="4531567" y="3381864"/>
            <a:ext cx="2870200" cy="9652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68D727-784C-D030-9B3B-E4445BFA36CF}"/>
              </a:ext>
            </a:extLst>
          </p:cNvPr>
          <p:cNvSpPr/>
          <p:nvPr/>
        </p:nvSpPr>
        <p:spPr>
          <a:xfrm>
            <a:off x="5495355" y="2477068"/>
            <a:ext cx="5768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b="1" cap="none" spc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accent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216383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EBE23-31AF-44FD-B576-88BB35F5E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MapReduce: Una analogía del mundo real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07DB32-73A9-53CB-4AC6-43D00ECB6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3186" y="1825625"/>
            <a:ext cx="10815864" cy="646987"/>
          </a:xfrm>
        </p:spPr>
        <p:txBody>
          <a:bodyPr/>
          <a:lstStyle/>
          <a:p>
            <a:pPr marL="114300" indent="0">
              <a:buNone/>
            </a:pPr>
            <a:r>
              <a:rPr lang="es-AR" b="1" u="sng" dirty="0"/>
              <a:t>Depósito de monedas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78ED87-39AA-7A65-DBC6-721E7DA21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1037" y="3178664"/>
            <a:ext cx="1955030" cy="1524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D140F3-0A1B-859D-8A97-96A57B50C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867" y="2835764"/>
            <a:ext cx="3189249" cy="2122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AFAF8D1-5DCA-60C6-DB55-C6AAE71B9A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1206" y="2835764"/>
            <a:ext cx="2006600" cy="20335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B3525D8-014F-62E4-9FAB-60BAD4FAA43C}"/>
              </a:ext>
            </a:extLst>
          </p:cNvPr>
          <p:cNvSpPr txBox="1"/>
          <p:nvPr/>
        </p:nvSpPr>
        <p:spPr>
          <a:xfrm>
            <a:off x="4385906" y="5071159"/>
            <a:ext cx="4338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 err="1"/>
              <a:t>Máquina</a:t>
            </a:r>
            <a:r>
              <a:rPr lang="en-US" sz="2400" b="1" u="sng" dirty="0"/>
              <a:t> de </a:t>
            </a:r>
            <a:r>
              <a:rPr lang="en-US" sz="2400" b="1" u="sng" dirty="0" err="1"/>
              <a:t>contar</a:t>
            </a:r>
            <a:r>
              <a:rPr lang="en-US" sz="2400" b="1" u="sng" dirty="0"/>
              <a:t> </a:t>
            </a:r>
            <a:r>
              <a:rPr lang="en-US" sz="2400" b="1" u="sng" dirty="0" err="1"/>
              <a:t>monedas</a:t>
            </a:r>
            <a:endParaRPr lang="en-US" sz="2400" b="1" u="sng" dirty="0"/>
          </a:p>
        </p:txBody>
      </p:sp>
      <p:sp>
        <p:nvSpPr>
          <p:cNvPr id="12" name="Right Arrow 4">
            <a:extLst>
              <a:ext uri="{FF2B5EF4-FFF2-40B4-BE49-F238E27FC236}">
                <a16:creationId xmlns:a16="http://schemas.microsoft.com/office/drawing/2014/main" id="{96115CDF-ECE0-C637-EBC7-3161D9ADD684}"/>
              </a:ext>
            </a:extLst>
          </p:cNvPr>
          <p:cNvSpPr/>
          <p:nvPr/>
        </p:nvSpPr>
        <p:spPr>
          <a:xfrm>
            <a:off x="3698551" y="3478983"/>
            <a:ext cx="901700" cy="5080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9">
            <a:extLst>
              <a:ext uri="{FF2B5EF4-FFF2-40B4-BE49-F238E27FC236}">
                <a16:creationId xmlns:a16="http://schemas.microsoft.com/office/drawing/2014/main" id="{1BF6BB98-83F0-F8E4-8118-A4BF123DFA45}"/>
              </a:ext>
            </a:extLst>
          </p:cNvPr>
          <p:cNvSpPr/>
          <p:nvPr/>
        </p:nvSpPr>
        <p:spPr>
          <a:xfrm>
            <a:off x="7117170" y="3478983"/>
            <a:ext cx="901700" cy="5080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881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EBE23-31AF-44FD-B576-88BB35F5E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MapReduce: Una analogía del mundo real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07DB32-73A9-53CB-4AC6-43D00ECB6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3186" y="1825625"/>
            <a:ext cx="10815864" cy="646987"/>
          </a:xfrm>
        </p:spPr>
        <p:txBody>
          <a:bodyPr/>
          <a:lstStyle/>
          <a:p>
            <a:pPr marL="114300" indent="0">
              <a:buNone/>
            </a:pPr>
            <a:r>
              <a:rPr lang="es-AR" b="1" u="sng" dirty="0"/>
              <a:t>Depósito de monedas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78ED87-39AA-7A65-DBC6-721E7DA21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1037" y="3178664"/>
            <a:ext cx="1955030" cy="1524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D140F3-0A1B-859D-8A97-96A57B50C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867" y="2835764"/>
            <a:ext cx="3189249" cy="2122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AFAF8D1-5DCA-60C6-DB55-C6AAE71B9A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1206" y="2835764"/>
            <a:ext cx="2006600" cy="2033595"/>
          </a:xfrm>
          <a:prstGeom prst="rect">
            <a:avLst/>
          </a:prstGeom>
        </p:spPr>
      </p:pic>
      <p:sp>
        <p:nvSpPr>
          <p:cNvPr id="12" name="Right Arrow 4">
            <a:extLst>
              <a:ext uri="{FF2B5EF4-FFF2-40B4-BE49-F238E27FC236}">
                <a16:creationId xmlns:a16="http://schemas.microsoft.com/office/drawing/2014/main" id="{96115CDF-ECE0-C637-EBC7-3161D9ADD684}"/>
              </a:ext>
            </a:extLst>
          </p:cNvPr>
          <p:cNvSpPr/>
          <p:nvPr/>
        </p:nvSpPr>
        <p:spPr>
          <a:xfrm>
            <a:off x="3698551" y="3478983"/>
            <a:ext cx="901700" cy="5080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9">
            <a:extLst>
              <a:ext uri="{FF2B5EF4-FFF2-40B4-BE49-F238E27FC236}">
                <a16:creationId xmlns:a16="http://schemas.microsoft.com/office/drawing/2014/main" id="{1BF6BB98-83F0-F8E4-8118-A4BF123DFA45}"/>
              </a:ext>
            </a:extLst>
          </p:cNvPr>
          <p:cNvSpPr/>
          <p:nvPr/>
        </p:nvSpPr>
        <p:spPr>
          <a:xfrm>
            <a:off x="7117170" y="3478983"/>
            <a:ext cx="901700" cy="5080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7C918D-A2AD-ECA3-1C89-CED154F00772}"/>
              </a:ext>
            </a:extLst>
          </p:cNvPr>
          <p:cNvSpPr txBox="1"/>
          <p:nvPr/>
        </p:nvSpPr>
        <p:spPr>
          <a:xfrm>
            <a:off x="342900" y="5448300"/>
            <a:ext cx="90157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b="1" dirty="0" err="1">
                <a:latin typeface="Calibri" panose="020F0502020204030204" pitchFamily="34" charset="0"/>
                <a:cs typeface="Calibri" panose="020F0502020204030204" pitchFamily="34" charset="0"/>
              </a:rPr>
              <a:t>Mapper</a:t>
            </a:r>
            <a:r>
              <a:rPr lang="es-AR" sz="2800" b="1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s-AR" sz="2800" dirty="0">
                <a:latin typeface="Calibri" panose="020F0502020204030204" pitchFamily="34" charset="0"/>
                <a:cs typeface="Calibri" panose="020F0502020204030204" pitchFamily="34" charset="0"/>
              </a:rPr>
              <a:t>Categorizar las monedas por sus valores de la cara</a:t>
            </a:r>
          </a:p>
          <a:p>
            <a:r>
              <a:rPr lang="es-AR" sz="2800" b="1" dirty="0" err="1">
                <a:latin typeface="Calibri" panose="020F0502020204030204" pitchFamily="34" charset="0"/>
                <a:cs typeface="Calibri" panose="020F0502020204030204" pitchFamily="34" charset="0"/>
              </a:rPr>
              <a:t>Reducer</a:t>
            </a:r>
            <a:r>
              <a:rPr lang="es-AR" sz="2800" b="1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s-AR" sz="2800" dirty="0">
                <a:latin typeface="Calibri" panose="020F0502020204030204" pitchFamily="34" charset="0"/>
                <a:cs typeface="Calibri" panose="020F0502020204030204" pitchFamily="34" charset="0"/>
              </a:rPr>
              <a:t>Contar las monedas de cada valor </a:t>
            </a:r>
            <a:r>
              <a:rPr lang="es-AR" sz="2800" i="1" dirty="0">
                <a:latin typeface="Calibri" panose="020F0502020204030204" pitchFamily="34" charset="0"/>
                <a:cs typeface="Calibri" panose="020F0502020204030204" pitchFamily="34" charset="0"/>
              </a:rPr>
              <a:t>en paralelo</a:t>
            </a:r>
          </a:p>
        </p:txBody>
      </p:sp>
    </p:spTree>
    <p:extLst>
      <p:ext uri="{BB962C8B-B14F-4D97-AF65-F5344CB8AC3E}">
        <p14:creationId xmlns:p14="http://schemas.microsoft.com/office/powerpoint/2010/main" val="1919583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EBE23-31AF-44FD-B576-88BB35F5E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MapReduce: Arquitectura maestro – esclavo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B4D59A-846D-E4B9-78C1-BE5BF4DA198C}"/>
              </a:ext>
            </a:extLst>
          </p:cNvPr>
          <p:cNvSpPr/>
          <p:nvPr/>
        </p:nvSpPr>
        <p:spPr>
          <a:xfrm>
            <a:off x="3332583" y="1143000"/>
            <a:ext cx="5100217" cy="3473966"/>
          </a:xfrm>
          <a:prstGeom prst="rect">
            <a:avLst/>
          </a:prstGeom>
          <a:solidFill>
            <a:schemeClr val="bg2">
              <a:alpha val="1000"/>
            </a:schemeClr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ound Same Side Corner Rectangle 3">
            <a:extLst>
              <a:ext uri="{FF2B5EF4-FFF2-40B4-BE49-F238E27FC236}">
                <a16:creationId xmlns:a16="http://schemas.microsoft.com/office/drawing/2014/main" id="{2F7A0AB7-4C25-934D-4326-26C0F84754BD}"/>
              </a:ext>
            </a:extLst>
          </p:cNvPr>
          <p:cNvSpPr/>
          <p:nvPr/>
        </p:nvSpPr>
        <p:spPr>
          <a:xfrm>
            <a:off x="495300" y="1128967"/>
            <a:ext cx="1332489" cy="662256"/>
          </a:xfrm>
          <a:prstGeom prst="round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Job de Cliente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1E18AB-0F66-A9E8-4D2A-0BBB3C2958A8}"/>
              </a:ext>
            </a:extLst>
          </p:cNvPr>
          <p:cNvSpPr/>
          <p:nvPr/>
        </p:nvSpPr>
        <p:spPr>
          <a:xfrm>
            <a:off x="495300" y="2506676"/>
            <a:ext cx="1332489" cy="684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Job </a:t>
            </a:r>
            <a:r>
              <a:rPr lang="es-AR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Tracker</a:t>
            </a:r>
            <a:endParaRPr lang="es-AR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CBDB6D-CFD0-7CE8-3D2B-4E69C562AB98}"/>
              </a:ext>
            </a:extLst>
          </p:cNvPr>
          <p:cNvSpPr/>
          <p:nvPr/>
        </p:nvSpPr>
        <p:spPr>
          <a:xfrm>
            <a:off x="495300" y="3856724"/>
            <a:ext cx="1332489" cy="684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s-AR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AR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Node</a:t>
            </a:r>
            <a:endParaRPr lang="es-AR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5A4EA7-0DE4-2537-5799-8681385102E1}"/>
              </a:ext>
            </a:extLst>
          </p:cNvPr>
          <p:cNvSpPr/>
          <p:nvPr/>
        </p:nvSpPr>
        <p:spPr>
          <a:xfrm>
            <a:off x="4090723" y="1330639"/>
            <a:ext cx="3354197" cy="26490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83555A-620C-7793-B08A-D8C832ED93AF}"/>
              </a:ext>
            </a:extLst>
          </p:cNvPr>
          <p:cNvSpPr/>
          <p:nvPr/>
        </p:nvSpPr>
        <p:spPr>
          <a:xfrm>
            <a:off x="4843120" y="2169497"/>
            <a:ext cx="425018" cy="684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A7D1449-A462-8146-3C5A-D44DCAE44A7E}"/>
              </a:ext>
            </a:extLst>
          </p:cNvPr>
          <p:cNvSpPr/>
          <p:nvPr/>
        </p:nvSpPr>
        <p:spPr>
          <a:xfrm>
            <a:off x="5681669" y="2169497"/>
            <a:ext cx="425018" cy="684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73CA09-DC2A-1F2A-F575-96BE54AB3967}"/>
              </a:ext>
            </a:extLst>
          </p:cNvPr>
          <p:cNvSpPr/>
          <p:nvPr/>
        </p:nvSpPr>
        <p:spPr>
          <a:xfrm>
            <a:off x="6520219" y="2169497"/>
            <a:ext cx="425018" cy="684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61E854E-26BD-1314-0A95-D869E10E4849}"/>
              </a:ext>
            </a:extLst>
          </p:cNvPr>
          <p:cNvCxnSpPr>
            <a:stCxn id="17" idx="2"/>
          </p:cNvCxnSpPr>
          <p:nvPr/>
        </p:nvCxnSpPr>
        <p:spPr>
          <a:xfrm>
            <a:off x="5055629" y="2853829"/>
            <a:ext cx="0" cy="2428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4036C13-D1F9-CA0C-6A87-3FB7C35F1D19}"/>
              </a:ext>
            </a:extLst>
          </p:cNvPr>
          <p:cNvCxnSpPr/>
          <p:nvPr/>
        </p:nvCxnSpPr>
        <p:spPr>
          <a:xfrm>
            <a:off x="5905665" y="2842791"/>
            <a:ext cx="0" cy="2428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4A3B705-66CF-7891-0559-9FA65431330D}"/>
              </a:ext>
            </a:extLst>
          </p:cNvPr>
          <p:cNvCxnSpPr/>
          <p:nvPr/>
        </p:nvCxnSpPr>
        <p:spPr>
          <a:xfrm>
            <a:off x="6767189" y="2853829"/>
            <a:ext cx="0" cy="2428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3321B52-B3A2-0C00-D233-7F5E7731749A}"/>
              </a:ext>
            </a:extLst>
          </p:cNvPr>
          <p:cNvCxnSpPr/>
          <p:nvPr/>
        </p:nvCxnSpPr>
        <p:spPr>
          <a:xfrm>
            <a:off x="4607637" y="2975243"/>
            <a:ext cx="258456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A7B31B1-F939-12A9-73E0-733161D8278B}"/>
              </a:ext>
            </a:extLst>
          </p:cNvPr>
          <p:cNvSpPr txBox="1"/>
          <p:nvPr/>
        </p:nvSpPr>
        <p:spPr>
          <a:xfrm>
            <a:off x="4400872" y="1600612"/>
            <a:ext cx="17345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>
                <a:latin typeface="Calibri" panose="020F0502020204030204" pitchFamily="34" charset="0"/>
                <a:cs typeface="Calibri" panose="020F0502020204030204" pitchFamily="34" charset="0"/>
              </a:rPr>
              <a:t>Seguidores de tareas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2D115A8-B833-A17B-D9A0-5ABF7B8CD554}"/>
              </a:ext>
            </a:extLst>
          </p:cNvPr>
          <p:cNvSpPr/>
          <p:nvPr/>
        </p:nvSpPr>
        <p:spPr>
          <a:xfrm>
            <a:off x="4544459" y="3361559"/>
            <a:ext cx="867267" cy="30905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Map</a:t>
            </a:r>
            <a:endParaRPr lang="es-AR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193CA6F-CB2E-E9A2-93F6-FA05939699F2}"/>
              </a:ext>
            </a:extLst>
          </p:cNvPr>
          <p:cNvSpPr/>
          <p:nvPr/>
        </p:nvSpPr>
        <p:spPr>
          <a:xfrm>
            <a:off x="6077970" y="3361559"/>
            <a:ext cx="867267" cy="30905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Reduce</a:t>
            </a:r>
          </a:p>
        </p:txBody>
      </p:sp>
      <p:sp>
        <p:nvSpPr>
          <p:cNvPr id="27" name="Folded Corner 19">
            <a:extLst>
              <a:ext uri="{FF2B5EF4-FFF2-40B4-BE49-F238E27FC236}">
                <a16:creationId xmlns:a16="http://schemas.microsoft.com/office/drawing/2014/main" id="{94D0DB21-1AB2-30FB-B011-6B47B2DA880F}"/>
              </a:ext>
            </a:extLst>
          </p:cNvPr>
          <p:cNvSpPr/>
          <p:nvPr/>
        </p:nvSpPr>
        <p:spPr>
          <a:xfrm>
            <a:off x="3487657" y="3267739"/>
            <a:ext cx="402044" cy="562918"/>
          </a:xfrm>
          <a:prstGeom prst="foldedCorne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AA1CA9-4677-634E-DDA4-69039E9A1482}"/>
              </a:ext>
            </a:extLst>
          </p:cNvPr>
          <p:cNvSpPr txBox="1"/>
          <p:nvPr/>
        </p:nvSpPr>
        <p:spPr>
          <a:xfrm>
            <a:off x="3332583" y="3852284"/>
            <a:ext cx="867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>
                <a:latin typeface="Calibri" panose="020F0502020204030204" pitchFamily="34" charset="0"/>
                <a:cs typeface="Calibri" panose="020F0502020204030204" pitchFamily="34" charset="0"/>
              </a:rPr>
              <a:t>Entradas</a:t>
            </a:r>
          </a:p>
        </p:txBody>
      </p:sp>
      <p:sp>
        <p:nvSpPr>
          <p:cNvPr id="29" name="Folded Corner 21">
            <a:extLst>
              <a:ext uri="{FF2B5EF4-FFF2-40B4-BE49-F238E27FC236}">
                <a16:creationId xmlns:a16="http://schemas.microsoft.com/office/drawing/2014/main" id="{B0DDC188-59B3-1AC8-8151-0E18FEF304A3}"/>
              </a:ext>
            </a:extLst>
          </p:cNvPr>
          <p:cNvSpPr/>
          <p:nvPr/>
        </p:nvSpPr>
        <p:spPr>
          <a:xfrm>
            <a:off x="7720608" y="3229108"/>
            <a:ext cx="402044" cy="562918"/>
          </a:xfrm>
          <a:prstGeom prst="foldedCorne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D3C541C-8353-6A39-BE80-D844100E0D60}"/>
              </a:ext>
            </a:extLst>
          </p:cNvPr>
          <p:cNvSpPr txBox="1"/>
          <p:nvPr/>
        </p:nvSpPr>
        <p:spPr>
          <a:xfrm>
            <a:off x="7444920" y="3857803"/>
            <a:ext cx="867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>
                <a:latin typeface="Calibri" panose="020F0502020204030204" pitchFamily="34" charset="0"/>
                <a:cs typeface="Calibri" panose="020F0502020204030204" pitchFamily="34" charset="0"/>
              </a:rPr>
              <a:t>Salidas</a:t>
            </a:r>
          </a:p>
        </p:txBody>
      </p:sp>
      <p:sp>
        <p:nvSpPr>
          <p:cNvPr id="31" name="Right Arrow 23">
            <a:extLst>
              <a:ext uri="{FF2B5EF4-FFF2-40B4-BE49-F238E27FC236}">
                <a16:creationId xmlns:a16="http://schemas.microsoft.com/office/drawing/2014/main" id="{24E5E7C7-91F9-632B-D7CD-9BD28021BF80}"/>
              </a:ext>
            </a:extLst>
          </p:cNvPr>
          <p:cNvSpPr/>
          <p:nvPr/>
        </p:nvSpPr>
        <p:spPr>
          <a:xfrm>
            <a:off x="3987341" y="3383634"/>
            <a:ext cx="413531" cy="18763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Right Arrow 24">
            <a:extLst>
              <a:ext uri="{FF2B5EF4-FFF2-40B4-BE49-F238E27FC236}">
                <a16:creationId xmlns:a16="http://schemas.microsoft.com/office/drawing/2014/main" id="{8D1E02B9-FDA0-2A9E-4F90-C41E861856EF}"/>
              </a:ext>
            </a:extLst>
          </p:cNvPr>
          <p:cNvSpPr/>
          <p:nvPr/>
        </p:nvSpPr>
        <p:spPr>
          <a:xfrm>
            <a:off x="5584030" y="3422266"/>
            <a:ext cx="413531" cy="18763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Right Arrow 25">
            <a:extLst>
              <a:ext uri="{FF2B5EF4-FFF2-40B4-BE49-F238E27FC236}">
                <a16:creationId xmlns:a16="http://schemas.microsoft.com/office/drawing/2014/main" id="{CB26EB66-83E9-6279-1B23-30AEE2CF5F1B}"/>
              </a:ext>
            </a:extLst>
          </p:cNvPr>
          <p:cNvSpPr/>
          <p:nvPr/>
        </p:nvSpPr>
        <p:spPr>
          <a:xfrm>
            <a:off x="7094567" y="3400191"/>
            <a:ext cx="505427" cy="18763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86D6A22-5075-2336-49F1-D28609D672A7}"/>
              </a:ext>
            </a:extLst>
          </p:cNvPr>
          <p:cNvSpPr txBox="1"/>
          <p:nvPr/>
        </p:nvSpPr>
        <p:spPr>
          <a:xfrm>
            <a:off x="5078603" y="4162234"/>
            <a:ext cx="173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b="1" dirty="0">
                <a:latin typeface="Calibri" panose="020F0502020204030204" pitchFamily="34" charset="0"/>
                <a:cs typeface="Calibri" panose="020F0502020204030204" pitchFamily="34" charset="0"/>
              </a:rPr>
              <a:t>HDFS</a:t>
            </a:r>
          </a:p>
        </p:txBody>
      </p:sp>
      <p:sp>
        <p:nvSpPr>
          <p:cNvPr id="35" name="Right Arrow 28">
            <a:extLst>
              <a:ext uri="{FF2B5EF4-FFF2-40B4-BE49-F238E27FC236}">
                <a16:creationId xmlns:a16="http://schemas.microsoft.com/office/drawing/2014/main" id="{D2880A36-7B7F-01AB-300C-040DF995E655}"/>
              </a:ext>
            </a:extLst>
          </p:cNvPr>
          <p:cNvSpPr/>
          <p:nvPr/>
        </p:nvSpPr>
        <p:spPr>
          <a:xfrm>
            <a:off x="2046042" y="2235723"/>
            <a:ext cx="1137211" cy="32009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Left Arrow 29">
            <a:extLst>
              <a:ext uri="{FF2B5EF4-FFF2-40B4-BE49-F238E27FC236}">
                <a16:creationId xmlns:a16="http://schemas.microsoft.com/office/drawing/2014/main" id="{5DAF874A-66BF-EF80-4741-6D9093921591}"/>
              </a:ext>
            </a:extLst>
          </p:cNvPr>
          <p:cNvSpPr/>
          <p:nvPr/>
        </p:nvSpPr>
        <p:spPr>
          <a:xfrm>
            <a:off x="2023068" y="3030431"/>
            <a:ext cx="1160185" cy="336647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9C84AA8-D0F0-0390-5D26-CDB64E0A12B7}"/>
              </a:ext>
            </a:extLst>
          </p:cNvPr>
          <p:cNvSpPr txBox="1"/>
          <p:nvPr/>
        </p:nvSpPr>
        <p:spPr>
          <a:xfrm>
            <a:off x="317500" y="4977656"/>
            <a:ext cx="37994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latin typeface="Calibri" panose="020F0502020204030204" pitchFamily="34" charset="0"/>
                <a:cs typeface="Calibri" panose="020F0502020204030204" pitchFamily="34" charset="0"/>
              </a:rPr>
              <a:t>Job de Cliente: </a:t>
            </a:r>
            <a:r>
              <a:rPr lang="es-A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Submitir</a:t>
            </a:r>
            <a:r>
              <a:rPr lang="es-AR" sz="2400" dirty="0">
                <a:latin typeface="Calibri" panose="020F0502020204030204" pitchFamily="34" charset="0"/>
                <a:cs typeface="Calibri" panose="020F0502020204030204" pitchFamily="34" charset="0"/>
              </a:rPr>
              <a:t> Jobs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6EF7A31-FF9A-C0F7-8967-0E396D11F40F}"/>
              </a:ext>
            </a:extLst>
          </p:cNvPr>
          <p:cNvSpPr txBox="1"/>
          <p:nvPr/>
        </p:nvSpPr>
        <p:spPr>
          <a:xfrm>
            <a:off x="317500" y="5500876"/>
            <a:ext cx="54457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latin typeface="Calibri" panose="020F0502020204030204" pitchFamily="34" charset="0"/>
                <a:cs typeface="Calibri" panose="020F0502020204030204" pitchFamily="34" charset="0"/>
              </a:rPr>
              <a:t>Job </a:t>
            </a:r>
            <a:r>
              <a:rPr lang="es-AR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Tracker</a:t>
            </a:r>
            <a:r>
              <a:rPr lang="es-AR" sz="2400" b="1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s-AR" sz="2400" dirty="0">
                <a:latin typeface="Calibri" panose="020F0502020204030204" pitchFamily="34" charset="0"/>
                <a:cs typeface="Calibri" panose="020F0502020204030204" pitchFamily="34" charset="0"/>
              </a:rPr>
              <a:t>Coordinar Jobs</a:t>
            </a:r>
          </a:p>
          <a:p>
            <a:r>
              <a:rPr lang="es-AR" sz="2400" dirty="0">
                <a:latin typeface="Calibri" panose="020F0502020204030204" pitchFamily="34" charset="0"/>
                <a:cs typeface="Calibri" panose="020F0502020204030204" pitchFamily="34" charset="0"/>
              </a:rPr>
              <a:t>(Planificación, Coordinación de Fase, etc.)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B4B68C1-66B6-B271-5483-81FE2A62B62C}"/>
              </a:ext>
            </a:extLst>
          </p:cNvPr>
          <p:cNvSpPr txBox="1"/>
          <p:nvPr/>
        </p:nvSpPr>
        <p:spPr>
          <a:xfrm>
            <a:off x="6200453" y="4979432"/>
            <a:ext cx="3972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Task</a:t>
            </a:r>
            <a:r>
              <a:rPr lang="es-AR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AR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Tracker</a:t>
            </a:r>
            <a:r>
              <a:rPr lang="es-AR" sz="2400" b="1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s-AR" sz="2400" dirty="0">
                <a:latin typeface="Calibri" panose="020F0502020204030204" pitchFamily="34" charset="0"/>
                <a:cs typeface="Calibri" panose="020F0502020204030204" pitchFamily="34" charset="0"/>
              </a:rPr>
              <a:t>Ejecutar los </a:t>
            </a:r>
            <a:r>
              <a:rPr lang="es-A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jobs</a:t>
            </a:r>
            <a:endParaRPr lang="es-A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8A9385E-5DEF-80FB-8BBC-3FD2E811563A}"/>
              </a:ext>
            </a:extLst>
          </p:cNvPr>
          <p:cNvSpPr txBox="1"/>
          <p:nvPr/>
        </p:nvSpPr>
        <p:spPr>
          <a:xfrm>
            <a:off x="6263953" y="5471994"/>
            <a:ext cx="52790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latin typeface="Calibri" panose="020F0502020204030204" pitchFamily="34" charset="0"/>
                <a:cs typeface="Calibri" panose="020F0502020204030204" pitchFamily="34" charset="0"/>
              </a:rPr>
              <a:t>Job: </a:t>
            </a:r>
            <a:r>
              <a:rPr lang="es-AR" sz="2400" dirty="0">
                <a:latin typeface="Calibri" panose="020F0502020204030204" pitchFamily="34" charset="0"/>
                <a:cs typeface="Calibri" panose="020F0502020204030204" pitchFamily="34" charset="0"/>
              </a:rPr>
              <a:t>MapReduce función + configuración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884566A-C021-9F2A-3BE3-52FE9335FB8E}"/>
              </a:ext>
            </a:extLst>
          </p:cNvPr>
          <p:cNvSpPr/>
          <p:nvPr/>
        </p:nvSpPr>
        <p:spPr>
          <a:xfrm>
            <a:off x="609600" y="2506676"/>
            <a:ext cx="7702587" cy="1351127"/>
          </a:xfrm>
          <a:prstGeom prst="rect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4000" b="1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Idea: Llevar el Cálculo a los Datos!</a:t>
            </a:r>
          </a:p>
        </p:txBody>
      </p:sp>
    </p:spTree>
    <p:extLst>
      <p:ext uri="{BB962C8B-B14F-4D97-AF65-F5344CB8AC3E}">
        <p14:creationId xmlns:p14="http://schemas.microsoft.com/office/powerpoint/2010/main" val="1739801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39" grpId="0"/>
      <p:bldP spid="40" grpId="0"/>
      <p:bldP spid="4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A56D0-7D50-FBB7-4D17-29A4B3298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MapReduce: Arquitectura del flujo de trabajo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4467E3-ECA0-397F-717E-9B9624DAF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3186" y="4833261"/>
            <a:ext cx="10815864" cy="2090056"/>
          </a:xfrm>
        </p:spPr>
        <p:txBody>
          <a:bodyPr numCol="2">
            <a:normAutofit fontScale="77500" lnSpcReduction="20000"/>
          </a:bodyPr>
          <a:lstStyle/>
          <a:p>
            <a:pPr marL="628650" indent="-514350">
              <a:buFont typeface="+mj-lt"/>
              <a:buAutoNum type="arabicPeriod"/>
            </a:pPr>
            <a:r>
              <a:rPr lang="es-AR" dirty="0"/>
              <a:t>El cliente </a:t>
            </a:r>
            <a:r>
              <a:rPr lang="es-AR" dirty="0" err="1"/>
              <a:t>submite</a:t>
            </a:r>
            <a:r>
              <a:rPr lang="es-AR" dirty="0"/>
              <a:t> un </a:t>
            </a:r>
            <a:r>
              <a:rPr lang="es-AR" dirty="0" err="1"/>
              <a:t>job</a:t>
            </a:r>
            <a:r>
              <a:rPr lang="es-AR" dirty="0"/>
              <a:t> al </a:t>
            </a:r>
            <a:r>
              <a:rPr lang="es-AR" b="1" dirty="0" err="1"/>
              <a:t>job</a:t>
            </a:r>
            <a:r>
              <a:rPr lang="es-AR" b="1" dirty="0"/>
              <a:t> </a:t>
            </a:r>
            <a:r>
              <a:rPr lang="es-AR" b="1" dirty="0" err="1"/>
              <a:t>tracker</a:t>
            </a:r>
            <a:r>
              <a:rPr lang="es-AR" dirty="0"/>
              <a:t> y copia el código al HDFS.</a:t>
            </a:r>
          </a:p>
          <a:p>
            <a:pPr marL="628650" indent="-514350">
              <a:buFont typeface="+mj-lt"/>
              <a:buAutoNum type="arabicPeriod"/>
            </a:pPr>
            <a:r>
              <a:rPr lang="es-AR" dirty="0"/>
              <a:t>El </a:t>
            </a:r>
            <a:r>
              <a:rPr lang="es-AR" b="1" dirty="0" err="1"/>
              <a:t>job</a:t>
            </a:r>
            <a:r>
              <a:rPr lang="es-AR" b="1" dirty="0"/>
              <a:t> </a:t>
            </a:r>
            <a:r>
              <a:rPr lang="es-AR" b="1" dirty="0" err="1"/>
              <a:t>tracker</a:t>
            </a:r>
            <a:r>
              <a:rPr lang="es-AR" b="1" dirty="0"/>
              <a:t> </a:t>
            </a:r>
            <a:r>
              <a:rPr lang="es-AR" dirty="0"/>
              <a:t>habla con NN para encontrar los datos que necesita. </a:t>
            </a:r>
          </a:p>
          <a:p>
            <a:pPr marL="628650" indent="-514350">
              <a:buFont typeface="+mj-lt"/>
              <a:buAutoNum type="arabicPeriod"/>
            </a:pPr>
            <a:r>
              <a:rPr lang="es-AR" dirty="0"/>
              <a:t>El </a:t>
            </a:r>
            <a:r>
              <a:rPr lang="es-AR" b="1" dirty="0" err="1"/>
              <a:t>job</a:t>
            </a:r>
            <a:r>
              <a:rPr lang="es-AR" b="1" dirty="0"/>
              <a:t> </a:t>
            </a:r>
            <a:r>
              <a:rPr lang="es-AR" b="1" dirty="0" err="1"/>
              <a:t>tracker</a:t>
            </a:r>
            <a:r>
              <a:rPr lang="es-AR" b="1" dirty="0"/>
              <a:t> </a:t>
            </a:r>
            <a:r>
              <a:rPr lang="es-AR" dirty="0"/>
              <a:t>crea un plan de ejecución y </a:t>
            </a:r>
            <a:r>
              <a:rPr lang="es-AR" dirty="0" err="1"/>
              <a:t>submite</a:t>
            </a:r>
            <a:r>
              <a:rPr lang="es-AR" dirty="0"/>
              <a:t> el trabajo a los </a:t>
            </a:r>
            <a:r>
              <a:rPr lang="es-AR" b="1" dirty="0" err="1"/>
              <a:t>task</a:t>
            </a:r>
            <a:r>
              <a:rPr lang="es-AR" b="1" dirty="0"/>
              <a:t> </a:t>
            </a:r>
            <a:r>
              <a:rPr lang="es-AR" b="1" dirty="0" err="1"/>
              <a:t>tracker</a:t>
            </a:r>
            <a:r>
              <a:rPr lang="es-AR" dirty="0"/>
              <a:t>.</a:t>
            </a:r>
          </a:p>
          <a:p>
            <a:pPr marL="628650" indent="-514350">
              <a:buFont typeface="+mj-lt"/>
              <a:buAutoNum type="arabicPeriod"/>
            </a:pPr>
            <a:r>
              <a:rPr lang="es-AR" dirty="0"/>
              <a:t>Los </a:t>
            </a:r>
            <a:r>
              <a:rPr lang="es-AR" b="1" dirty="0" err="1"/>
              <a:t>task</a:t>
            </a:r>
            <a:r>
              <a:rPr lang="es-AR" b="1" dirty="0"/>
              <a:t> </a:t>
            </a:r>
            <a:r>
              <a:rPr lang="es-AR" b="1" dirty="0" err="1"/>
              <a:t>trackers</a:t>
            </a:r>
            <a:r>
              <a:rPr lang="es-AR" dirty="0"/>
              <a:t> hacen el trabajo e informan el progreso/estado al</a:t>
            </a:r>
            <a:r>
              <a:rPr lang="es-AR" b="1" dirty="0"/>
              <a:t> </a:t>
            </a:r>
            <a:r>
              <a:rPr lang="es-AR" b="1" dirty="0" err="1"/>
              <a:t>job</a:t>
            </a:r>
            <a:r>
              <a:rPr lang="es-AR" b="1" dirty="0"/>
              <a:t> </a:t>
            </a:r>
            <a:r>
              <a:rPr lang="es-AR" b="1" dirty="0" err="1"/>
              <a:t>tracker</a:t>
            </a:r>
            <a:r>
              <a:rPr lang="es-AR" dirty="0"/>
              <a:t>.</a:t>
            </a:r>
          </a:p>
          <a:p>
            <a:pPr marL="628650" indent="-514350">
              <a:buFont typeface="+mj-lt"/>
              <a:buAutoNum type="arabicPeriod"/>
            </a:pPr>
            <a:r>
              <a:rPr lang="es-AR" dirty="0"/>
              <a:t>El </a:t>
            </a:r>
            <a:r>
              <a:rPr lang="es-AR" b="1" dirty="0" err="1"/>
              <a:t>job</a:t>
            </a:r>
            <a:r>
              <a:rPr lang="es-AR" b="1" dirty="0"/>
              <a:t> </a:t>
            </a:r>
            <a:r>
              <a:rPr lang="es-AR" b="1" dirty="0" err="1"/>
              <a:t>tacker</a:t>
            </a:r>
            <a:r>
              <a:rPr lang="es-AR" dirty="0"/>
              <a:t> gestiona las fases de la tarea. </a:t>
            </a:r>
          </a:p>
          <a:p>
            <a:pPr marL="628650" indent="-514350">
              <a:buFont typeface="+mj-lt"/>
              <a:buAutoNum type="arabicPeriod"/>
            </a:pPr>
            <a:r>
              <a:rPr lang="es-AR" dirty="0"/>
              <a:t>El </a:t>
            </a:r>
            <a:r>
              <a:rPr lang="es-AR" b="1" dirty="0" err="1"/>
              <a:t>job</a:t>
            </a:r>
            <a:r>
              <a:rPr lang="es-AR" b="1" dirty="0"/>
              <a:t> </a:t>
            </a:r>
            <a:r>
              <a:rPr lang="es-AR" b="1" dirty="0" err="1"/>
              <a:t>tracker</a:t>
            </a:r>
            <a:r>
              <a:rPr lang="es-AR" dirty="0"/>
              <a:t> finaliza el </a:t>
            </a:r>
            <a:r>
              <a:rPr lang="es-AR" dirty="0" err="1"/>
              <a:t>job</a:t>
            </a:r>
            <a:r>
              <a:rPr lang="es-AR" dirty="0"/>
              <a:t> y actualiza el estado.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F2EB8F-EB8C-B0A8-EFDF-D35C123A849D}"/>
              </a:ext>
            </a:extLst>
          </p:cNvPr>
          <p:cNvSpPr/>
          <p:nvPr/>
        </p:nvSpPr>
        <p:spPr>
          <a:xfrm>
            <a:off x="3341914" y="1357605"/>
            <a:ext cx="5100217" cy="3473966"/>
          </a:xfrm>
          <a:prstGeom prst="rect">
            <a:avLst/>
          </a:prstGeom>
          <a:solidFill>
            <a:schemeClr val="bg2">
              <a:alpha val="1000"/>
            </a:schemeClr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ound Same Side Corner Rectangle 3">
            <a:extLst>
              <a:ext uri="{FF2B5EF4-FFF2-40B4-BE49-F238E27FC236}">
                <a16:creationId xmlns:a16="http://schemas.microsoft.com/office/drawing/2014/main" id="{C93F860C-D9D4-F30B-0106-4FA58AF57EA9}"/>
              </a:ext>
            </a:extLst>
          </p:cNvPr>
          <p:cNvSpPr/>
          <p:nvPr/>
        </p:nvSpPr>
        <p:spPr>
          <a:xfrm>
            <a:off x="504631" y="1343572"/>
            <a:ext cx="1332489" cy="662256"/>
          </a:xfrm>
          <a:prstGeom prst="round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Job de Cliente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95A75E-39E4-41BC-F553-81B96B64BCA8}"/>
              </a:ext>
            </a:extLst>
          </p:cNvPr>
          <p:cNvSpPr/>
          <p:nvPr/>
        </p:nvSpPr>
        <p:spPr>
          <a:xfrm>
            <a:off x="504631" y="2721281"/>
            <a:ext cx="1332489" cy="684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Job </a:t>
            </a:r>
            <a:r>
              <a:rPr lang="es-AR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Tracker</a:t>
            </a:r>
            <a:endParaRPr lang="es-AR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F0EF6A-3453-DDCF-D669-768C97941B1E}"/>
              </a:ext>
            </a:extLst>
          </p:cNvPr>
          <p:cNvSpPr/>
          <p:nvPr/>
        </p:nvSpPr>
        <p:spPr>
          <a:xfrm>
            <a:off x="504631" y="4071329"/>
            <a:ext cx="1332489" cy="684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s-AR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AR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Node</a:t>
            </a:r>
            <a:endParaRPr lang="es-AR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A32761-DD18-E876-1165-E0DAE43D2E7D}"/>
              </a:ext>
            </a:extLst>
          </p:cNvPr>
          <p:cNvSpPr/>
          <p:nvPr/>
        </p:nvSpPr>
        <p:spPr>
          <a:xfrm>
            <a:off x="4100054" y="1545244"/>
            <a:ext cx="3354197" cy="26490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EB0494-DA18-57C5-6685-C7132BFE9741}"/>
              </a:ext>
            </a:extLst>
          </p:cNvPr>
          <p:cNvSpPr/>
          <p:nvPr/>
        </p:nvSpPr>
        <p:spPr>
          <a:xfrm>
            <a:off x="4852451" y="2384102"/>
            <a:ext cx="425018" cy="684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A74413-44A4-7B8D-0D88-C89C443BC177}"/>
              </a:ext>
            </a:extLst>
          </p:cNvPr>
          <p:cNvSpPr/>
          <p:nvPr/>
        </p:nvSpPr>
        <p:spPr>
          <a:xfrm>
            <a:off x="5691000" y="2384102"/>
            <a:ext cx="425018" cy="684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D109CA-4DCB-C4DB-8D92-AA123B333B44}"/>
              </a:ext>
            </a:extLst>
          </p:cNvPr>
          <p:cNvSpPr/>
          <p:nvPr/>
        </p:nvSpPr>
        <p:spPr>
          <a:xfrm>
            <a:off x="6529550" y="2384102"/>
            <a:ext cx="425018" cy="684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D5771F-6028-5E4E-A2E3-DED8465E0577}"/>
              </a:ext>
            </a:extLst>
          </p:cNvPr>
          <p:cNvCxnSpPr>
            <a:stCxn id="9" idx="2"/>
          </p:cNvCxnSpPr>
          <p:nvPr/>
        </p:nvCxnSpPr>
        <p:spPr>
          <a:xfrm>
            <a:off x="5064960" y="3068434"/>
            <a:ext cx="0" cy="2428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28D6403-E87B-9C9D-55CC-09B65C36065B}"/>
              </a:ext>
            </a:extLst>
          </p:cNvPr>
          <p:cNvCxnSpPr/>
          <p:nvPr/>
        </p:nvCxnSpPr>
        <p:spPr>
          <a:xfrm>
            <a:off x="5914996" y="3057396"/>
            <a:ext cx="0" cy="2428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B71273A-C03C-F3B8-186B-BCAEBE94966A}"/>
              </a:ext>
            </a:extLst>
          </p:cNvPr>
          <p:cNvCxnSpPr/>
          <p:nvPr/>
        </p:nvCxnSpPr>
        <p:spPr>
          <a:xfrm>
            <a:off x="6776520" y="3068434"/>
            <a:ext cx="0" cy="2428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588A15D-F03C-0294-F98E-555ADA4C3885}"/>
              </a:ext>
            </a:extLst>
          </p:cNvPr>
          <p:cNvCxnSpPr/>
          <p:nvPr/>
        </p:nvCxnSpPr>
        <p:spPr>
          <a:xfrm>
            <a:off x="4616968" y="3189848"/>
            <a:ext cx="258456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4586D49-7A47-8818-170C-9A25DE8A0386}"/>
              </a:ext>
            </a:extLst>
          </p:cNvPr>
          <p:cNvSpPr txBox="1"/>
          <p:nvPr/>
        </p:nvSpPr>
        <p:spPr>
          <a:xfrm>
            <a:off x="4410203" y="1815217"/>
            <a:ext cx="17345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 err="1">
                <a:latin typeface="Calibri" panose="020F0502020204030204" pitchFamily="34" charset="0"/>
                <a:cs typeface="Calibri" panose="020F0502020204030204" pitchFamily="34" charset="0"/>
              </a:rPr>
              <a:t>Task</a:t>
            </a:r>
            <a:r>
              <a:rPr lang="es-AR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AR" b="1" dirty="0" err="1">
                <a:latin typeface="Calibri" panose="020F0502020204030204" pitchFamily="34" charset="0"/>
                <a:cs typeface="Calibri" panose="020F0502020204030204" pitchFamily="34" charset="0"/>
              </a:rPr>
              <a:t>Tracker</a:t>
            </a:r>
            <a:endParaRPr lang="es-AR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364E0D-347E-2A06-CE03-97A579CF808A}"/>
              </a:ext>
            </a:extLst>
          </p:cNvPr>
          <p:cNvSpPr/>
          <p:nvPr/>
        </p:nvSpPr>
        <p:spPr>
          <a:xfrm>
            <a:off x="4553790" y="3576164"/>
            <a:ext cx="867267" cy="30905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Map</a:t>
            </a:r>
            <a:endParaRPr lang="es-AR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85147E-7EFF-98DA-1D04-D949414D7DEC}"/>
              </a:ext>
            </a:extLst>
          </p:cNvPr>
          <p:cNvSpPr/>
          <p:nvPr/>
        </p:nvSpPr>
        <p:spPr>
          <a:xfrm>
            <a:off x="6087301" y="3576164"/>
            <a:ext cx="867267" cy="30905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Reduce</a:t>
            </a:r>
          </a:p>
        </p:txBody>
      </p:sp>
      <p:sp>
        <p:nvSpPr>
          <p:cNvPr id="19" name="Folded Corner 19">
            <a:extLst>
              <a:ext uri="{FF2B5EF4-FFF2-40B4-BE49-F238E27FC236}">
                <a16:creationId xmlns:a16="http://schemas.microsoft.com/office/drawing/2014/main" id="{B95F4391-5831-0449-944B-BA82CEA5911A}"/>
              </a:ext>
            </a:extLst>
          </p:cNvPr>
          <p:cNvSpPr/>
          <p:nvPr/>
        </p:nvSpPr>
        <p:spPr>
          <a:xfrm>
            <a:off x="3496988" y="3482344"/>
            <a:ext cx="402044" cy="562918"/>
          </a:xfrm>
          <a:prstGeom prst="foldedCorne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CE6AC1-1390-E856-E253-A339F7840A64}"/>
              </a:ext>
            </a:extLst>
          </p:cNvPr>
          <p:cNvSpPr txBox="1"/>
          <p:nvPr/>
        </p:nvSpPr>
        <p:spPr>
          <a:xfrm>
            <a:off x="3341914" y="4066889"/>
            <a:ext cx="867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>
                <a:latin typeface="Calibri" panose="020F0502020204030204" pitchFamily="34" charset="0"/>
                <a:cs typeface="Calibri" panose="020F0502020204030204" pitchFamily="34" charset="0"/>
              </a:rPr>
              <a:t>Entradas</a:t>
            </a:r>
          </a:p>
        </p:txBody>
      </p:sp>
      <p:sp>
        <p:nvSpPr>
          <p:cNvPr id="21" name="Folded Corner 21">
            <a:extLst>
              <a:ext uri="{FF2B5EF4-FFF2-40B4-BE49-F238E27FC236}">
                <a16:creationId xmlns:a16="http://schemas.microsoft.com/office/drawing/2014/main" id="{B863D20F-F13E-5630-1E10-4682939B115F}"/>
              </a:ext>
            </a:extLst>
          </p:cNvPr>
          <p:cNvSpPr/>
          <p:nvPr/>
        </p:nvSpPr>
        <p:spPr>
          <a:xfrm>
            <a:off x="7729939" y="3443713"/>
            <a:ext cx="402044" cy="562918"/>
          </a:xfrm>
          <a:prstGeom prst="foldedCorne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7A8DBF-E9AD-2F2E-A01F-F35F864C71E6}"/>
              </a:ext>
            </a:extLst>
          </p:cNvPr>
          <p:cNvSpPr txBox="1"/>
          <p:nvPr/>
        </p:nvSpPr>
        <p:spPr>
          <a:xfrm>
            <a:off x="7454251" y="4072408"/>
            <a:ext cx="1102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>
                <a:latin typeface="Calibri" panose="020F0502020204030204" pitchFamily="34" charset="0"/>
                <a:cs typeface="Calibri" panose="020F0502020204030204" pitchFamily="34" charset="0"/>
              </a:rPr>
              <a:t>Salidas</a:t>
            </a:r>
          </a:p>
        </p:txBody>
      </p:sp>
      <p:sp>
        <p:nvSpPr>
          <p:cNvPr id="23" name="Right Arrow 23">
            <a:extLst>
              <a:ext uri="{FF2B5EF4-FFF2-40B4-BE49-F238E27FC236}">
                <a16:creationId xmlns:a16="http://schemas.microsoft.com/office/drawing/2014/main" id="{BA2395BF-3FDB-39D0-9062-B8662F9E778A}"/>
              </a:ext>
            </a:extLst>
          </p:cNvPr>
          <p:cNvSpPr/>
          <p:nvPr/>
        </p:nvSpPr>
        <p:spPr>
          <a:xfrm>
            <a:off x="3996672" y="3598239"/>
            <a:ext cx="413531" cy="18763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Right Arrow 24">
            <a:extLst>
              <a:ext uri="{FF2B5EF4-FFF2-40B4-BE49-F238E27FC236}">
                <a16:creationId xmlns:a16="http://schemas.microsoft.com/office/drawing/2014/main" id="{CB3D7C2A-6151-5BF8-C6C3-CAC7C649A806}"/>
              </a:ext>
            </a:extLst>
          </p:cNvPr>
          <p:cNvSpPr/>
          <p:nvPr/>
        </p:nvSpPr>
        <p:spPr>
          <a:xfrm>
            <a:off x="5593361" y="3636871"/>
            <a:ext cx="413531" cy="18763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Right Arrow 25">
            <a:extLst>
              <a:ext uri="{FF2B5EF4-FFF2-40B4-BE49-F238E27FC236}">
                <a16:creationId xmlns:a16="http://schemas.microsoft.com/office/drawing/2014/main" id="{9FBF62A1-04A5-D2C5-E3B6-72AFD032A823}"/>
              </a:ext>
            </a:extLst>
          </p:cNvPr>
          <p:cNvSpPr/>
          <p:nvPr/>
        </p:nvSpPr>
        <p:spPr>
          <a:xfrm>
            <a:off x="7103898" y="3614796"/>
            <a:ext cx="505427" cy="18763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E89A78-A887-2105-6F8B-26FF837714D3}"/>
              </a:ext>
            </a:extLst>
          </p:cNvPr>
          <p:cNvSpPr txBox="1"/>
          <p:nvPr/>
        </p:nvSpPr>
        <p:spPr>
          <a:xfrm>
            <a:off x="4706934" y="4376839"/>
            <a:ext cx="173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b="1" dirty="0">
                <a:latin typeface="Calibri" panose="020F0502020204030204" pitchFamily="34" charset="0"/>
                <a:cs typeface="Calibri" panose="020F0502020204030204" pitchFamily="34" charset="0"/>
              </a:rPr>
              <a:t>HDFS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3FF3F6F-DC2B-D4BD-A746-17AF4F1485FB}"/>
              </a:ext>
            </a:extLst>
          </p:cNvPr>
          <p:cNvCxnSpPr/>
          <p:nvPr/>
        </p:nvCxnSpPr>
        <p:spPr>
          <a:xfrm>
            <a:off x="758631" y="2005828"/>
            <a:ext cx="0" cy="71545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6D6982B5-1EAC-D3E9-6C36-9467297DC1AF}"/>
              </a:ext>
            </a:extLst>
          </p:cNvPr>
          <p:cNvSpPr/>
          <p:nvPr/>
        </p:nvSpPr>
        <p:spPr>
          <a:xfrm>
            <a:off x="149031" y="2136205"/>
            <a:ext cx="457200" cy="351700"/>
          </a:xfrm>
          <a:prstGeom prst="ellipse">
            <a:avLst/>
          </a:prstGeom>
          <a:solidFill>
            <a:schemeClr val="accent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42E6DC7-CA6E-0669-D003-DFE74A38D64F}"/>
              </a:ext>
            </a:extLst>
          </p:cNvPr>
          <p:cNvSpPr/>
          <p:nvPr/>
        </p:nvSpPr>
        <p:spPr>
          <a:xfrm>
            <a:off x="2409631" y="1203872"/>
            <a:ext cx="457200" cy="351700"/>
          </a:xfrm>
          <a:prstGeom prst="ellipse">
            <a:avLst/>
          </a:prstGeom>
          <a:solidFill>
            <a:schemeClr val="accent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67AACC5-96D4-E69C-2321-581ADD6915B4}"/>
              </a:ext>
            </a:extLst>
          </p:cNvPr>
          <p:cNvCxnSpPr/>
          <p:nvPr/>
        </p:nvCxnSpPr>
        <p:spPr>
          <a:xfrm>
            <a:off x="1837120" y="1700917"/>
            <a:ext cx="206191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8FDE11C-D679-566E-CA65-12062A1330C6}"/>
              </a:ext>
            </a:extLst>
          </p:cNvPr>
          <p:cNvCxnSpPr/>
          <p:nvPr/>
        </p:nvCxnSpPr>
        <p:spPr>
          <a:xfrm>
            <a:off x="758631" y="3405613"/>
            <a:ext cx="0" cy="66127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C5270FFC-CD20-3E44-7AA9-8A4271943365}"/>
              </a:ext>
            </a:extLst>
          </p:cNvPr>
          <p:cNvSpPr/>
          <p:nvPr/>
        </p:nvSpPr>
        <p:spPr>
          <a:xfrm>
            <a:off x="149031" y="3533517"/>
            <a:ext cx="457200" cy="351700"/>
          </a:xfrm>
          <a:prstGeom prst="ellipse">
            <a:avLst/>
          </a:prstGeom>
          <a:solidFill>
            <a:schemeClr val="accent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8DEAB94-915B-1C63-113D-AECF588171DE}"/>
              </a:ext>
            </a:extLst>
          </p:cNvPr>
          <p:cNvCxnSpPr/>
          <p:nvPr/>
        </p:nvCxnSpPr>
        <p:spPr>
          <a:xfrm>
            <a:off x="1896660" y="2843917"/>
            <a:ext cx="206191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DFDED6B6-5B90-D53A-325D-E7CD44A6B43A}"/>
              </a:ext>
            </a:extLst>
          </p:cNvPr>
          <p:cNvSpPr/>
          <p:nvPr/>
        </p:nvSpPr>
        <p:spPr>
          <a:xfrm>
            <a:off x="2409631" y="2384102"/>
            <a:ext cx="457200" cy="351700"/>
          </a:xfrm>
          <a:prstGeom prst="ellipse">
            <a:avLst/>
          </a:prstGeom>
          <a:solidFill>
            <a:schemeClr val="accent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472FF22-6E34-9740-EDBC-CA395746DD37}"/>
              </a:ext>
            </a:extLst>
          </p:cNvPr>
          <p:cNvCxnSpPr/>
          <p:nvPr/>
        </p:nvCxnSpPr>
        <p:spPr>
          <a:xfrm flipH="1">
            <a:off x="1896660" y="3300223"/>
            <a:ext cx="2002372" cy="1103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C89A4BAA-E7FA-07EF-7BF1-FFB82BA52305}"/>
              </a:ext>
            </a:extLst>
          </p:cNvPr>
          <p:cNvSpPr/>
          <p:nvPr/>
        </p:nvSpPr>
        <p:spPr>
          <a:xfrm>
            <a:off x="2447731" y="3400314"/>
            <a:ext cx="457200" cy="351700"/>
          </a:xfrm>
          <a:prstGeom prst="ellipse">
            <a:avLst/>
          </a:prstGeom>
          <a:solidFill>
            <a:schemeClr val="accent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37" name="Freeform 52">
            <a:extLst>
              <a:ext uri="{FF2B5EF4-FFF2-40B4-BE49-F238E27FC236}">
                <a16:creationId xmlns:a16="http://schemas.microsoft.com/office/drawing/2014/main" id="{E50BAE71-C15D-603A-DC79-2D72CD599286}"/>
              </a:ext>
            </a:extLst>
          </p:cNvPr>
          <p:cNvSpPr/>
          <p:nvPr/>
        </p:nvSpPr>
        <p:spPr>
          <a:xfrm>
            <a:off x="1698431" y="3478505"/>
            <a:ext cx="5130800" cy="1288286"/>
          </a:xfrm>
          <a:custGeom>
            <a:avLst/>
            <a:gdLst>
              <a:gd name="connsiteX0" fmla="*/ 0 w 5130800"/>
              <a:gd name="connsiteY0" fmla="*/ 0 h 1288286"/>
              <a:gd name="connsiteX1" fmla="*/ 2286000 w 5130800"/>
              <a:gd name="connsiteY1" fmla="*/ 1282700 h 1288286"/>
              <a:gd name="connsiteX2" fmla="*/ 3352800 w 5130800"/>
              <a:gd name="connsiteY2" fmla="*/ 495300 h 1288286"/>
              <a:gd name="connsiteX3" fmla="*/ 4445000 w 5130800"/>
              <a:gd name="connsiteY3" fmla="*/ 1219200 h 1288286"/>
              <a:gd name="connsiteX4" fmla="*/ 5130800 w 5130800"/>
              <a:gd name="connsiteY4" fmla="*/ 444500 h 1288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0800" h="1288286">
                <a:moveTo>
                  <a:pt x="0" y="0"/>
                </a:moveTo>
                <a:cubicBezTo>
                  <a:pt x="863600" y="600075"/>
                  <a:pt x="1727200" y="1200150"/>
                  <a:pt x="2286000" y="1282700"/>
                </a:cubicBezTo>
                <a:cubicBezTo>
                  <a:pt x="2844800" y="1365250"/>
                  <a:pt x="2992967" y="505883"/>
                  <a:pt x="3352800" y="495300"/>
                </a:cubicBezTo>
                <a:cubicBezTo>
                  <a:pt x="3712633" y="484717"/>
                  <a:pt x="4148667" y="1227667"/>
                  <a:pt x="4445000" y="1219200"/>
                </a:cubicBezTo>
                <a:cubicBezTo>
                  <a:pt x="4741333" y="1210733"/>
                  <a:pt x="5130800" y="444500"/>
                  <a:pt x="5130800" y="444500"/>
                </a:cubicBezTo>
              </a:path>
            </a:pathLst>
          </a:custGeom>
          <a:ln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084AA37-64EE-C3A3-2376-18BADB46135B}"/>
              </a:ext>
            </a:extLst>
          </p:cNvPr>
          <p:cNvSpPr/>
          <p:nvPr/>
        </p:nvSpPr>
        <p:spPr>
          <a:xfrm>
            <a:off x="2371531" y="4217546"/>
            <a:ext cx="457200" cy="351700"/>
          </a:xfrm>
          <a:prstGeom prst="ellipse">
            <a:avLst/>
          </a:prstGeom>
          <a:solidFill>
            <a:schemeClr val="accent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B89F5AD-DC37-D1BE-B114-E21D703CF58F}"/>
              </a:ext>
            </a:extLst>
          </p:cNvPr>
          <p:cNvCxnSpPr/>
          <p:nvPr/>
        </p:nvCxnSpPr>
        <p:spPr>
          <a:xfrm flipV="1">
            <a:off x="1698431" y="2005828"/>
            <a:ext cx="0" cy="71545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3BC84F87-FEDF-E8F7-5625-C0582DC35453}"/>
              </a:ext>
            </a:extLst>
          </p:cNvPr>
          <p:cNvSpPr/>
          <p:nvPr/>
        </p:nvSpPr>
        <p:spPr>
          <a:xfrm>
            <a:off x="1139631" y="2136205"/>
            <a:ext cx="457200" cy="351700"/>
          </a:xfrm>
          <a:prstGeom prst="ellipse">
            <a:avLst/>
          </a:prstGeom>
          <a:solidFill>
            <a:schemeClr val="accent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8D4092D-6332-92AF-5195-E3B880F19650}"/>
              </a:ext>
            </a:extLst>
          </p:cNvPr>
          <p:cNvSpPr/>
          <p:nvPr/>
        </p:nvSpPr>
        <p:spPr>
          <a:xfrm>
            <a:off x="4421732" y="3400314"/>
            <a:ext cx="2682166" cy="606317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0051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2" grpId="0" animBg="1"/>
      <p:bldP spid="34" grpId="0" animBg="1"/>
      <p:bldP spid="36" grpId="0" animBg="1"/>
      <p:bldP spid="37" grpId="0" animBg="1"/>
      <p:bldP spid="38" grpId="0" animBg="1"/>
      <p:bldP spid="40" grpId="0" animBg="1"/>
      <p:bldP spid="4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5C9F2-5388-C707-0C8E-B55551CA9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Paradigma de MapReduce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2BB18C-C388-DD58-AA4B-BC9F5BF148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Implementar dos funciones:</a:t>
            </a:r>
          </a:p>
          <a:p>
            <a:pPr lvl="1"/>
            <a:r>
              <a:rPr lang="es-AR" dirty="0" err="1"/>
              <a:t>Map</a:t>
            </a:r>
            <a:r>
              <a:rPr lang="es-AR" dirty="0"/>
              <a:t> (k1, v1) -&gt; </a:t>
            </a:r>
            <a:r>
              <a:rPr lang="es-AR" dirty="0" err="1"/>
              <a:t>list</a:t>
            </a:r>
            <a:r>
              <a:rPr lang="es-AR" dirty="0"/>
              <a:t> (k2, v2)</a:t>
            </a:r>
          </a:p>
          <a:p>
            <a:pPr lvl="1"/>
            <a:r>
              <a:rPr lang="es-AR" dirty="0"/>
              <a:t>Reduce (k2, </a:t>
            </a:r>
            <a:r>
              <a:rPr lang="es-AR" dirty="0" err="1"/>
              <a:t>list</a:t>
            </a:r>
            <a:r>
              <a:rPr lang="es-AR" dirty="0"/>
              <a:t>(v2)) -&gt; </a:t>
            </a:r>
            <a:r>
              <a:rPr lang="es-AR" dirty="0" err="1"/>
              <a:t>list</a:t>
            </a:r>
            <a:r>
              <a:rPr lang="es-AR" dirty="0"/>
              <a:t> (v3)</a:t>
            </a:r>
          </a:p>
          <a:p>
            <a:r>
              <a:rPr lang="es-AR" dirty="0"/>
              <a:t>El </a:t>
            </a:r>
            <a:r>
              <a:rPr lang="es-AR" dirty="0" err="1"/>
              <a:t>framework</a:t>
            </a:r>
            <a:r>
              <a:rPr lang="es-AR" dirty="0"/>
              <a:t> administra todo el resto</a:t>
            </a:r>
          </a:p>
          <a:p>
            <a:r>
              <a:rPr lang="es-AR" dirty="0"/>
              <a:t>El valor con la </a:t>
            </a:r>
            <a:r>
              <a:rPr lang="es-AR" b="1" dirty="0"/>
              <a:t>misma</a:t>
            </a:r>
            <a:r>
              <a:rPr lang="es-AR" dirty="0"/>
              <a:t> </a:t>
            </a:r>
            <a:r>
              <a:rPr lang="es-AR" b="1" dirty="0"/>
              <a:t>clave</a:t>
            </a:r>
            <a:r>
              <a:rPr lang="es-AR" dirty="0"/>
              <a:t> va al mismo reductor</a:t>
            </a:r>
          </a:p>
        </p:txBody>
      </p:sp>
    </p:spTree>
    <p:extLst>
      <p:ext uri="{BB962C8B-B14F-4D97-AF65-F5344CB8AC3E}">
        <p14:creationId xmlns:p14="http://schemas.microsoft.com/office/powerpoint/2010/main" val="3423018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5C9F2-5388-C707-0C8E-B55551CA9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MapReduce interno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53C976-3F66-E996-AEB9-FB3D88CC013A}"/>
              </a:ext>
            </a:extLst>
          </p:cNvPr>
          <p:cNvSpPr/>
          <p:nvPr/>
        </p:nvSpPr>
        <p:spPr>
          <a:xfrm>
            <a:off x="1562100" y="1206500"/>
            <a:ext cx="1371600" cy="4699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F27F0E-A781-225D-17AC-CFD0C74F2D41}"/>
              </a:ext>
            </a:extLst>
          </p:cNvPr>
          <p:cNvSpPr/>
          <p:nvPr/>
        </p:nvSpPr>
        <p:spPr>
          <a:xfrm>
            <a:off x="215900" y="2082800"/>
            <a:ext cx="1066800" cy="4699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Split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E59221-7109-F46D-2068-5F64E3065DC3}"/>
              </a:ext>
            </a:extLst>
          </p:cNvPr>
          <p:cNvSpPr/>
          <p:nvPr/>
        </p:nvSpPr>
        <p:spPr>
          <a:xfrm>
            <a:off x="1663700" y="2082800"/>
            <a:ext cx="1143000" cy="4699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Split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F18648-F376-E902-2CFC-ED184DBDC9FD}"/>
              </a:ext>
            </a:extLst>
          </p:cNvPr>
          <p:cNvSpPr/>
          <p:nvPr/>
        </p:nvSpPr>
        <p:spPr>
          <a:xfrm>
            <a:off x="3187700" y="2082800"/>
            <a:ext cx="1143000" cy="4699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Split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081911-32F8-6FF5-C41A-5994480DC9D3}"/>
              </a:ext>
            </a:extLst>
          </p:cNvPr>
          <p:cNvSpPr/>
          <p:nvPr/>
        </p:nvSpPr>
        <p:spPr>
          <a:xfrm>
            <a:off x="215900" y="2984500"/>
            <a:ext cx="1066800" cy="4699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AC67E7-623E-9785-254F-DC4FEF165B27}"/>
              </a:ext>
            </a:extLst>
          </p:cNvPr>
          <p:cNvSpPr/>
          <p:nvPr/>
        </p:nvSpPr>
        <p:spPr>
          <a:xfrm>
            <a:off x="1701800" y="2984500"/>
            <a:ext cx="1143000" cy="4699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930D2E-2546-8EF9-DC15-ADAB79E39D62}"/>
              </a:ext>
            </a:extLst>
          </p:cNvPr>
          <p:cNvSpPr/>
          <p:nvPr/>
        </p:nvSpPr>
        <p:spPr>
          <a:xfrm>
            <a:off x="3263900" y="2984500"/>
            <a:ext cx="1143000" cy="4699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58AED9-BC2B-2286-6D73-6750AD2FBBBD}"/>
              </a:ext>
            </a:extLst>
          </p:cNvPr>
          <p:cNvSpPr/>
          <p:nvPr/>
        </p:nvSpPr>
        <p:spPr>
          <a:xfrm>
            <a:off x="1587500" y="3810000"/>
            <a:ext cx="1371600" cy="4699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Shuffle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BDE103-C280-4C3F-AD89-703C1814B3B8}"/>
              </a:ext>
            </a:extLst>
          </p:cNvPr>
          <p:cNvSpPr/>
          <p:nvPr/>
        </p:nvSpPr>
        <p:spPr>
          <a:xfrm>
            <a:off x="1562100" y="4603750"/>
            <a:ext cx="1371600" cy="4699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Sort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52C9F3-1A26-3C63-3972-09F7C5002055}"/>
              </a:ext>
            </a:extLst>
          </p:cNvPr>
          <p:cNvSpPr/>
          <p:nvPr/>
        </p:nvSpPr>
        <p:spPr>
          <a:xfrm>
            <a:off x="1562100" y="5454650"/>
            <a:ext cx="1371600" cy="4699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01B8DD-B33D-CBF0-49A5-AE81DEDF37E3}"/>
              </a:ext>
            </a:extLst>
          </p:cNvPr>
          <p:cNvSpPr/>
          <p:nvPr/>
        </p:nvSpPr>
        <p:spPr>
          <a:xfrm>
            <a:off x="1562100" y="6210300"/>
            <a:ext cx="1371600" cy="4699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6E8CE81-6B99-CC35-1029-0D6BE6D8780E}"/>
              </a:ext>
            </a:extLst>
          </p:cNvPr>
          <p:cNvCxnSpPr>
            <a:stCxn id="6" idx="2"/>
            <a:endCxn id="8" idx="0"/>
          </p:cNvCxnSpPr>
          <p:nvPr/>
        </p:nvCxnSpPr>
        <p:spPr>
          <a:xfrm flipH="1">
            <a:off x="2235200" y="1676400"/>
            <a:ext cx="12700" cy="406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6882743-3443-A937-2B4A-C1645EAA6BCC}"/>
              </a:ext>
            </a:extLst>
          </p:cNvPr>
          <p:cNvCxnSpPr/>
          <p:nvPr/>
        </p:nvCxnSpPr>
        <p:spPr>
          <a:xfrm flipH="1">
            <a:off x="2222500" y="2578100"/>
            <a:ext cx="12700" cy="406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609C9AF-FC50-8F26-60D3-6CE1A2F5615C}"/>
              </a:ext>
            </a:extLst>
          </p:cNvPr>
          <p:cNvCxnSpPr>
            <a:stCxn id="6" idx="2"/>
          </p:cNvCxnSpPr>
          <p:nvPr/>
        </p:nvCxnSpPr>
        <p:spPr>
          <a:xfrm flipH="1">
            <a:off x="558800" y="1676400"/>
            <a:ext cx="1689100" cy="406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D18E070-AD71-EB15-EB7D-53DE4D98E1E9}"/>
              </a:ext>
            </a:extLst>
          </p:cNvPr>
          <p:cNvCxnSpPr>
            <a:stCxn id="6" idx="2"/>
            <a:endCxn id="9" idx="0"/>
          </p:cNvCxnSpPr>
          <p:nvPr/>
        </p:nvCxnSpPr>
        <p:spPr>
          <a:xfrm>
            <a:off x="2247900" y="1676400"/>
            <a:ext cx="1511300" cy="406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7068AF6-B94D-ACF5-1758-C41EA67FEBFE}"/>
              </a:ext>
            </a:extLst>
          </p:cNvPr>
          <p:cNvCxnSpPr>
            <a:stCxn id="7" idx="2"/>
            <a:endCxn id="10" idx="0"/>
          </p:cNvCxnSpPr>
          <p:nvPr/>
        </p:nvCxnSpPr>
        <p:spPr>
          <a:xfrm>
            <a:off x="749300" y="2552700"/>
            <a:ext cx="0" cy="431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0377BFC-A38A-F24F-E799-F94C8450CC06}"/>
              </a:ext>
            </a:extLst>
          </p:cNvPr>
          <p:cNvCxnSpPr>
            <a:stCxn id="9" idx="2"/>
          </p:cNvCxnSpPr>
          <p:nvPr/>
        </p:nvCxnSpPr>
        <p:spPr>
          <a:xfrm>
            <a:off x="3759200" y="2552700"/>
            <a:ext cx="0" cy="431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D281C4E-AE05-6235-DA1C-F68278DF6400}"/>
              </a:ext>
            </a:extLst>
          </p:cNvPr>
          <p:cNvCxnSpPr/>
          <p:nvPr/>
        </p:nvCxnSpPr>
        <p:spPr>
          <a:xfrm>
            <a:off x="2222500" y="3467100"/>
            <a:ext cx="0" cy="355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7A922B8-66C0-CBA0-B329-1F38B8AE39FC}"/>
              </a:ext>
            </a:extLst>
          </p:cNvPr>
          <p:cNvCxnSpPr/>
          <p:nvPr/>
        </p:nvCxnSpPr>
        <p:spPr>
          <a:xfrm>
            <a:off x="2209800" y="4279900"/>
            <a:ext cx="0" cy="355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2F20508-D6EC-C643-0E33-7F4B7985CF18}"/>
              </a:ext>
            </a:extLst>
          </p:cNvPr>
          <p:cNvCxnSpPr/>
          <p:nvPr/>
        </p:nvCxnSpPr>
        <p:spPr>
          <a:xfrm>
            <a:off x="2209800" y="5086350"/>
            <a:ext cx="0" cy="355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F1A6180-5495-C3B2-186C-2788ABF5ED14}"/>
              </a:ext>
            </a:extLst>
          </p:cNvPr>
          <p:cNvCxnSpPr/>
          <p:nvPr/>
        </p:nvCxnSpPr>
        <p:spPr>
          <a:xfrm>
            <a:off x="2184400" y="5924550"/>
            <a:ext cx="0" cy="355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an 37">
            <a:extLst>
              <a:ext uri="{FF2B5EF4-FFF2-40B4-BE49-F238E27FC236}">
                <a16:creationId xmlns:a16="http://schemas.microsoft.com/office/drawing/2014/main" id="{DD8045BF-617C-BA96-E8CA-B8EA18737713}"/>
              </a:ext>
            </a:extLst>
          </p:cNvPr>
          <p:cNvSpPr/>
          <p:nvPr/>
        </p:nvSpPr>
        <p:spPr>
          <a:xfrm>
            <a:off x="4178300" y="5943600"/>
            <a:ext cx="838200" cy="800100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HDFS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651DB0B-2280-2E71-C212-82B5C5AA4468}"/>
              </a:ext>
            </a:extLst>
          </p:cNvPr>
          <p:cNvSpPr/>
          <p:nvPr/>
        </p:nvSpPr>
        <p:spPr>
          <a:xfrm>
            <a:off x="6184900" y="1206500"/>
            <a:ext cx="1371600" cy="4699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B857108-7B0E-12CE-421D-0F655EC38D0C}"/>
              </a:ext>
            </a:extLst>
          </p:cNvPr>
          <p:cNvSpPr/>
          <p:nvPr/>
        </p:nvSpPr>
        <p:spPr>
          <a:xfrm>
            <a:off x="4838700" y="2082800"/>
            <a:ext cx="1066800" cy="4699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Split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65D65EF-1924-E1A4-F4E9-31169CB9CC92}"/>
              </a:ext>
            </a:extLst>
          </p:cNvPr>
          <p:cNvSpPr/>
          <p:nvPr/>
        </p:nvSpPr>
        <p:spPr>
          <a:xfrm>
            <a:off x="6286500" y="2082800"/>
            <a:ext cx="1143000" cy="4699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Split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784B41B-7D2C-89DB-45CC-D8D37B5FEFE2}"/>
              </a:ext>
            </a:extLst>
          </p:cNvPr>
          <p:cNvSpPr/>
          <p:nvPr/>
        </p:nvSpPr>
        <p:spPr>
          <a:xfrm>
            <a:off x="7810500" y="2082800"/>
            <a:ext cx="1143000" cy="4699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Split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081ED24-CF87-70AD-6DDF-19CF9D2BB9BD}"/>
              </a:ext>
            </a:extLst>
          </p:cNvPr>
          <p:cNvSpPr/>
          <p:nvPr/>
        </p:nvSpPr>
        <p:spPr>
          <a:xfrm>
            <a:off x="4838700" y="2984500"/>
            <a:ext cx="1066800" cy="4699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Map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096546-BEEA-58FE-6F8E-4C705977F3B6}"/>
              </a:ext>
            </a:extLst>
          </p:cNvPr>
          <p:cNvSpPr/>
          <p:nvPr/>
        </p:nvSpPr>
        <p:spPr>
          <a:xfrm>
            <a:off x="6324600" y="2984500"/>
            <a:ext cx="1143000" cy="4699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Map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705375A-FBC6-87AD-7372-D47A407FA9DD}"/>
              </a:ext>
            </a:extLst>
          </p:cNvPr>
          <p:cNvSpPr/>
          <p:nvPr/>
        </p:nvSpPr>
        <p:spPr>
          <a:xfrm>
            <a:off x="7886700" y="2984500"/>
            <a:ext cx="1143000" cy="4699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Map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3AAFA7D-536E-645C-1CD2-2E4239A52C0D}"/>
              </a:ext>
            </a:extLst>
          </p:cNvPr>
          <p:cNvSpPr/>
          <p:nvPr/>
        </p:nvSpPr>
        <p:spPr>
          <a:xfrm>
            <a:off x="6210300" y="3810000"/>
            <a:ext cx="1371600" cy="4699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Shuffle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9850CA6-7922-DDD4-0CEA-E0D2CA6DD37A}"/>
              </a:ext>
            </a:extLst>
          </p:cNvPr>
          <p:cNvSpPr/>
          <p:nvPr/>
        </p:nvSpPr>
        <p:spPr>
          <a:xfrm>
            <a:off x="6184900" y="4603750"/>
            <a:ext cx="1371600" cy="4699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Sort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601B7EA-F6A8-0CB7-F55B-1EC6C769795D}"/>
              </a:ext>
            </a:extLst>
          </p:cNvPr>
          <p:cNvSpPr/>
          <p:nvPr/>
        </p:nvSpPr>
        <p:spPr>
          <a:xfrm>
            <a:off x="6184900" y="5454650"/>
            <a:ext cx="1371600" cy="4699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AB2CB37-B59A-697F-2958-CE67032EC496}"/>
              </a:ext>
            </a:extLst>
          </p:cNvPr>
          <p:cNvSpPr/>
          <p:nvPr/>
        </p:nvSpPr>
        <p:spPr>
          <a:xfrm>
            <a:off x="6184900" y="6210300"/>
            <a:ext cx="1371600" cy="4699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ED23BDC-D17C-E2C6-960F-3F9064716D0B}"/>
              </a:ext>
            </a:extLst>
          </p:cNvPr>
          <p:cNvCxnSpPr>
            <a:stCxn id="28" idx="2"/>
            <a:endCxn id="30" idx="0"/>
          </p:cNvCxnSpPr>
          <p:nvPr/>
        </p:nvCxnSpPr>
        <p:spPr>
          <a:xfrm flipH="1">
            <a:off x="6858000" y="1676400"/>
            <a:ext cx="12700" cy="406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C2D2E3F-73EA-EC30-A0C1-D6BE3396677E}"/>
              </a:ext>
            </a:extLst>
          </p:cNvPr>
          <p:cNvCxnSpPr/>
          <p:nvPr/>
        </p:nvCxnSpPr>
        <p:spPr>
          <a:xfrm flipH="1">
            <a:off x="6845300" y="2578100"/>
            <a:ext cx="12700" cy="406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B56F57D-40EE-8188-782F-8F999AA94D79}"/>
              </a:ext>
            </a:extLst>
          </p:cNvPr>
          <p:cNvCxnSpPr>
            <a:stCxn id="28" idx="2"/>
          </p:cNvCxnSpPr>
          <p:nvPr/>
        </p:nvCxnSpPr>
        <p:spPr>
          <a:xfrm flipH="1">
            <a:off x="5181600" y="1676400"/>
            <a:ext cx="1689100" cy="406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EF55089-ADE6-88DE-2EAC-998F99D4734E}"/>
              </a:ext>
            </a:extLst>
          </p:cNvPr>
          <p:cNvCxnSpPr>
            <a:stCxn id="28" idx="2"/>
            <a:endCxn id="31" idx="0"/>
          </p:cNvCxnSpPr>
          <p:nvPr/>
        </p:nvCxnSpPr>
        <p:spPr>
          <a:xfrm>
            <a:off x="6870700" y="1676400"/>
            <a:ext cx="1511300" cy="406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98D7EF5-0A46-A544-050A-4E7BE374A739}"/>
              </a:ext>
            </a:extLst>
          </p:cNvPr>
          <p:cNvCxnSpPr>
            <a:stCxn id="29" idx="2"/>
            <a:endCxn id="32" idx="0"/>
          </p:cNvCxnSpPr>
          <p:nvPr/>
        </p:nvCxnSpPr>
        <p:spPr>
          <a:xfrm>
            <a:off x="5372100" y="2552700"/>
            <a:ext cx="0" cy="431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A8CCF89-1AF6-1788-19D4-0947F67B995B}"/>
              </a:ext>
            </a:extLst>
          </p:cNvPr>
          <p:cNvCxnSpPr>
            <a:stCxn id="31" idx="2"/>
          </p:cNvCxnSpPr>
          <p:nvPr/>
        </p:nvCxnSpPr>
        <p:spPr>
          <a:xfrm>
            <a:off x="8382000" y="2552700"/>
            <a:ext cx="0" cy="431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BFCC87D-7A03-93C7-BA24-C9667A680A6F}"/>
              </a:ext>
            </a:extLst>
          </p:cNvPr>
          <p:cNvCxnSpPr/>
          <p:nvPr/>
        </p:nvCxnSpPr>
        <p:spPr>
          <a:xfrm>
            <a:off x="6845300" y="3467100"/>
            <a:ext cx="0" cy="355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AF3EBDF-4B74-7F7E-5DC9-F80F36A116B1}"/>
              </a:ext>
            </a:extLst>
          </p:cNvPr>
          <p:cNvCxnSpPr/>
          <p:nvPr/>
        </p:nvCxnSpPr>
        <p:spPr>
          <a:xfrm>
            <a:off x="6832600" y="4279900"/>
            <a:ext cx="0" cy="355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5DEB447-8854-E7A4-C56F-BC9DB2C4B086}"/>
              </a:ext>
            </a:extLst>
          </p:cNvPr>
          <p:cNvCxnSpPr/>
          <p:nvPr/>
        </p:nvCxnSpPr>
        <p:spPr>
          <a:xfrm>
            <a:off x="6832600" y="5086350"/>
            <a:ext cx="0" cy="355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0F19753-D0AE-9142-F706-F007B95198F5}"/>
              </a:ext>
            </a:extLst>
          </p:cNvPr>
          <p:cNvCxnSpPr/>
          <p:nvPr/>
        </p:nvCxnSpPr>
        <p:spPr>
          <a:xfrm>
            <a:off x="6807200" y="5924550"/>
            <a:ext cx="0" cy="355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an 61">
            <a:extLst>
              <a:ext uri="{FF2B5EF4-FFF2-40B4-BE49-F238E27FC236}">
                <a16:creationId xmlns:a16="http://schemas.microsoft.com/office/drawing/2014/main" id="{386EB6A8-5F1C-475F-926D-4658C76502AE}"/>
              </a:ext>
            </a:extLst>
          </p:cNvPr>
          <p:cNvSpPr/>
          <p:nvPr/>
        </p:nvSpPr>
        <p:spPr>
          <a:xfrm>
            <a:off x="165100" y="1011238"/>
            <a:ext cx="609600" cy="487362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Right Arrow 62">
            <a:extLst>
              <a:ext uri="{FF2B5EF4-FFF2-40B4-BE49-F238E27FC236}">
                <a16:creationId xmlns:a16="http://schemas.microsoft.com/office/drawing/2014/main" id="{8865B5EF-A741-83E8-4AFC-3165B5EDD1BC}"/>
              </a:ext>
            </a:extLst>
          </p:cNvPr>
          <p:cNvSpPr/>
          <p:nvPr/>
        </p:nvSpPr>
        <p:spPr>
          <a:xfrm>
            <a:off x="876300" y="1163638"/>
            <a:ext cx="508000" cy="30956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Can 63">
            <a:extLst>
              <a:ext uri="{FF2B5EF4-FFF2-40B4-BE49-F238E27FC236}">
                <a16:creationId xmlns:a16="http://schemas.microsoft.com/office/drawing/2014/main" id="{E43012E1-CCBB-551D-F367-5C6D34C1C252}"/>
              </a:ext>
            </a:extLst>
          </p:cNvPr>
          <p:cNvSpPr/>
          <p:nvPr/>
        </p:nvSpPr>
        <p:spPr>
          <a:xfrm>
            <a:off x="4838700" y="1138238"/>
            <a:ext cx="609600" cy="487362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Right Arrow 64">
            <a:extLst>
              <a:ext uri="{FF2B5EF4-FFF2-40B4-BE49-F238E27FC236}">
                <a16:creationId xmlns:a16="http://schemas.microsoft.com/office/drawing/2014/main" id="{A0064D34-5337-0E7A-157C-4D99415AC3E7}"/>
              </a:ext>
            </a:extLst>
          </p:cNvPr>
          <p:cNvSpPr/>
          <p:nvPr/>
        </p:nvSpPr>
        <p:spPr>
          <a:xfrm>
            <a:off x="5651500" y="1265238"/>
            <a:ext cx="508000" cy="30956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D5D47F4-8825-7774-4018-A4803854541A}"/>
              </a:ext>
            </a:extLst>
          </p:cNvPr>
          <p:cNvSpPr txBox="1"/>
          <p:nvPr/>
        </p:nvSpPr>
        <p:spPr>
          <a:xfrm>
            <a:off x="3035300" y="1206500"/>
            <a:ext cx="157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>
                <a:latin typeface="Calibri" panose="020F0502020204030204" pitchFamily="34" charset="0"/>
                <a:cs typeface="Calibri" panose="020F0502020204030204" pitchFamily="34" charset="0"/>
              </a:rPr>
              <a:t>Nodo de datos 1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74DE2DB-B64C-61B8-AD39-5573C762A6C7}"/>
              </a:ext>
            </a:extLst>
          </p:cNvPr>
          <p:cNvCxnSpPr>
            <a:stCxn id="13" idx="3"/>
            <a:endCxn id="36" idx="1"/>
          </p:cNvCxnSpPr>
          <p:nvPr/>
        </p:nvCxnSpPr>
        <p:spPr>
          <a:xfrm>
            <a:off x="2959100" y="4044950"/>
            <a:ext cx="3225800" cy="7937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B2C6470-0A81-F583-8260-89CA556258FE}"/>
              </a:ext>
            </a:extLst>
          </p:cNvPr>
          <p:cNvCxnSpPr>
            <a:stCxn id="35" idx="1"/>
            <a:endCxn id="14" idx="3"/>
          </p:cNvCxnSpPr>
          <p:nvPr/>
        </p:nvCxnSpPr>
        <p:spPr>
          <a:xfrm flipH="1">
            <a:off x="2933700" y="4044950"/>
            <a:ext cx="3276600" cy="7937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ight Arrow 71">
            <a:extLst>
              <a:ext uri="{FF2B5EF4-FFF2-40B4-BE49-F238E27FC236}">
                <a16:creationId xmlns:a16="http://schemas.microsoft.com/office/drawing/2014/main" id="{BB19910E-F36E-80AC-DD6C-8E4A9A30CCFB}"/>
              </a:ext>
            </a:extLst>
          </p:cNvPr>
          <p:cNvSpPr/>
          <p:nvPr/>
        </p:nvSpPr>
        <p:spPr>
          <a:xfrm>
            <a:off x="3263900" y="6299200"/>
            <a:ext cx="698500" cy="2540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Left Arrow 72">
            <a:extLst>
              <a:ext uri="{FF2B5EF4-FFF2-40B4-BE49-F238E27FC236}">
                <a16:creationId xmlns:a16="http://schemas.microsoft.com/office/drawing/2014/main" id="{0AACA567-C088-5C41-2438-8C7D2503A1B6}"/>
              </a:ext>
            </a:extLst>
          </p:cNvPr>
          <p:cNvSpPr/>
          <p:nvPr/>
        </p:nvSpPr>
        <p:spPr>
          <a:xfrm>
            <a:off x="5270500" y="6299200"/>
            <a:ext cx="635000" cy="254000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C434489-9AF0-4C37-F418-7F883CD7537F}"/>
              </a:ext>
            </a:extLst>
          </p:cNvPr>
          <p:cNvSpPr txBox="1"/>
          <p:nvPr/>
        </p:nvSpPr>
        <p:spPr>
          <a:xfrm>
            <a:off x="7769286" y="1207993"/>
            <a:ext cx="157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>
                <a:latin typeface="Calibri" panose="020F0502020204030204" pitchFamily="34" charset="0"/>
                <a:cs typeface="Calibri" panose="020F0502020204030204" pitchFamily="34" charset="0"/>
              </a:rPr>
              <a:t>Nodo de datos 1</a:t>
            </a:r>
          </a:p>
        </p:txBody>
      </p:sp>
    </p:spTree>
    <p:extLst>
      <p:ext uri="{BB962C8B-B14F-4D97-AF65-F5344CB8AC3E}">
        <p14:creationId xmlns:p14="http://schemas.microsoft.com/office/powerpoint/2010/main" val="2671277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7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57" grpId="0" animBg="1"/>
      <p:bldP spid="5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5C9F2-5388-C707-0C8E-B55551CA9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MapReduce: Ejemplo Contador de palabras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FF82AA-8AAD-44A4-151F-480EB5235264}"/>
              </a:ext>
            </a:extLst>
          </p:cNvPr>
          <p:cNvSpPr/>
          <p:nvPr/>
        </p:nvSpPr>
        <p:spPr>
          <a:xfrm>
            <a:off x="63500" y="2904175"/>
            <a:ext cx="1574800" cy="89426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Deer Beer River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 Car River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Deer Car Beer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842849-332E-5E97-27C4-9D3A6E04D2FF}"/>
              </a:ext>
            </a:extLst>
          </p:cNvPr>
          <p:cNvSpPr/>
          <p:nvPr/>
        </p:nvSpPr>
        <p:spPr>
          <a:xfrm>
            <a:off x="1996000" y="1932220"/>
            <a:ext cx="1501070" cy="5204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Dear Beer River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C610DD-9B18-9088-3188-C44DCF7D199F}"/>
              </a:ext>
            </a:extLst>
          </p:cNvPr>
          <p:cNvSpPr/>
          <p:nvPr/>
        </p:nvSpPr>
        <p:spPr>
          <a:xfrm>
            <a:off x="2006570" y="2927712"/>
            <a:ext cx="1448217" cy="54649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 Car River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3BD2005-BE23-4768-B3EF-A55BD9B98035}"/>
              </a:ext>
            </a:extLst>
          </p:cNvPr>
          <p:cNvSpPr/>
          <p:nvPr/>
        </p:nvSpPr>
        <p:spPr>
          <a:xfrm>
            <a:off x="2006570" y="4010768"/>
            <a:ext cx="1448217" cy="54649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Deer Car Beer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3ACA5FD-BE08-0944-A5A0-91A3270D11AD}"/>
              </a:ext>
            </a:extLst>
          </p:cNvPr>
          <p:cNvSpPr/>
          <p:nvPr/>
        </p:nvSpPr>
        <p:spPr>
          <a:xfrm>
            <a:off x="3845912" y="1773239"/>
            <a:ext cx="1025380" cy="71913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Deer, 1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Beer, 1  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River, 1 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08A78D8-135C-9BBD-BD09-B71637A4D141}"/>
              </a:ext>
            </a:extLst>
          </p:cNvPr>
          <p:cNvSpPr/>
          <p:nvPr/>
        </p:nvSpPr>
        <p:spPr>
          <a:xfrm>
            <a:off x="3867054" y="2897903"/>
            <a:ext cx="1025380" cy="71913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Car, 1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Car, 1  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River, 1 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0B01AAD-88E1-8237-2DD3-19B6B97BDDD5}"/>
              </a:ext>
            </a:extLst>
          </p:cNvPr>
          <p:cNvSpPr/>
          <p:nvPr/>
        </p:nvSpPr>
        <p:spPr>
          <a:xfrm>
            <a:off x="3888195" y="3990895"/>
            <a:ext cx="1025380" cy="71913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Deer, 1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Car, 1  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Beer, 1 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5D22F53-ECA6-1350-C51C-12B96D3220C7}"/>
              </a:ext>
            </a:extLst>
          </p:cNvPr>
          <p:cNvSpPr/>
          <p:nvPr/>
        </p:nvSpPr>
        <p:spPr>
          <a:xfrm>
            <a:off x="5239220" y="1773239"/>
            <a:ext cx="1025380" cy="57009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Beer, 1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Beer, 1  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A74F522-05CC-FEDE-7ED0-1129941CD7BF}"/>
              </a:ext>
            </a:extLst>
          </p:cNvPr>
          <p:cNvSpPr/>
          <p:nvPr/>
        </p:nvSpPr>
        <p:spPr>
          <a:xfrm>
            <a:off x="5268803" y="2794814"/>
            <a:ext cx="1025380" cy="82222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Car, 1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Car, 1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Car, 1  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13734E6-F624-7BB4-FA7D-311B449F6201}"/>
              </a:ext>
            </a:extLst>
          </p:cNvPr>
          <p:cNvSpPr/>
          <p:nvPr/>
        </p:nvSpPr>
        <p:spPr>
          <a:xfrm>
            <a:off x="5304774" y="3990894"/>
            <a:ext cx="1025380" cy="51233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Deer, 1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Deer, 1 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5AB76EB-F8C2-5889-DB53-5B3D81B820CD}"/>
              </a:ext>
            </a:extLst>
          </p:cNvPr>
          <p:cNvSpPr/>
          <p:nvPr/>
        </p:nvSpPr>
        <p:spPr>
          <a:xfrm>
            <a:off x="5338616" y="4885161"/>
            <a:ext cx="1025380" cy="51233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River, 1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River, 1 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242019E-2B0F-9AA0-0D80-E960E91DBDC8}"/>
              </a:ext>
            </a:extLst>
          </p:cNvPr>
          <p:cNvSpPr/>
          <p:nvPr/>
        </p:nvSpPr>
        <p:spPr>
          <a:xfrm>
            <a:off x="6623520" y="1762072"/>
            <a:ext cx="1025380" cy="57009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Beer, 2  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E1A4C5E-708B-95DC-562A-262BB26F2936}"/>
              </a:ext>
            </a:extLst>
          </p:cNvPr>
          <p:cNvSpPr/>
          <p:nvPr/>
        </p:nvSpPr>
        <p:spPr>
          <a:xfrm>
            <a:off x="6623520" y="2847103"/>
            <a:ext cx="1025380" cy="57009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Car, 3  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5331753-86E8-062C-BC7E-E40EF521462E}"/>
              </a:ext>
            </a:extLst>
          </p:cNvPr>
          <p:cNvSpPr/>
          <p:nvPr/>
        </p:nvSpPr>
        <p:spPr>
          <a:xfrm>
            <a:off x="6674320" y="3940094"/>
            <a:ext cx="1025380" cy="57009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Deer, 2  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F8B9005-ACBC-B7E8-0C12-80062BCDFDFE}"/>
              </a:ext>
            </a:extLst>
          </p:cNvPr>
          <p:cNvSpPr/>
          <p:nvPr/>
        </p:nvSpPr>
        <p:spPr>
          <a:xfrm>
            <a:off x="6725120" y="4885161"/>
            <a:ext cx="1025380" cy="57009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River, 2  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2E7C0AA-A651-5DE3-554B-974D0306CAB0}"/>
              </a:ext>
            </a:extLst>
          </p:cNvPr>
          <p:cNvSpPr/>
          <p:nvPr/>
        </p:nvSpPr>
        <p:spPr>
          <a:xfrm>
            <a:off x="8129660" y="2332166"/>
            <a:ext cx="860280" cy="2114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Beer, 2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Car, 3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Deer, 2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River, 2  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950F017-0E3F-B01E-87DE-8E33789ABCEF}"/>
              </a:ext>
            </a:extLst>
          </p:cNvPr>
          <p:cNvSpPr/>
          <p:nvPr/>
        </p:nvSpPr>
        <p:spPr>
          <a:xfrm>
            <a:off x="177800" y="1068333"/>
            <a:ext cx="1282700" cy="40163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Entrada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40A12CB-6B0F-8F6A-6CE3-AB15967758A9}"/>
              </a:ext>
            </a:extLst>
          </p:cNvPr>
          <p:cNvSpPr/>
          <p:nvPr/>
        </p:nvSpPr>
        <p:spPr>
          <a:xfrm>
            <a:off x="2072200" y="1058013"/>
            <a:ext cx="1282700" cy="40163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Split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C7EEF2A-FC6E-0A83-23D2-CE6B9D4467A9}"/>
              </a:ext>
            </a:extLst>
          </p:cNvPr>
          <p:cNvSpPr/>
          <p:nvPr/>
        </p:nvSpPr>
        <p:spPr>
          <a:xfrm>
            <a:off x="3746500" y="1044466"/>
            <a:ext cx="1124792" cy="40163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Map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83A99E3-5AD1-D76C-6E78-A92ABB962801}"/>
              </a:ext>
            </a:extLst>
          </p:cNvPr>
          <p:cNvSpPr/>
          <p:nvPr/>
        </p:nvSpPr>
        <p:spPr>
          <a:xfrm>
            <a:off x="5078302" y="1044466"/>
            <a:ext cx="1392817" cy="40163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Shuffle/Sort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AA276E2-45F4-C423-9FE8-16889F059E48}"/>
              </a:ext>
            </a:extLst>
          </p:cNvPr>
          <p:cNvSpPr/>
          <p:nvPr/>
        </p:nvSpPr>
        <p:spPr>
          <a:xfrm>
            <a:off x="6623520" y="1044466"/>
            <a:ext cx="1148880" cy="40163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Reduce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560F785-C04C-899F-2E8D-1E08FAA30DA2}"/>
              </a:ext>
            </a:extLst>
          </p:cNvPr>
          <p:cNvSpPr/>
          <p:nvPr/>
        </p:nvSpPr>
        <p:spPr>
          <a:xfrm>
            <a:off x="7906220" y="1045313"/>
            <a:ext cx="1083720" cy="40163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Salida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69FD799D-BC35-4FD3-6E03-D076A2A8D838}"/>
              </a:ext>
            </a:extLst>
          </p:cNvPr>
          <p:cNvCxnSpPr>
            <a:endCxn id="5" idx="1"/>
          </p:cNvCxnSpPr>
          <p:nvPr/>
        </p:nvCxnSpPr>
        <p:spPr>
          <a:xfrm flipV="1">
            <a:off x="1638300" y="3200960"/>
            <a:ext cx="368270" cy="121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9122728F-69E3-103C-0575-62AC3F2EEF21}"/>
              </a:ext>
            </a:extLst>
          </p:cNvPr>
          <p:cNvCxnSpPr/>
          <p:nvPr/>
        </p:nvCxnSpPr>
        <p:spPr>
          <a:xfrm flipV="1">
            <a:off x="1638300" y="2332166"/>
            <a:ext cx="357700" cy="75393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ACC447D-BE24-2DD6-1524-0E4C71D94982}"/>
              </a:ext>
            </a:extLst>
          </p:cNvPr>
          <p:cNvCxnSpPr>
            <a:stCxn id="3" idx="3"/>
            <a:endCxn id="54" idx="1"/>
          </p:cNvCxnSpPr>
          <p:nvPr/>
        </p:nvCxnSpPr>
        <p:spPr>
          <a:xfrm>
            <a:off x="1638300" y="3351308"/>
            <a:ext cx="368270" cy="9327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6C8078D5-3F83-8833-0145-483B10ECFC5A}"/>
              </a:ext>
            </a:extLst>
          </p:cNvPr>
          <p:cNvCxnSpPr>
            <a:endCxn id="60" idx="1"/>
          </p:cNvCxnSpPr>
          <p:nvPr/>
        </p:nvCxnSpPr>
        <p:spPr>
          <a:xfrm flipV="1">
            <a:off x="3454787" y="2132809"/>
            <a:ext cx="391125" cy="79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FABACE50-D363-A195-F639-8C78CCD26346}"/>
              </a:ext>
            </a:extLst>
          </p:cNvPr>
          <p:cNvCxnSpPr/>
          <p:nvPr/>
        </p:nvCxnSpPr>
        <p:spPr>
          <a:xfrm flipV="1">
            <a:off x="3469617" y="3200169"/>
            <a:ext cx="391125" cy="79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663BBCEA-FDE9-175D-CCDC-8660817F7716}"/>
              </a:ext>
            </a:extLst>
          </p:cNvPr>
          <p:cNvCxnSpPr/>
          <p:nvPr/>
        </p:nvCxnSpPr>
        <p:spPr>
          <a:xfrm flipV="1">
            <a:off x="3471670" y="4270525"/>
            <a:ext cx="391125" cy="79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C8C83641-B710-7AA1-7B54-E2B6547EA76C}"/>
              </a:ext>
            </a:extLst>
          </p:cNvPr>
          <p:cNvCxnSpPr>
            <a:stCxn id="60" idx="3"/>
          </p:cNvCxnSpPr>
          <p:nvPr/>
        </p:nvCxnSpPr>
        <p:spPr>
          <a:xfrm>
            <a:off x="4871292" y="2132809"/>
            <a:ext cx="391124" cy="79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23342795-DB9F-6566-19E8-31819BF9E156}"/>
              </a:ext>
            </a:extLst>
          </p:cNvPr>
          <p:cNvCxnSpPr/>
          <p:nvPr/>
        </p:nvCxnSpPr>
        <p:spPr>
          <a:xfrm>
            <a:off x="4871292" y="3199773"/>
            <a:ext cx="391124" cy="79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D4418C0-73B4-9D71-098D-BE9818CE37D3}"/>
              </a:ext>
            </a:extLst>
          </p:cNvPr>
          <p:cNvCxnSpPr/>
          <p:nvPr/>
        </p:nvCxnSpPr>
        <p:spPr>
          <a:xfrm>
            <a:off x="4913575" y="4292082"/>
            <a:ext cx="391124" cy="79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F9F7DFE6-9D19-18A9-D33E-D9DFF05465DF}"/>
              </a:ext>
            </a:extLst>
          </p:cNvPr>
          <p:cNvCxnSpPr>
            <a:stCxn id="60" idx="3"/>
          </p:cNvCxnSpPr>
          <p:nvPr/>
        </p:nvCxnSpPr>
        <p:spPr>
          <a:xfrm>
            <a:off x="4871292" y="2132809"/>
            <a:ext cx="397511" cy="185808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5D123DB0-1ED2-8236-7E27-684E4AEB6DC5}"/>
              </a:ext>
            </a:extLst>
          </p:cNvPr>
          <p:cNvCxnSpPr>
            <a:stCxn id="60" idx="3"/>
            <a:endCxn id="66" idx="1"/>
          </p:cNvCxnSpPr>
          <p:nvPr/>
        </p:nvCxnSpPr>
        <p:spPr>
          <a:xfrm>
            <a:off x="4871292" y="2132809"/>
            <a:ext cx="467324" cy="30085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605A99B7-9FE8-2627-C199-E26FF2C9F095}"/>
              </a:ext>
            </a:extLst>
          </p:cNvPr>
          <p:cNvCxnSpPr>
            <a:stCxn id="62" idx="3"/>
          </p:cNvCxnSpPr>
          <p:nvPr/>
        </p:nvCxnSpPr>
        <p:spPr>
          <a:xfrm flipV="1">
            <a:off x="4913575" y="2133600"/>
            <a:ext cx="325645" cy="22168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BCAB264C-965F-3E80-FF00-2C56A559DDC1}"/>
              </a:ext>
            </a:extLst>
          </p:cNvPr>
          <p:cNvCxnSpPr>
            <a:stCxn id="62" idx="3"/>
            <a:endCxn id="64" idx="1"/>
          </p:cNvCxnSpPr>
          <p:nvPr/>
        </p:nvCxnSpPr>
        <p:spPr>
          <a:xfrm flipV="1">
            <a:off x="4913575" y="3205928"/>
            <a:ext cx="355228" cy="114453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4756F16E-1D9A-5058-4E4D-E51DB49F2DC6}"/>
              </a:ext>
            </a:extLst>
          </p:cNvPr>
          <p:cNvCxnSpPr>
            <a:endCxn id="66" idx="1"/>
          </p:cNvCxnSpPr>
          <p:nvPr/>
        </p:nvCxnSpPr>
        <p:spPr>
          <a:xfrm>
            <a:off x="4913575" y="3213100"/>
            <a:ext cx="425041" cy="192823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2CA3EB35-C9A2-5859-6C5E-5A018B4FC0A8}"/>
              </a:ext>
            </a:extLst>
          </p:cNvPr>
          <p:cNvCxnSpPr/>
          <p:nvPr/>
        </p:nvCxnSpPr>
        <p:spPr>
          <a:xfrm>
            <a:off x="6283196" y="2132018"/>
            <a:ext cx="391124" cy="79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2FC38C57-9184-DC62-8D3B-B4EFC214E649}"/>
              </a:ext>
            </a:extLst>
          </p:cNvPr>
          <p:cNvCxnSpPr/>
          <p:nvPr/>
        </p:nvCxnSpPr>
        <p:spPr>
          <a:xfrm>
            <a:off x="6294183" y="3194348"/>
            <a:ext cx="391124" cy="79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C2754CD2-2541-5AF3-8D06-0F2BC68E0D58}"/>
              </a:ext>
            </a:extLst>
          </p:cNvPr>
          <p:cNvCxnSpPr/>
          <p:nvPr/>
        </p:nvCxnSpPr>
        <p:spPr>
          <a:xfrm>
            <a:off x="6333996" y="4291686"/>
            <a:ext cx="391124" cy="79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82082AAB-AE0C-A75D-06C7-D278CCF5CE97}"/>
              </a:ext>
            </a:extLst>
          </p:cNvPr>
          <p:cNvCxnSpPr/>
          <p:nvPr/>
        </p:nvCxnSpPr>
        <p:spPr>
          <a:xfrm>
            <a:off x="6363996" y="5162097"/>
            <a:ext cx="391124" cy="79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4E76F87E-2D21-D6AD-62A5-AA0472F64522}"/>
              </a:ext>
            </a:extLst>
          </p:cNvPr>
          <p:cNvCxnSpPr>
            <a:endCxn id="71" idx="1"/>
          </p:cNvCxnSpPr>
          <p:nvPr/>
        </p:nvCxnSpPr>
        <p:spPr>
          <a:xfrm>
            <a:off x="7643020" y="2131227"/>
            <a:ext cx="486640" cy="125808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0391BDC8-E60F-D674-5328-E80F1190D892}"/>
              </a:ext>
            </a:extLst>
          </p:cNvPr>
          <p:cNvCxnSpPr>
            <a:endCxn id="71" idx="1"/>
          </p:cNvCxnSpPr>
          <p:nvPr/>
        </p:nvCxnSpPr>
        <p:spPr>
          <a:xfrm>
            <a:off x="7660638" y="3193557"/>
            <a:ext cx="469022" cy="19575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00887A0C-AD87-4F5E-B388-77B98F33030E}"/>
              </a:ext>
            </a:extLst>
          </p:cNvPr>
          <p:cNvCxnSpPr>
            <a:endCxn id="71" idx="1"/>
          </p:cNvCxnSpPr>
          <p:nvPr/>
        </p:nvCxnSpPr>
        <p:spPr>
          <a:xfrm flipV="1">
            <a:off x="7710658" y="3389310"/>
            <a:ext cx="419002" cy="88042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0CF01F31-ED08-2FF8-C082-8E83A5541C78}"/>
              </a:ext>
            </a:extLst>
          </p:cNvPr>
          <p:cNvCxnSpPr/>
          <p:nvPr/>
        </p:nvCxnSpPr>
        <p:spPr>
          <a:xfrm flipV="1">
            <a:off x="7772400" y="3474208"/>
            <a:ext cx="357260" cy="17094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4399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54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5C9F2-5388-C707-0C8E-B55551CA9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MapReduce: Ejemplo Contador de palabras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FF82AA-8AAD-44A4-151F-480EB5235264}"/>
              </a:ext>
            </a:extLst>
          </p:cNvPr>
          <p:cNvSpPr/>
          <p:nvPr/>
        </p:nvSpPr>
        <p:spPr>
          <a:xfrm>
            <a:off x="63500" y="2904175"/>
            <a:ext cx="1574800" cy="89426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Deer Beer River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 Car River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Deer Car Beer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842849-332E-5E97-27C4-9D3A6E04D2FF}"/>
              </a:ext>
            </a:extLst>
          </p:cNvPr>
          <p:cNvSpPr/>
          <p:nvPr/>
        </p:nvSpPr>
        <p:spPr>
          <a:xfrm>
            <a:off x="1996000" y="1932220"/>
            <a:ext cx="1501070" cy="5204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Dear Beer River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C610DD-9B18-9088-3188-C44DCF7D199F}"/>
              </a:ext>
            </a:extLst>
          </p:cNvPr>
          <p:cNvSpPr/>
          <p:nvPr/>
        </p:nvSpPr>
        <p:spPr>
          <a:xfrm>
            <a:off x="2006570" y="2927712"/>
            <a:ext cx="1448217" cy="54649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 Car River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3BD2005-BE23-4768-B3EF-A55BD9B98035}"/>
              </a:ext>
            </a:extLst>
          </p:cNvPr>
          <p:cNvSpPr/>
          <p:nvPr/>
        </p:nvSpPr>
        <p:spPr>
          <a:xfrm>
            <a:off x="2006570" y="4010768"/>
            <a:ext cx="1448217" cy="54649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Deer Car Beer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3ACA5FD-BE08-0944-A5A0-91A3270D11AD}"/>
              </a:ext>
            </a:extLst>
          </p:cNvPr>
          <p:cNvSpPr/>
          <p:nvPr/>
        </p:nvSpPr>
        <p:spPr>
          <a:xfrm>
            <a:off x="3845912" y="1773239"/>
            <a:ext cx="1025380" cy="71913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Deer, 1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Beer, 1  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River, 1 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08A78D8-135C-9BBD-BD09-B71637A4D141}"/>
              </a:ext>
            </a:extLst>
          </p:cNvPr>
          <p:cNvSpPr/>
          <p:nvPr/>
        </p:nvSpPr>
        <p:spPr>
          <a:xfrm>
            <a:off x="3867054" y="2897903"/>
            <a:ext cx="1025380" cy="71913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Car, 1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Car, 1  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River, 1 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0B01AAD-88E1-8237-2DD3-19B6B97BDDD5}"/>
              </a:ext>
            </a:extLst>
          </p:cNvPr>
          <p:cNvSpPr/>
          <p:nvPr/>
        </p:nvSpPr>
        <p:spPr>
          <a:xfrm>
            <a:off x="3888195" y="3990895"/>
            <a:ext cx="1025380" cy="71913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Deer, 1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Car, 1  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Beer, 1 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5D22F53-ECA6-1350-C51C-12B96D3220C7}"/>
              </a:ext>
            </a:extLst>
          </p:cNvPr>
          <p:cNvSpPr/>
          <p:nvPr/>
        </p:nvSpPr>
        <p:spPr>
          <a:xfrm>
            <a:off x="5239220" y="1773239"/>
            <a:ext cx="1025380" cy="57009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Beer, 1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Beer, 1  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A74F522-05CC-FEDE-7ED0-1129941CD7BF}"/>
              </a:ext>
            </a:extLst>
          </p:cNvPr>
          <p:cNvSpPr/>
          <p:nvPr/>
        </p:nvSpPr>
        <p:spPr>
          <a:xfrm>
            <a:off x="5268803" y="2794814"/>
            <a:ext cx="1025380" cy="82222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Car, 1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Car, 1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Car, 1  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13734E6-F624-7BB4-FA7D-311B449F6201}"/>
              </a:ext>
            </a:extLst>
          </p:cNvPr>
          <p:cNvSpPr/>
          <p:nvPr/>
        </p:nvSpPr>
        <p:spPr>
          <a:xfrm>
            <a:off x="5304774" y="3990894"/>
            <a:ext cx="1025380" cy="51233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Deer, 1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Deer, 1 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5AB76EB-F8C2-5889-DB53-5B3D81B820CD}"/>
              </a:ext>
            </a:extLst>
          </p:cNvPr>
          <p:cNvSpPr/>
          <p:nvPr/>
        </p:nvSpPr>
        <p:spPr>
          <a:xfrm>
            <a:off x="5338616" y="4885161"/>
            <a:ext cx="1025380" cy="51233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River, 1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River, 1 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242019E-2B0F-9AA0-0D80-E960E91DBDC8}"/>
              </a:ext>
            </a:extLst>
          </p:cNvPr>
          <p:cNvSpPr/>
          <p:nvPr/>
        </p:nvSpPr>
        <p:spPr>
          <a:xfrm>
            <a:off x="6623520" y="1762072"/>
            <a:ext cx="1025380" cy="57009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Beer, 2  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E1A4C5E-708B-95DC-562A-262BB26F2936}"/>
              </a:ext>
            </a:extLst>
          </p:cNvPr>
          <p:cNvSpPr/>
          <p:nvPr/>
        </p:nvSpPr>
        <p:spPr>
          <a:xfrm>
            <a:off x="6623520" y="2847103"/>
            <a:ext cx="1025380" cy="57009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Car, 3  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5331753-86E8-062C-BC7E-E40EF521462E}"/>
              </a:ext>
            </a:extLst>
          </p:cNvPr>
          <p:cNvSpPr/>
          <p:nvPr/>
        </p:nvSpPr>
        <p:spPr>
          <a:xfrm>
            <a:off x="6674320" y="3940094"/>
            <a:ext cx="1025380" cy="57009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Deer, 2  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F8B9005-ACBC-B7E8-0C12-80062BCDFDFE}"/>
              </a:ext>
            </a:extLst>
          </p:cNvPr>
          <p:cNvSpPr/>
          <p:nvPr/>
        </p:nvSpPr>
        <p:spPr>
          <a:xfrm>
            <a:off x="6725120" y="4885161"/>
            <a:ext cx="1025380" cy="57009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River, 2  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2E7C0AA-A651-5DE3-554B-974D0306CAB0}"/>
              </a:ext>
            </a:extLst>
          </p:cNvPr>
          <p:cNvSpPr/>
          <p:nvPr/>
        </p:nvSpPr>
        <p:spPr>
          <a:xfrm>
            <a:off x="8129660" y="2332166"/>
            <a:ext cx="860280" cy="2114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Beer, 2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Car, 3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Deer, 2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River, 2  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950F017-0E3F-B01E-87DE-8E33789ABCEF}"/>
              </a:ext>
            </a:extLst>
          </p:cNvPr>
          <p:cNvSpPr/>
          <p:nvPr/>
        </p:nvSpPr>
        <p:spPr>
          <a:xfrm>
            <a:off x="177800" y="1068333"/>
            <a:ext cx="1282700" cy="40163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Entrada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40A12CB-6B0F-8F6A-6CE3-AB15967758A9}"/>
              </a:ext>
            </a:extLst>
          </p:cNvPr>
          <p:cNvSpPr/>
          <p:nvPr/>
        </p:nvSpPr>
        <p:spPr>
          <a:xfrm>
            <a:off x="2072200" y="1058013"/>
            <a:ext cx="1282700" cy="40163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Split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C7EEF2A-FC6E-0A83-23D2-CE6B9D4467A9}"/>
              </a:ext>
            </a:extLst>
          </p:cNvPr>
          <p:cNvSpPr/>
          <p:nvPr/>
        </p:nvSpPr>
        <p:spPr>
          <a:xfrm>
            <a:off x="3746500" y="1044466"/>
            <a:ext cx="1124792" cy="40163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Map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83A99E3-5AD1-D76C-6E78-A92ABB962801}"/>
              </a:ext>
            </a:extLst>
          </p:cNvPr>
          <p:cNvSpPr/>
          <p:nvPr/>
        </p:nvSpPr>
        <p:spPr>
          <a:xfrm>
            <a:off x="5078302" y="1044466"/>
            <a:ext cx="1392817" cy="40163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Shuffle/Sort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AA276E2-45F4-C423-9FE8-16889F059E48}"/>
              </a:ext>
            </a:extLst>
          </p:cNvPr>
          <p:cNvSpPr/>
          <p:nvPr/>
        </p:nvSpPr>
        <p:spPr>
          <a:xfrm>
            <a:off x="6623520" y="1044466"/>
            <a:ext cx="1148880" cy="40163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Reduce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560F785-C04C-899F-2E8D-1E08FAA30DA2}"/>
              </a:ext>
            </a:extLst>
          </p:cNvPr>
          <p:cNvSpPr/>
          <p:nvPr/>
        </p:nvSpPr>
        <p:spPr>
          <a:xfrm>
            <a:off x="7906220" y="1045313"/>
            <a:ext cx="1083720" cy="40163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Salida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69FD799D-BC35-4FD3-6E03-D076A2A8D838}"/>
              </a:ext>
            </a:extLst>
          </p:cNvPr>
          <p:cNvCxnSpPr>
            <a:endCxn id="5" idx="1"/>
          </p:cNvCxnSpPr>
          <p:nvPr/>
        </p:nvCxnSpPr>
        <p:spPr>
          <a:xfrm flipV="1">
            <a:off x="1638300" y="3200960"/>
            <a:ext cx="368270" cy="121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9122728F-69E3-103C-0575-62AC3F2EEF21}"/>
              </a:ext>
            </a:extLst>
          </p:cNvPr>
          <p:cNvCxnSpPr/>
          <p:nvPr/>
        </p:nvCxnSpPr>
        <p:spPr>
          <a:xfrm flipV="1">
            <a:off x="1638300" y="2332166"/>
            <a:ext cx="357700" cy="75393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ACC447D-BE24-2DD6-1524-0E4C71D94982}"/>
              </a:ext>
            </a:extLst>
          </p:cNvPr>
          <p:cNvCxnSpPr>
            <a:stCxn id="3" idx="3"/>
            <a:endCxn id="54" idx="1"/>
          </p:cNvCxnSpPr>
          <p:nvPr/>
        </p:nvCxnSpPr>
        <p:spPr>
          <a:xfrm>
            <a:off x="1638300" y="3351308"/>
            <a:ext cx="368270" cy="9327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6C8078D5-3F83-8833-0145-483B10ECFC5A}"/>
              </a:ext>
            </a:extLst>
          </p:cNvPr>
          <p:cNvCxnSpPr>
            <a:endCxn id="60" idx="1"/>
          </p:cNvCxnSpPr>
          <p:nvPr/>
        </p:nvCxnSpPr>
        <p:spPr>
          <a:xfrm flipV="1">
            <a:off x="3454787" y="2132809"/>
            <a:ext cx="391125" cy="79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FABACE50-D363-A195-F639-8C78CCD26346}"/>
              </a:ext>
            </a:extLst>
          </p:cNvPr>
          <p:cNvCxnSpPr/>
          <p:nvPr/>
        </p:nvCxnSpPr>
        <p:spPr>
          <a:xfrm flipV="1">
            <a:off x="3469617" y="3200169"/>
            <a:ext cx="391125" cy="79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663BBCEA-FDE9-175D-CCDC-8660817F7716}"/>
              </a:ext>
            </a:extLst>
          </p:cNvPr>
          <p:cNvCxnSpPr/>
          <p:nvPr/>
        </p:nvCxnSpPr>
        <p:spPr>
          <a:xfrm flipV="1">
            <a:off x="3471670" y="4270525"/>
            <a:ext cx="391125" cy="79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C8C83641-B710-7AA1-7B54-E2B6547EA76C}"/>
              </a:ext>
            </a:extLst>
          </p:cNvPr>
          <p:cNvCxnSpPr>
            <a:stCxn id="60" idx="3"/>
          </p:cNvCxnSpPr>
          <p:nvPr/>
        </p:nvCxnSpPr>
        <p:spPr>
          <a:xfrm>
            <a:off x="4871292" y="2132809"/>
            <a:ext cx="391124" cy="79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23342795-DB9F-6566-19E8-31819BF9E156}"/>
              </a:ext>
            </a:extLst>
          </p:cNvPr>
          <p:cNvCxnSpPr/>
          <p:nvPr/>
        </p:nvCxnSpPr>
        <p:spPr>
          <a:xfrm>
            <a:off x="4871292" y="3199773"/>
            <a:ext cx="391124" cy="79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D4418C0-73B4-9D71-098D-BE9818CE37D3}"/>
              </a:ext>
            </a:extLst>
          </p:cNvPr>
          <p:cNvCxnSpPr/>
          <p:nvPr/>
        </p:nvCxnSpPr>
        <p:spPr>
          <a:xfrm>
            <a:off x="4913575" y="4292082"/>
            <a:ext cx="391124" cy="79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F9F7DFE6-9D19-18A9-D33E-D9DFF05465DF}"/>
              </a:ext>
            </a:extLst>
          </p:cNvPr>
          <p:cNvCxnSpPr>
            <a:stCxn id="60" idx="3"/>
          </p:cNvCxnSpPr>
          <p:nvPr/>
        </p:nvCxnSpPr>
        <p:spPr>
          <a:xfrm>
            <a:off x="4871292" y="2132809"/>
            <a:ext cx="397511" cy="185808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5D123DB0-1ED2-8236-7E27-684E4AEB6DC5}"/>
              </a:ext>
            </a:extLst>
          </p:cNvPr>
          <p:cNvCxnSpPr>
            <a:stCxn id="60" idx="3"/>
            <a:endCxn id="66" idx="1"/>
          </p:cNvCxnSpPr>
          <p:nvPr/>
        </p:nvCxnSpPr>
        <p:spPr>
          <a:xfrm>
            <a:off x="4871292" y="2132809"/>
            <a:ext cx="467324" cy="30085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605A99B7-9FE8-2627-C199-E26FF2C9F095}"/>
              </a:ext>
            </a:extLst>
          </p:cNvPr>
          <p:cNvCxnSpPr>
            <a:stCxn id="62" idx="3"/>
          </p:cNvCxnSpPr>
          <p:nvPr/>
        </p:nvCxnSpPr>
        <p:spPr>
          <a:xfrm flipV="1">
            <a:off x="4913575" y="2133600"/>
            <a:ext cx="325645" cy="22168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BCAB264C-965F-3E80-FF00-2C56A559DDC1}"/>
              </a:ext>
            </a:extLst>
          </p:cNvPr>
          <p:cNvCxnSpPr>
            <a:stCxn id="62" idx="3"/>
            <a:endCxn id="64" idx="1"/>
          </p:cNvCxnSpPr>
          <p:nvPr/>
        </p:nvCxnSpPr>
        <p:spPr>
          <a:xfrm flipV="1">
            <a:off x="4913575" y="3205928"/>
            <a:ext cx="355228" cy="114453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4756F16E-1D9A-5058-4E4D-E51DB49F2DC6}"/>
              </a:ext>
            </a:extLst>
          </p:cNvPr>
          <p:cNvCxnSpPr>
            <a:endCxn id="66" idx="1"/>
          </p:cNvCxnSpPr>
          <p:nvPr/>
        </p:nvCxnSpPr>
        <p:spPr>
          <a:xfrm>
            <a:off x="4913575" y="3213100"/>
            <a:ext cx="425041" cy="192823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2CA3EB35-C9A2-5859-6C5E-5A018B4FC0A8}"/>
              </a:ext>
            </a:extLst>
          </p:cNvPr>
          <p:cNvCxnSpPr/>
          <p:nvPr/>
        </p:nvCxnSpPr>
        <p:spPr>
          <a:xfrm>
            <a:off x="6283196" y="2132018"/>
            <a:ext cx="391124" cy="79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2FC38C57-9184-DC62-8D3B-B4EFC214E649}"/>
              </a:ext>
            </a:extLst>
          </p:cNvPr>
          <p:cNvCxnSpPr/>
          <p:nvPr/>
        </p:nvCxnSpPr>
        <p:spPr>
          <a:xfrm>
            <a:off x="6294183" y="3194348"/>
            <a:ext cx="391124" cy="79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C2754CD2-2541-5AF3-8D06-0F2BC68E0D58}"/>
              </a:ext>
            </a:extLst>
          </p:cNvPr>
          <p:cNvCxnSpPr/>
          <p:nvPr/>
        </p:nvCxnSpPr>
        <p:spPr>
          <a:xfrm>
            <a:off x="6333996" y="4291686"/>
            <a:ext cx="391124" cy="79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82082AAB-AE0C-A75D-06C7-D278CCF5CE97}"/>
              </a:ext>
            </a:extLst>
          </p:cNvPr>
          <p:cNvCxnSpPr/>
          <p:nvPr/>
        </p:nvCxnSpPr>
        <p:spPr>
          <a:xfrm>
            <a:off x="6363996" y="5162097"/>
            <a:ext cx="391124" cy="79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4E76F87E-2D21-D6AD-62A5-AA0472F64522}"/>
              </a:ext>
            </a:extLst>
          </p:cNvPr>
          <p:cNvCxnSpPr>
            <a:endCxn id="71" idx="1"/>
          </p:cNvCxnSpPr>
          <p:nvPr/>
        </p:nvCxnSpPr>
        <p:spPr>
          <a:xfrm>
            <a:off x="7643020" y="2131227"/>
            <a:ext cx="486640" cy="125808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0391BDC8-E60F-D674-5328-E80F1190D892}"/>
              </a:ext>
            </a:extLst>
          </p:cNvPr>
          <p:cNvCxnSpPr>
            <a:endCxn id="71" idx="1"/>
          </p:cNvCxnSpPr>
          <p:nvPr/>
        </p:nvCxnSpPr>
        <p:spPr>
          <a:xfrm>
            <a:off x="7660638" y="3193557"/>
            <a:ext cx="469022" cy="19575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00887A0C-AD87-4F5E-B388-77B98F33030E}"/>
              </a:ext>
            </a:extLst>
          </p:cNvPr>
          <p:cNvCxnSpPr>
            <a:endCxn id="71" idx="1"/>
          </p:cNvCxnSpPr>
          <p:nvPr/>
        </p:nvCxnSpPr>
        <p:spPr>
          <a:xfrm flipV="1">
            <a:off x="7710658" y="3389310"/>
            <a:ext cx="419002" cy="88042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0CF01F31-ED08-2FF8-C082-8E83A5541C78}"/>
              </a:ext>
            </a:extLst>
          </p:cNvPr>
          <p:cNvCxnSpPr/>
          <p:nvPr/>
        </p:nvCxnSpPr>
        <p:spPr>
          <a:xfrm flipV="1">
            <a:off x="7772400" y="3474208"/>
            <a:ext cx="357260" cy="17094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5612831-3EC9-785A-E6FB-EEBB56A0104B}"/>
              </a:ext>
            </a:extLst>
          </p:cNvPr>
          <p:cNvSpPr txBox="1"/>
          <p:nvPr/>
        </p:nvSpPr>
        <p:spPr>
          <a:xfrm>
            <a:off x="482599" y="5397500"/>
            <a:ext cx="92212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u="sng" dirty="0">
                <a:latin typeface="Calibri" panose="020F0502020204030204" pitchFamily="34" charset="0"/>
                <a:cs typeface="Calibri" panose="020F0502020204030204" pitchFamily="34" charset="0"/>
              </a:rPr>
              <a:t>Q: ¿ Cuáles son los pares de Claves y Valores de </a:t>
            </a:r>
            <a:r>
              <a:rPr lang="es-AR" sz="2400" b="1" u="sng" dirty="0" err="1">
                <a:latin typeface="Calibri" panose="020F0502020204030204" pitchFamily="34" charset="0"/>
                <a:cs typeface="Calibri" panose="020F0502020204030204" pitchFamily="34" charset="0"/>
              </a:rPr>
              <a:t>Map</a:t>
            </a:r>
            <a:r>
              <a:rPr lang="es-AR" sz="2400" b="1" u="sng" dirty="0">
                <a:latin typeface="Calibri" panose="020F0502020204030204" pitchFamily="34" charset="0"/>
                <a:cs typeface="Calibri" panose="020F0502020204030204" pitchFamily="34" charset="0"/>
              </a:rPr>
              <a:t> y Reduce?</a:t>
            </a:r>
          </a:p>
          <a:p>
            <a:r>
              <a:rPr lang="es-AR" sz="2400" b="1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Map</a:t>
            </a:r>
            <a:r>
              <a:rPr lang="es-AR" sz="24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Key=palabra, Valor=1</a:t>
            </a:r>
          </a:p>
          <a:p>
            <a:r>
              <a:rPr lang="es-AR" sz="24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Reduce: </a:t>
            </a: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Key=palabra, Valor=función agregada de contar</a:t>
            </a:r>
          </a:p>
        </p:txBody>
      </p:sp>
    </p:spTree>
    <p:extLst>
      <p:ext uri="{BB962C8B-B14F-4D97-AF65-F5344CB8AC3E}">
        <p14:creationId xmlns:p14="http://schemas.microsoft.com/office/powerpoint/2010/main" val="2192101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54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33DF2-0E9F-6626-97B7-6A93923F9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err="1"/>
              <a:t>Mapeador</a:t>
            </a:r>
            <a:r>
              <a:rPr lang="es-AR" dirty="0"/>
              <a:t> y Reductor del contador de palabras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FA23997-1BAD-6612-99DE-B22644507462}"/>
              </a:ext>
            </a:extLst>
          </p:cNvPr>
          <p:cNvSpPr txBox="1">
            <a:spLocks/>
          </p:cNvSpPr>
          <p:nvPr/>
        </p:nvSpPr>
        <p:spPr>
          <a:xfrm>
            <a:off x="457200" y="1270000"/>
            <a:ext cx="8229600" cy="540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s-AR" sz="2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Map</a:t>
            </a: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s-AR" sz="2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s-AR" sz="2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value</a:t>
            </a: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){</a:t>
            </a:r>
          </a:p>
          <a:p>
            <a:pPr marL="0" indent="0">
              <a:buFont typeface="Arial"/>
              <a:buNone/>
            </a:pPr>
            <a:r>
              <a:rPr lang="es-AR" sz="2400" dirty="0">
                <a:latin typeface="Calibri" panose="020F0502020204030204" pitchFamily="34" charset="0"/>
                <a:cs typeface="Calibri" panose="020F0502020204030204" pitchFamily="34" charset="0"/>
              </a:rPr>
              <a:t>	// </a:t>
            </a:r>
            <a:r>
              <a:rPr lang="es-A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lang="es-AR" sz="2400" dirty="0">
                <a:latin typeface="Calibri" panose="020F0502020204030204" pitchFamily="34" charset="0"/>
                <a:cs typeface="Calibri" panose="020F0502020204030204" pitchFamily="34" charset="0"/>
              </a:rPr>
              <a:t>: line </a:t>
            </a:r>
            <a:r>
              <a:rPr lang="es-A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number</a:t>
            </a:r>
            <a:endParaRPr lang="es-A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Arial"/>
              <a:buNone/>
            </a:pPr>
            <a:r>
              <a:rPr lang="es-AR" sz="2400" dirty="0">
                <a:latin typeface="Calibri" panose="020F0502020204030204" pitchFamily="34" charset="0"/>
                <a:cs typeface="Calibri" panose="020F0502020204030204" pitchFamily="34" charset="0"/>
              </a:rPr>
              <a:t>	// </a:t>
            </a:r>
            <a:r>
              <a:rPr lang="es-A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value</a:t>
            </a:r>
            <a:r>
              <a:rPr lang="es-AR" sz="24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s-A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words</a:t>
            </a:r>
            <a:r>
              <a:rPr lang="es-AR" sz="2400" dirty="0">
                <a:latin typeface="Calibri" panose="020F0502020204030204" pitchFamily="34" charset="0"/>
                <a:cs typeface="Calibri" panose="020F0502020204030204" pitchFamily="34" charset="0"/>
              </a:rPr>
              <a:t> in a line</a:t>
            </a:r>
          </a:p>
          <a:p>
            <a:pPr marL="0" indent="0">
              <a:buFont typeface="Arial"/>
              <a:buNone/>
            </a:pPr>
            <a:r>
              <a:rPr lang="es-AR" sz="24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s-AR" sz="2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AR" sz="2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</a:t>
            </a: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AR" sz="2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word</a:t>
            </a: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w in </a:t>
            </a:r>
            <a:r>
              <a:rPr lang="es-AR" sz="2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value</a:t>
            </a: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indent="0">
              <a:buFont typeface="Arial"/>
              <a:buNone/>
            </a:pP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s-AR" sz="2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Emit</a:t>
            </a: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(w, "1");}</a:t>
            </a:r>
            <a:endParaRPr lang="es-A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Reduce(</a:t>
            </a:r>
            <a:r>
              <a:rPr lang="es-AR" sz="2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s-AR" sz="2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list</a:t>
            </a: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AR" sz="2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AR" sz="2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values</a:t>
            </a: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){</a:t>
            </a:r>
          </a:p>
          <a:p>
            <a:pPr marL="457200" lvl="1" indent="0">
              <a:buFont typeface="Arial"/>
              <a:buNone/>
            </a:pPr>
            <a:r>
              <a:rPr lang="es-AR" dirty="0"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es-AR" dirty="0" err="1">
                <a:latin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lang="es-AR" dirty="0">
                <a:latin typeface="Calibri" panose="020F0502020204030204" pitchFamily="34" charset="0"/>
                <a:cs typeface="Calibri" panose="020F0502020204030204" pitchFamily="34" charset="0"/>
              </a:rPr>
              <a:t>: a </a:t>
            </a:r>
            <a:r>
              <a:rPr lang="es-AR" dirty="0" err="1">
                <a:latin typeface="Calibri" panose="020F0502020204030204" pitchFamily="34" charset="0"/>
                <a:cs typeface="Calibri" panose="020F0502020204030204" pitchFamily="34" charset="0"/>
              </a:rPr>
              <a:t>word</a:t>
            </a:r>
            <a:endParaRPr lang="es-A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Arial"/>
              <a:buNone/>
            </a:pPr>
            <a:r>
              <a:rPr lang="es-AR" sz="2400" dirty="0">
                <a:latin typeface="Calibri" panose="020F0502020204030204" pitchFamily="34" charset="0"/>
                <a:cs typeface="Calibri" panose="020F0502020204030204" pitchFamily="34" charset="0"/>
              </a:rPr>
              <a:t>	// </a:t>
            </a:r>
            <a:r>
              <a:rPr lang="es-A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list</a:t>
            </a:r>
            <a:r>
              <a:rPr lang="es-AR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A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s-AR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A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values</a:t>
            </a:r>
            <a:r>
              <a:rPr lang="es-AR" sz="2400" dirty="0">
                <a:latin typeface="Calibri" panose="020F0502020204030204" pitchFamily="34" charset="0"/>
                <a:cs typeface="Calibri" panose="020F0502020204030204" pitchFamily="34" charset="0"/>
              </a:rPr>
              <a:t>: a </a:t>
            </a:r>
            <a:r>
              <a:rPr lang="es-A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list</a:t>
            </a:r>
            <a:r>
              <a:rPr lang="es-AR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A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s-AR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A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counts</a:t>
            </a:r>
            <a:endParaRPr lang="es-A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Arial"/>
              <a:buNone/>
            </a:pPr>
            <a:r>
              <a:rPr lang="es-AR" sz="24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s-AR" sz="2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AR" sz="2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</a:t>
            </a: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0;</a:t>
            </a:r>
          </a:p>
          <a:p>
            <a:pPr marL="0" indent="0">
              <a:buFont typeface="Arial"/>
              <a:buNone/>
            </a:pP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s-AR" sz="2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AR" sz="2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</a:t>
            </a: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v in </a:t>
            </a:r>
            <a:r>
              <a:rPr lang="es-AR" sz="2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values</a:t>
            </a: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indent="0">
              <a:buFont typeface="Arial"/>
              <a:buNone/>
            </a:pP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s-AR" sz="2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</a:t>
            </a: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+= </a:t>
            </a:r>
            <a:r>
              <a:rPr lang="es-AR" sz="2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ParseInt</a:t>
            </a: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(v);</a:t>
            </a:r>
          </a:p>
          <a:p>
            <a:pPr marL="0" indent="0">
              <a:buFont typeface="Arial"/>
              <a:buNone/>
            </a:pP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s-AR" sz="2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Emit</a:t>
            </a: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s-AR" sz="2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s-AR" sz="2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</a:t>
            </a: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);}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475C4D-52CE-E5C3-3A00-F4B81D07E66F}"/>
              </a:ext>
            </a:extLst>
          </p:cNvPr>
          <p:cNvSpPr txBox="1"/>
          <p:nvPr/>
        </p:nvSpPr>
        <p:spPr>
          <a:xfrm>
            <a:off x="4686300" y="3175000"/>
            <a:ext cx="311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u="sng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Combinador es lo mismo que reductor</a:t>
            </a:r>
          </a:p>
        </p:txBody>
      </p:sp>
    </p:spTree>
    <p:extLst>
      <p:ext uri="{BB962C8B-B14F-4D97-AF65-F5344CB8AC3E}">
        <p14:creationId xmlns:p14="http://schemas.microsoft.com/office/powerpoint/2010/main" val="4033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5C9F2-5388-C707-0C8E-B55551CA9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MapReduce: Ejemplo Contador de palabras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FF82AA-8AAD-44A4-151F-480EB5235264}"/>
              </a:ext>
            </a:extLst>
          </p:cNvPr>
          <p:cNvSpPr/>
          <p:nvPr/>
        </p:nvSpPr>
        <p:spPr>
          <a:xfrm>
            <a:off x="63500" y="2904175"/>
            <a:ext cx="1574800" cy="89426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Deer Beer River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 Car River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Deer Car Beer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842849-332E-5E97-27C4-9D3A6E04D2FF}"/>
              </a:ext>
            </a:extLst>
          </p:cNvPr>
          <p:cNvSpPr/>
          <p:nvPr/>
        </p:nvSpPr>
        <p:spPr>
          <a:xfrm>
            <a:off x="1996000" y="1932220"/>
            <a:ext cx="1501070" cy="5204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Dear Beer River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C610DD-9B18-9088-3188-C44DCF7D199F}"/>
              </a:ext>
            </a:extLst>
          </p:cNvPr>
          <p:cNvSpPr/>
          <p:nvPr/>
        </p:nvSpPr>
        <p:spPr>
          <a:xfrm>
            <a:off x="2006570" y="2927712"/>
            <a:ext cx="1448217" cy="54649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 Car River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3BD2005-BE23-4768-B3EF-A55BD9B98035}"/>
              </a:ext>
            </a:extLst>
          </p:cNvPr>
          <p:cNvSpPr/>
          <p:nvPr/>
        </p:nvSpPr>
        <p:spPr>
          <a:xfrm>
            <a:off x="2006570" y="4010768"/>
            <a:ext cx="1448217" cy="54649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Deer Car Beer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3ACA5FD-BE08-0944-A5A0-91A3270D11AD}"/>
              </a:ext>
            </a:extLst>
          </p:cNvPr>
          <p:cNvSpPr/>
          <p:nvPr/>
        </p:nvSpPr>
        <p:spPr>
          <a:xfrm>
            <a:off x="3845912" y="1773239"/>
            <a:ext cx="1025380" cy="71913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Deer, 1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Beer, 1  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River, 1 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08A78D8-135C-9BBD-BD09-B71637A4D141}"/>
              </a:ext>
            </a:extLst>
          </p:cNvPr>
          <p:cNvSpPr/>
          <p:nvPr/>
        </p:nvSpPr>
        <p:spPr>
          <a:xfrm>
            <a:off x="3867054" y="2897903"/>
            <a:ext cx="1025380" cy="71913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Car, 1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Car, 1  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River, 1 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0B01AAD-88E1-8237-2DD3-19B6B97BDDD5}"/>
              </a:ext>
            </a:extLst>
          </p:cNvPr>
          <p:cNvSpPr/>
          <p:nvPr/>
        </p:nvSpPr>
        <p:spPr>
          <a:xfrm>
            <a:off x="3888195" y="3990895"/>
            <a:ext cx="1025380" cy="71913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Deer, 1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Car, 1  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Beer, 1 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5D22F53-ECA6-1350-C51C-12B96D3220C7}"/>
              </a:ext>
            </a:extLst>
          </p:cNvPr>
          <p:cNvSpPr/>
          <p:nvPr/>
        </p:nvSpPr>
        <p:spPr>
          <a:xfrm>
            <a:off x="5239220" y="1773239"/>
            <a:ext cx="1025380" cy="57009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Beer, 1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Beer, 1  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A74F522-05CC-FEDE-7ED0-1129941CD7BF}"/>
              </a:ext>
            </a:extLst>
          </p:cNvPr>
          <p:cNvSpPr/>
          <p:nvPr/>
        </p:nvSpPr>
        <p:spPr>
          <a:xfrm>
            <a:off x="5268803" y="2794814"/>
            <a:ext cx="1025380" cy="82222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Car, 1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Car, 1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Car, 1  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13734E6-F624-7BB4-FA7D-311B449F6201}"/>
              </a:ext>
            </a:extLst>
          </p:cNvPr>
          <p:cNvSpPr/>
          <p:nvPr/>
        </p:nvSpPr>
        <p:spPr>
          <a:xfrm>
            <a:off x="5304774" y="3990894"/>
            <a:ext cx="1025380" cy="51233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Deer, 1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Deer, 1 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5AB76EB-F8C2-5889-DB53-5B3D81B820CD}"/>
              </a:ext>
            </a:extLst>
          </p:cNvPr>
          <p:cNvSpPr/>
          <p:nvPr/>
        </p:nvSpPr>
        <p:spPr>
          <a:xfrm>
            <a:off x="5338616" y="4885161"/>
            <a:ext cx="1025380" cy="51233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River, 1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River, 1 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242019E-2B0F-9AA0-0D80-E960E91DBDC8}"/>
              </a:ext>
            </a:extLst>
          </p:cNvPr>
          <p:cNvSpPr/>
          <p:nvPr/>
        </p:nvSpPr>
        <p:spPr>
          <a:xfrm>
            <a:off x="6623520" y="1762072"/>
            <a:ext cx="1025380" cy="57009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Beer, 2  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E1A4C5E-708B-95DC-562A-262BB26F2936}"/>
              </a:ext>
            </a:extLst>
          </p:cNvPr>
          <p:cNvSpPr/>
          <p:nvPr/>
        </p:nvSpPr>
        <p:spPr>
          <a:xfrm>
            <a:off x="6623520" y="2847103"/>
            <a:ext cx="1025380" cy="57009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Car, 3  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5331753-86E8-062C-BC7E-E40EF521462E}"/>
              </a:ext>
            </a:extLst>
          </p:cNvPr>
          <p:cNvSpPr/>
          <p:nvPr/>
        </p:nvSpPr>
        <p:spPr>
          <a:xfrm>
            <a:off x="6674320" y="3940094"/>
            <a:ext cx="1025380" cy="57009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Deer, 2  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F8B9005-ACBC-B7E8-0C12-80062BCDFDFE}"/>
              </a:ext>
            </a:extLst>
          </p:cNvPr>
          <p:cNvSpPr/>
          <p:nvPr/>
        </p:nvSpPr>
        <p:spPr>
          <a:xfrm>
            <a:off x="6725120" y="4885161"/>
            <a:ext cx="1025380" cy="57009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River, 2  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2E7C0AA-A651-5DE3-554B-974D0306CAB0}"/>
              </a:ext>
            </a:extLst>
          </p:cNvPr>
          <p:cNvSpPr/>
          <p:nvPr/>
        </p:nvSpPr>
        <p:spPr>
          <a:xfrm>
            <a:off x="8129660" y="2332166"/>
            <a:ext cx="860280" cy="2114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Beer, 2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Car, 3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Deer, 2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River, 2  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950F017-0E3F-B01E-87DE-8E33789ABCEF}"/>
              </a:ext>
            </a:extLst>
          </p:cNvPr>
          <p:cNvSpPr/>
          <p:nvPr/>
        </p:nvSpPr>
        <p:spPr>
          <a:xfrm>
            <a:off x="177800" y="1068333"/>
            <a:ext cx="1282700" cy="40163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Entrada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40A12CB-6B0F-8F6A-6CE3-AB15967758A9}"/>
              </a:ext>
            </a:extLst>
          </p:cNvPr>
          <p:cNvSpPr/>
          <p:nvPr/>
        </p:nvSpPr>
        <p:spPr>
          <a:xfrm>
            <a:off x="2072200" y="1058013"/>
            <a:ext cx="1282700" cy="40163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Split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C7EEF2A-FC6E-0A83-23D2-CE6B9D4467A9}"/>
              </a:ext>
            </a:extLst>
          </p:cNvPr>
          <p:cNvSpPr/>
          <p:nvPr/>
        </p:nvSpPr>
        <p:spPr>
          <a:xfrm>
            <a:off x="3746500" y="1044466"/>
            <a:ext cx="1124792" cy="40163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Map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83A99E3-5AD1-D76C-6E78-A92ABB962801}"/>
              </a:ext>
            </a:extLst>
          </p:cNvPr>
          <p:cNvSpPr/>
          <p:nvPr/>
        </p:nvSpPr>
        <p:spPr>
          <a:xfrm>
            <a:off x="5078302" y="1044466"/>
            <a:ext cx="1392817" cy="40163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Shuffle/Sort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AA276E2-45F4-C423-9FE8-16889F059E48}"/>
              </a:ext>
            </a:extLst>
          </p:cNvPr>
          <p:cNvSpPr/>
          <p:nvPr/>
        </p:nvSpPr>
        <p:spPr>
          <a:xfrm>
            <a:off x="6623520" y="1044466"/>
            <a:ext cx="1148880" cy="40163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Reduce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560F785-C04C-899F-2E8D-1E08FAA30DA2}"/>
              </a:ext>
            </a:extLst>
          </p:cNvPr>
          <p:cNvSpPr/>
          <p:nvPr/>
        </p:nvSpPr>
        <p:spPr>
          <a:xfrm>
            <a:off x="7906220" y="1045313"/>
            <a:ext cx="1083720" cy="40163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Salida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69FD799D-BC35-4FD3-6E03-D076A2A8D838}"/>
              </a:ext>
            </a:extLst>
          </p:cNvPr>
          <p:cNvCxnSpPr>
            <a:endCxn id="5" idx="1"/>
          </p:cNvCxnSpPr>
          <p:nvPr/>
        </p:nvCxnSpPr>
        <p:spPr>
          <a:xfrm flipV="1">
            <a:off x="1638300" y="3200960"/>
            <a:ext cx="368270" cy="121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9122728F-69E3-103C-0575-62AC3F2EEF21}"/>
              </a:ext>
            </a:extLst>
          </p:cNvPr>
          <p:cNvCxnSpPr/>
          <p:nvPr/>
        </p:nvCxnSpPr>
        <p:spPr>
          <a:xfrm flipV="1">
            <a:off x="1638300" y="2332166"/>
            <a:ext cx="357700" cy="75393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ACC447D-BE24-2DD6-1524-0E4C71D94982}"/>
              </a:ext>
            </a:extLst>
          </p:cNvPr>
          <p:cNvCxnSpPr>
            <a:stCxn id="3" idx="3"/>
            <a:endCxn id="54" idx="1"/>
          </p:cNvCxnSpPr>
          <p:nvPr/>
        </p:nvCxnSpPr>
        <p:spPr>
          <a:xfrm>
            <a:off x="1638300" y="3351308"/>
            <a:ext cx="368270" cy="9327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6C8078D5-3F83-8833-0145-483B10ECFC5A}"/>
              </a:ext>
            </a:extLst>
          </p:cNvPr>
          <p:cNvCxnSpPr>
            <a:endCxn id="60" idx="1"/>
          </p:cNvCxnSpPr>
          <p:nvPr/>
        </p:nvCxnSpPr>
        <p:spPr>
          <a:xfrm flipV="1">
            <a:off x="3454787" y="2132809"/>
            <a:ext cx="391125" cy="79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FABACE50-D363-A195-F639-8C78CCD26346}"/>
              </a:ext>
            </a:extLst>
          </p:cNvPr>
          <p:cNvCxnSpPr/>
          <p:nvPr/>
        </p:nvCxnSpPr>
        <p:spPr>
          <a:xfrm flipV="1">
            <a:off x="3469617" y="3200169"/>
            <a:ext cx="391125" cy="79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663BBCEA-FDE9-175D-CCDC-8660817F7716}"/>
              </a:ext>
            </a:extLst>
          </p:cNvPr>
          <p:cNvCxnSpPr/>
          <p:nvPr/>
        </p:nvCxnSpPr>
        <p:spPr>
          <a:xfrm flipV="1">
            <a:off x="3471670" y="4270525"/>
            <a:ext cx="391125" cy="79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C8C83641-B710-7AA1-7B54-E2B6547EA76C}"/>
              </a:ext>
            </a:extLst>
          </p:cNvPr>
          <p:cNvCxnSpPr>
            <a:stCxn id="60" idx="3"/>
          </p:cNvCxnSpPr>
          <p:nvPr/>
        </p:nvCxnSpPr>
        <p:spPr>
          <a:xfrm>
            <a:off x="4871292" y="2132809"/>
            <a:ext cx="391124" cy="79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23342795-DB9F-6566-19E8-31819BF9E156}"/>
              </a:ext>
            </a:extLst>
          </p:cNvPr>
          <p:cNvCxnSpPr/>
          <p:nvPr/>
        </p:nvCxnSpPr>
        <p:spPr>
          <a:xfrm>
            <a:off x="4871292" y="3199773"/>
            <a:ext cx="391124" cy="79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D4418C0-73B4-9D71-098D-BE9818CE37D3}"/>
              </a:ext>
            </a:extLst>
          </p:cNvPr>
          <p:cNvCxnSpPr/>
          <p:nvPr/>
        </p:nvCxnSpPr>
        <p:spPr>
          <a:xfrm>
            <a:off x="4913575" y="4292082"/>
            <a:ext cx="391124" cy="79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F9F7DFE6-9D19-18A9-D33E-D9DFF05465DF}"/>
              </a:ext>
            </a:extLst>
          </p:cNvPr>
          <p:cNvCxnSpPr>
            <a:stCxn id="60" idx="3"/>
          </p:cNvCxnSpPr>
          <p:nvPr/>
        </p:nvCxnSpPr>
        <p:spPr>
          <a:xfrm>
            <a:off x="4871292" y="2132809"/>
            <a:ext cx="397511" cy="185808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5D123DB0-1ED2-8236-7E27-684E4AEB6DC5}"/>
              </a:ext>
            </a:extLst>
          </p:cNvPr>
          <p:cNvCxnSpPr>
            <a:stCxn id="60" idx="3"/>
            <a:endCxn id="66" idx="1"/>
          </p:cNvCxnSpPr>
          <p:nvPr/>
        </p:nvCxnSpPr>
        <p:spPr>
          <a:xfrm>
            <a:off x="4871292" y="2132809"/>
            <a:ext cx="467324" cy="30085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605A99B7-9FE8-2627-C199-E26FF2C9F095}"/>
              </a:ext>
            </a:extLst>
          </p:cNvPr>
          <p:cNvCxnSpPr>
            <a:stCxn id="62" idx="3"/>
          </p:cNvCxnSpPr>
          <p:nvPr/>
        </p:nvCxnSpPr>
        <p:spPr>
          <a:xfrm flipV="1">
            <a:off x="4913575" y="2133600"/>
            <a:ext cx="325645" cy="22168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BCAB264C-965F-3E80-FF00-2C56A559DDC1}"/>
              </a:ext>
            </a:extLst>
          </p:cNvPr>
          <p:cNvCxnSpPr>
            <a:stCxn id="62" idx="3"/>
            <a:endCxn id="64" idx="1"/>
          </p:cNvCxnSpPr>
          <p:nvPr/>
        </p:nvCxnSpPr>
        <p:spPr>
          <a:xfrm flipV="1">
            <a:off x="4913575" y="3205928"/>
            <a:ext cx="355228" cy="114453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4756F16E-1D9A-5058-4E4D-E51DB49F2DC6}"/>
              </a:ext>
            </a:extLst>
          </p:cNvPr>
          <p:cNvCxnSpPr>
            <a:endCxn id="66" idx="1"/>
          </p:cNvCxnSpPr>
          <p:nvPr/>
        </p:nvCxnSpPr>
        <p:spPr>
          <a:xfrm>
            <a:off x="4913575" y="3213100"/>
            <a:ext cx="425041" cy="192823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2CA3EB35-C9A2-5859-6C5E-5A018B4FC0A8}"/>
              </a:ext>
            </a:extLst>
          </p:cNvPr>
          <p:cNvCxnSpPr/>
          <p:nvPr/>
        </p:nvCxnSpPr>
        <p:spPr>
          <a:xfrm>
            <a:off x="6283196" y="2132018"/>
            <a:ext cx="391124" cy="79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2FC38C57-9184-DC62-8D3B-B4EFC214E649}"/>
              </a:ext>
            </a:extLst>
          </p:cNvPr>
          <p:cNvCxnSpPr/>
          <p:nvPr/>
        </p:nvCxnSpPr>
        <p:spPr>
          <a:xfrm>
            <a:off x="6294183" y="3194348"/>
            <a:ext cx="391124" cy="79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C2754CD2-2541-5AF3-8D06-0F2BC68E0D58}"/>
              </a:ext>
            </a:extLst>
          </p:cNvPr>
          <p:cNvCxnSpPr/>
          <p:nvPr/>
        </p:nvCxnSpPr>
        <p:spPr>
          <a:xfrm>
            <a:off x="6333996" y="4291686"/>
            <a:ext cx="391124" cy="79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82082AAB-AE0C-A75D-06C7-D278CCF5CE97}"/>
              </a:ext>
            </a:extLst>
          </p:cNvPr>
          <p:cNvCxnSpPr/>
          <p:nvPr/>
        </p:nvCxnSpPr>
        <p:spPr>
          <a:xfrm>
            <a:off x="6363996" y="5162097"/>
            <a:ext cx="391124" cy="79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4E76F87E-2D21-D6AD-62A5-AA0472F64522}"/>
              </a:ext>
            </a:extLst>
          </p:cNvPr>
          <p:cNvCxnSpPr>
            <a:endCxn id="71" idx="1"/>
          </p:cNvCxnSpPr>
          <p:nvPr/>
        </p:nvCxnSpPr>
        <p:spPr>
          <a:xfrm>
            <a:off x="7643020" y="2131227"/>
            <a:ext cx="486640" cy="125808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0391BDC8-E60F-D674-5328-E80F1190D892}"/>
              </a:ext>
            </a:extLst>
          </p:cNvPr>
          <p:cNvCxnSpPr>
            <a:endCxn id="71" idx="1"/>
          </p:cNvCxnSpPr>
          <p:nvPr/>
        </p:nvCxnSpPr>
        <p:spPr>
          <a:xfrm>
            <a:off x="7660638" y="3193557"/>
            <a:ext cx="469022" cy="19575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00887A0C-AD87-4F5E-B388-77B98F33030E}"/>
              </a:ext>
            </a:extLst>
          </p:cNvPr>
          <p:cNvCxnSpPr>
            <a:endCxn id="71" idx="1"/>
          </p:cNvCxnSpPr>
          <p:nvPr/>
        </p:nvCxnSpPr>
        <p:spPr>
          <a:xfrm flipV="1">
            <a:off x="7710658" y="3389310"/>
            <a:ext cx="419002" cy="88042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0CF01F31-ED08-2FF8-C082-8E83A5541C78}"/>
              </a:ext>
            </a:extLst>
          </p:cNvPr>
          <p:cNvCxnSpPr/>
          <p:nvPr/>
        </p:nvCxnSpPr>
        <p:spPr>
          <a:xfrm flipV="1">
            <a:off x="7772400" y="3474208"/>
            <a:ext cx="357260" cy="17094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9F8E41ED-6561-D555-4B47-7A4162EDA5D9}"/>
              </a:ext>
            </a:extLst>
          </p:cNvPr>
          <p:cNvSpPr/>
          <p:nvPr/>
        </p:nvSpPr>
        <p:spPr>
          <a:xfrm>
            <a:off x="3746500" y="2654300"/>
            <a:ext cx="1331802" cy="1144141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AA978A-8E8F-A7B4-B775-83DA0DFE7E36}"/>
              </a:ext>
            </a:extLst>
          </p:cNvPr>
          <p:cNvSpPr txBox="1"/>
          <p:nvPr/>
        </p:nvSpPr>
        <p:spPr>
          <a:xfrm>
            <a:off x="482600" y="5397500"/>
            <a:ext cx="7848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u="sng" dirty="0">
                <a:latin typeface="Calibri" panose="020F0502020204030204" pitchFamily="34" charset="0"/>
                <a:cs typeface="Calibri" panose="020F0502020204030204" pitchFamily="34" charset="0"/>
              </a:rPr>
              <a:t>Q: ¿ Se observa algún lugar para mejorar la eficiencia ?</a:t>
            </a:r>
          </a:p>
          <a:p>
            <a:r>
              <a:rPr lang="es-AR" sz="24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 agregación local en el </a:t>
            </a:r>
            <a:r>
              <a:rPr lang="es-AR" sz="2400" b="1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mapeador</a:t>
            </a:r>
            <a:r>
              <a:rPr lang="es-AR" sz="24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podrá mejorar la eficiencia de MapReduce.</a:t>
            </a:r>
            <a:endParaRPr lang="es-AR" sz="2400" dirty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9416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54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D94DC-3B10-3F3C-253A-1520F87C8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MapReduce: Combinador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C15ABF-25D0-90E0-1C9B-FBECF4F472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3186" y="1825625"/>
            <a:ext cx="10815864" cy="1066865"/>
          </a:xfrm>
        </p:spPr>
        <p:txBody>
          <a:bodyPr/>
          <a:lstStyle/>
          <a:p>
            <a:r>
              <a:rPr lang="es-AR" b="1" dirty="0"/>
              <a:t>Combinador: </a:t>
            </a:r>
            <a:r>
              <a:rPr lang="es-AR" dirty="0"/>
              <a:t>realiza la tarea local de agregación/combinación en el </a:t>
            </a:r>
            <a:r>
              <a:rPr lang="es-AR" dirty="0" err="1"/>
              <a:t>mapeador</a:t>
            </a:r>
            <a:r>
              <a:rPr lang="es-AR" dirty="0"/>
              <a:t>. 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72F4C9B-3E40-82E5-58CE-84817A6B979F}"/>
              </a:ext>
            </a:extLst>
          </p:cNvPr>
          <p:cNvSpPr txBox="1">
            <a:spLocks/>
          </p:cNvSpPr>
          <p:nvPr/>
        </p:nvSpPr>
        <p:spPr>
          <a:xfrm>
            <a:off x="633186" y="3946784"/>
            <a:ext cx="10815864" cy="2575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s-AR" b="1" dirty="0"/>
              <a:t>Q: ¿ Cuáles son los beneficios de usar combinador ?:</a:t>
            </a:r>
          </a:p>
          <a:p>
            <a:pPr lvl="1">
              <a:buClr>
                <a:srgbClr val="0070C0"/>
              </a:buClr>
            </a:pPr>
            <a:r>
              <a:rPr lang="es-AR" dirty="0">
                <a:solidFill>
                  <a:srgbClr val="0070C0"/>
                </a:solidFill>
              </a:rPr>
              <a:t>Reducir los requerimientos de memoria/disco de tareas de </a:t>
            </a:r>
            <a:r>
              <a:rPr lang="es-AR" dirty="0" err="1">
                <a:solidFill>
                  <a:srgbClr val="0070C0"/>
                </a:solidFill>
              </a:rPr>
              <a:t>Map</a:t>
            </a:r>
            <a:endParaRPr lang="es-AR" dirty="0">
              <a:solidFill>
                <a:srgbClr val="0070C0"/>
              </a:solidFill>
            </a:endParaRPr>
          </a:p>
          <a:p>
            <a:pPr lvl="1">
              <a:buClr>
                <a:srgbClr val="0070C0"/>
              </a:buClr>
            </a:pPr>
            <a:r>
              <a:rPr lang="es-AR" dirty="0">
                <a:solidFill>
                  <a:srgbClr val="0070C0"/>
                </a:solidFill>
              </a:rPr>
              <a:t>Reducir el tráfico de red</a:t>
            </a:r>
          </a:p>
          <a:p>
            <a:r>
              <a:rPr lang="es-AR" b="1" dirty="0"/>
              <a:t>Q: ¿ Se puede remover la función de reducción ?:</a:t>
            </a:r>
          </a:p>
          <a:p>
            <a:pPr lvl="1">
              <a:buClr>
                <a:srgbClr val="0070C0"/>
              </a:buClr>
            </a:pPr>
            <a:r>
              <a:rPr lang="es-AR" dirty="0">
                <a:solidFill>
                  <a:srgbClr val="0070C0"/>
                </a:solidFill>
              </a:rPr>
              <a:t>No, el </a:t>
            </a:r>
            <a:r>
              <a:rPr lang="es-AR" dirty="0" err="1">
                <a:solidFill>
                  <a:srgbClr val="0070C0"/>
                </a:solidFill>
              </a:rPr>
              <a:t>Reducer</a:t>
            </a:r>
            <a:r>
              <a:rPr lang="es-AR" dirty="0">
                <a:solidFill>
                  <a:srgbClr val="0070C0"/>
                </a:solidFill>
              </a:rPr>
              <a:t> aún necesita procesar los registros con la misma clave pero de diferentes </a:t>
            </a:r>
            <a:r>
              <a:rPr lang="es-AR" dirty="0" err="1">
                <a:solidFill>
                  <a:srgbClr val="0070C0"/>
                </a:solidFill>
              </a:rPr>
              <a:t>mapeadores</a:t>
            </a:r>
            <a:endParaRPr lang="es-AR" dirty="0">
              <a:solidFill>
                <a:srgbClr val="0070C0"/>
              </a:solidFill>
            </a:endParaRPr>
          </a:p>
          <a:p>
            <a:r>
              <a:rPr lang="es-AR" b="1" dirty="0"/>
              <a:t>Q: ¿ Cómo se implementaría el combinador ?:</a:t>
            </a:r>
          </a:p>
          <a:p>
            <a:pPr lvl="1">
              <a:buClr>
                <a:srgbClr val="0070C0"/>
              </a:buClr>
            </a:pPr>
            <a:r>
              <a:rPr lang="es-AR" dirty="0">
                <a:solidFill>
                  <a:srgbClr val="0070C0"/>
                </a:solidFill>
              </a:rPr>
              <a:t>Es lo mismo que </a:t>
            </a:r>
            <a:r>
              <a:rPr lang="es-AR" dirty="0" err="1">
                <a:solidFill>
                  <a:srgbClr val="0070C0"/>
                </a:solidFill>
              </a:rPr>
              <a:t>Reducer</a:t>
            </a:r>
            <a:r>
              <a:rPr lang="es-AR" dirty="0">
                <a:solidFill>
                  <a:srgbClr val="0070C0"/>
                </a:solidFill>
              </a:rPr>
              <a:t>!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2B2FEA8-2A3B-F695-332D-AB6C1AED8E24}"/>
              </a:ext>
            </a:extLst>
          </p:cNvPr>
          <p:cNvGrpSpPr/>
          <p:nvPr/>
        </p:nvGrpSpPr>
        <p:grpSpPr>
          <a:xfrm>
            <a:off x="1223560" y="2806905"/>
            <a:ext cx="6010198" cy="1045547"/>
            <a:chOff x="911065" y="1648481"/>
            <a:chExt cx="6010198" cy="104554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4A44E2A-AC19-D9E9-F865-D38387A82A2A}"/>
                </a:ext>
              </a:extLst>
            </p:cNvPr>
            <p:cNvSpPr/>
            <p:nvPr/>
          </p:nvSpPr>
          <p:spPr>
            <a:xfrm>
              <a:off x="1420227" y="1827095"/>
              <a:ext cx="1025380" cy="719139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AR" sz="16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Car, 1</a:t>
              </a:r>
            </a:p>
            <a:p>
              <a:pPr algn="ctr"/>
              <a:r>
                <a:rPr lang="es-AR" sz="16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Car, 1  </a:t>
              </a:r>
            </a:p>
            <a:p>
              <a:pPr algn="ctr"/>
              <a:r>
                <a:rPr lang="es-AR" sz="160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River</a:t>
              </a:r>
              <a:r>
                <a:rPr lang="es-AR" sz="16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, 1 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B7FA8BB-F225-3D1E-CC91-DD8C458862AA}"/>
                </a:ext>
              </a:extLst>
            </p:cNvPr>
            <p:cNvSpPr/>
            <p:nvPr/>
          </p:nvSpPr>
          <p:spPr>
            <a:xfrm>
              <a:off x="4440833" y="1762328"/>
              <a:ext cx="1025380" cy="822228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AR" sz="16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Car, 2</a:t>
              </a:r>
            </a:p>
            <a:p>
              <a:pPr algn="ctr"/>
              <a:r>
                <a:rPr lang="es-AR" sz="16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Car, 1  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52E866A-A8EC-4ED7-2E1E-DCFEB244DBA1}"/>
                </a:ext>
              </a:extLst>
            </p:cNvPr>
            <p:cNvSpPr/>
            <p:nvPr/>
          </p:nvSpPr>
          <p:spPr>
            <a:xfrm>
              <a:off x="5895883" y="1737520"/>
              <a:ext cx="1025380" cy="570094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AR" sz="16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Car, 3  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2669428-9F26-E0AD-952F-29BF5E7A926E}"/>
                </a:ext>
              </a:extLst>
            </p:cNvPr>
            <p:cNvCxnSpPr/>
            <p:nvPr/>
          </p:nvCxnSpPr>
          <p:spPr>
            <a:xfrm flipV="1">
              <a:off x="911065" y="2121958"/>
              <a:ext cx="391125" cy="79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890BF28-81FB-6B9D-FF90-0161FDC5C07C}"/>
                </a:ext>
              </a:extLst>
            </p:cNvPr>
            <p:cNvCxnSpPr/>
            <p:nvPr/>
          </p:nvCxnSpPr>
          <p:spPr>
            <a:xfrm>
              <a:off x="2509107" y="2129756"/>
              <a:ext cx="391124" cy="79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EC5EAE86-7977-41DF-483E-3E43485046F4}"/>
                </a:ext>
              </a:extLst>
            </p:cNvPr>
            <p:cNvCxnSpPr/>
            <p:nvPr/>
          </p:nvCxnSpPr>
          <p:spPr>
            <a:xfrm>
              <a:off x="5466213" y="2061244"/>
              <a:ext cx="391124" cy="79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52B724B-A33C-8860-3340-79E60219A8DF}"/>
                </a:ext>
              </a:extLst>
            </p:cNvPr>
            <p:cNvSpPr/>
            <p:nvPr/>
          </p:nvSpPr>
          <p:spPr>
            <a:xfrm>
              <a:off x="2931527" y="1801695"/>
              <a:ext cx="1025380" cy="719139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AR" sz="16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Car, 2 </a:t>
              </a:r>
            </a:p>
            <a:p>
              <a:pPr algn="ctr"/>
              <a:r>
                <a:rPr lang="es-AR" sz="160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River</a:t>
              </a:r>
              <a:r>
                <a:rPr lang="es-AR" sz="16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, 1 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D1399E63-0202-DAFC-46F2-0BC121AADCA1}"/>
                </a:ext>
              </a:extLst>
            </p:cNvPr>
            <p:cNvCxnSpPr/>
            <p:nvPr/>
          </p:nvCxnSpPr>
          <p:spPr>
            <a:xfrm>
              <a:off x="4049709" y="2130547"/>
              <a:ext cx="391124" cy="79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7FF1EE7-04F3-C1A7-3A61-84ECCE090315}"/>
                </a:ext>
              </a:extLst>
            </p:cNvPr>
            <p:cNvCxnSpPr/>
            <p:nvPr/>
          </p:nvCxnSpPr>
          <p:spPr>
            <a:xfrm flipV="1">
              <a:off x="4049709" y="2283738"/>
              <a:ext cx="391124" cy="30081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1CA6ADC-160F-B0BD-6FBE-5CB3EE7EFDA9}"/>
                </a:ext>
              </a:extLst>
            </p:cNvPr>
            <p:cNvSpPr/>
            <p:nvPr/>
          </p:nvSpPr>
          <p:spPr>
            <a:xfrm>
              <a:off x="2760173" y="1648481"/>
              <a:ext cx="1319196" cy="1045547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2737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7BC64-D311-B9A5-CD4E-EB387C2BA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MapReduce: Ejercicio en clase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040A79-E448-0E6D-B3FF-7358CB1624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s-AR" b="1" dirty="0"/>
              <a:t>Problema: </a:t>
            </a:r>
            <a:r>
              <a:rPr lang="es-AR" dirty="0"/>
              <a:t>Encontrar la máxima temperatura mensual de cada año de los informes del tiempo. </a:t>
            </a:r>
          </a:p>
          <a:p>
            <a:r>
              <a:rPr lang="es-AR" b="1" dirty="0"/>
              <a:t>Entrada: </a:t>
            </a:r>
            <a:r>
              <a:rPr lang="es-AR" dirty="0"/>
              <a:t>Un conjunto de registros con el siguiente formato: </a:t>
            </a:r>
          </a:p>
          <a:p>
            <a:pPr marL="114300" indent="0">
              <a:buNone/>
            </a:pPr>
            <a:r>
              <a:rPr lang="es-AR" dirty="0"/>
              <a:t>	&lt;año/mes, temperatura promedio de ese mes&gt;</a:t>
            </a:r>
          </a:p>
          <a:p>
            <a:pPr marL="114300" indent="0">
              <a:buNone/>
            </a:pPr>
            <a:r>
              <a:rPr lang="es-AR" dirty="0"/>
              <a:t>		- (200707,30), (200706,20)</a:t>
            </a:r>
          </a:p>
          <a:p>
            <a:pPr marL="114300" indent="0">
              <a:buNone/>
            </a:pPr>
            <a:r>
              <a:rPr lang="es-AR" dirty="0"/>
              <a:t>		- (200508, 20), (200607,30)</a:t>
            </a:r>
          </a:p>
          <a:p>
            <a:pPr marL="114300" indent="0">
              <a:buNone/>
            </a:pPr>
            <a:r>
              <a:rPr lang="es-AR" dirty="0"/>
              <a:t>		- (200708, 10), (200606,10)</a:t>
            </a:r>
          </a:p>
          <a:p>
            <a:r>
              <a:rPr lang="es-AR" b="1" dirty="0"/>
              <a:t>Pregunta: </a:t>
            </a:r>
            <a:r>
              <a:rPr lang="es-AR" dirty="0"/>
              <a:t>escribir la función </a:t>
            </a:r>
            <a:r>
              <a:rPr lang="es-AR" dirty="0" err="1"/>
              <a:t>Map</a:t>
            </a:r>
            <a:r>
              <a:rPr lang="es-AR" dirty="0"/>
              <a:t> y Reduce para resolver este problema</a:t>
            </a:r>
          </a:p>
          <a:p>
            <a:pPr lvl="1"/>
            <a:r>
              <a:rPr lang="es-AR" dirty="0"/>
              <a:t>Asumir que dividimos la entrada por línea </a:t>
            </a:r>
          </a:p>
          <a:p>
            <a:pPr marL="114300" indent="0">
              <a:buNone/>
            </a:pPr>
            <a:endParaRPr lang="es-AR" dirty="0"/>
          </a:p>
          <a:p>
            <a:pPr marL="11430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07089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7BC64-D311-B9A5-CD4E-EB387C2BA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MapReduce: Ejemplo temperatura máxima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AB6010-6151-9895-A74D-24016BBFB271}"/>
              </a:ext>
            </a:extLst>
          </p:cNvPr>
          <p:cNvSpPr/>
          <p:nvPr/>
        </p:nvSpPr>
        <p:spPr>
          <a:xfrm>
            <a:off x="815910" y="1270581"/>
            <a:ext cx="1282700" cy="40163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</a:rPr>
              <a:t>Entrada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AAB70C-8972-461B-0439-09830947A08C}"/>
              </a:ext>
            </a:extLst>
          </p:cNvPr>
          <p:cNvSpPr/>
          <p:nvPr/>
        </p:nvSpPr>
        <p:spPr>
          <a:xfrm>
            <a:off x="825015" y="2349919"/>
            <a:ext cx="1124792" cy="40163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</a:rPr>
              <a:t>Map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00C8EC-D905-936E-2CB7-0E003FE0CD5B}"/>
              </a:ext>
            </a:extLst>
          </p:cNvPr>
          <p:cNvSpPr/>
          <p:nvPr/>
        </p:nvSpPr>
        <p:spPr>
          <a:xfrm>
            <a:off x="832793" y="4703488"/>
            <a:ext cx="1392817" cy="40163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</a:rPr>
              <a:t>Shuttle/Sort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77C088-C441-D6CA-228A-B1034BD7B17F}"/>
              </a:ext>
            </a:extLst>
          </p:cNvPr>
          <p:cNvSpPr/>
          <p:nvPr/>
        </p:nvSpPr>
        <p:spPr>
          <a:xfrm>
            <a:off x="863115" y="5823825"/>
            <a:ext cx="1148880" cy="40163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</a:rPr>
              <a:t>Reduce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ADAD5A-C6EA-76B0-8AB1-B6E0412C11E6}"/>
              </a:ext>
            </a:extLst>
          </p:cNvPr>
          <p:cNvSpPr/>
          <p:nvPr/>
        </p:nvSpPr>
        <p:spPr>
          <a:xfrm>
            <a:off x="3838510" y="1059614"/>
            <a:ext cx="3848100" cy="1225212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(200707,30), (200706,20)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(200508, 20), (200607,30)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(200708, 10), (200606,10)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4C2CFB-D736-B894-E4F8-35DE11B3320E}"/>
              </a:ext>
            </a:extLst>
          </p:cNvPr>
          <p:cNvSpPr/>
          <p:nvPr/>
        </p:nvSpPr>
        <p:spPr>
          <a:xfrm>
            <a:off x="1425511" y="2875519"/>
            <a:ext cx="2412999" cy="607338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(2007,30), (2007, 20)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BFD64A-AEDB-1BFC-3D56-A1C6FC5A7D5B}"/>
              </a:ext>
            </a:extLst>
          </p:cNvPr>
          <p:cNvSpPr/>
          <p:nvPr/>
        </p:nvSpPr>
        <p:spPr>
          <a:xfrm>
            <a:off x="4270311" y="2864029"/>
            <a:ext cx="2412999" cy="5452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(2005, 20), (2006, 30)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D72B22-4133-F4AA-A58F-C427DEBF5B13}"/>
              </a:ext>
            </a:extLst>
          </p:cNvPr>
          <p:cNvSpPr/>
          <p:nvPr/>
        </p:nvSpPr>
        <p:spPr>
          <a:xfrm>
            <a:off x="7037250" y="2800589"/>
            <a:ext cx="2717800" cy="60870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(2007, 10), (2006, 10)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1E1B98-275D-D1BC-D7BA-E65E81C6342A}"/>
              </a:ext>
            </a:extLst>
          </p:cNvPr>
          <p:cNvSpPr/>
          <p:nvPr/>
        </p:nvSpPr>
        <p:spPr>
          <a:xfrm>
            <a:off x="863115" y="3607219"/>
            <a:ext cx="1124792" cy="40163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</a:rPr>
              <a:t>Combine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4052A3-0831-EF1A-A12F-3C4AFE3013C5}"/>
              </a:ext>
            </a:extLst>
          </p:cNvPr>
          <p:cNvSpPr/>
          <p:nvPr/>
        </p:nvSpPr>
        <p:spPr>
          <a:xfrm>
            <a:off x="1692211" y="4132819"/>
            <a:ext cx="1371599" cy="47632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(2007,30)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DB028E-0E85-C8A3-F710-519536AC9EB7}"/>
              </a:ext>
            </a:extLst>
          </p:cNvPr>
          <p:cNvSpPr/>
          <p:nvPr/>
        </p:nvSpPr>
        <p:spPr>
          <a:xfrm>
            <a:off x="6922950" y="4114129"/>
            <a:ext cx="2717800" cy="58935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(2007, 10), (2006, 10)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E6FCDF5-F011-A506-8A62-002BE79E8B2D}"/>
              </a:ext>
            </a:extLst>
          </p:cNvPr>
          <p:cNvSpPr/>
          <p:nvPr/>
        </p:nvSpPr>
        <p:spPr>
          <a:xfrm>
            <a:off x="3838510" y="4158219"/>
            <a:ext cx="2412999" cy="45092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(2005, 20), (2006, 30)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FA7FD8-E67C-4F2A-D466-D7CF4AD8077C}"/>
              </a:ext>
            </a:extLst>
          </p:cNvPr>
          <p:cNvSpPr/>
          <p:nvPr/>
        </p:nvSpPr>
        <p:spPr>
          <a:xfrm>
            <a:off x="7037250" y="5214107"/>
            <a:ext cx="1892299" cy="494327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(2007,[30, 10])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386FDFF-8629-D057-FAE0-ED9700C8C543}"/>
              </a:ext>
            </a:extLst>
          </p:cNvPr>
          <p:cNvSpPr/>
          <p:nvPr/>
        </p:nvSpPr>
        <p:spPr>
          <a:xfrm>
            <a:off x="3965511" y="5202380"/>
            <a:ext cx="1892299" cy="50605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(2006,[30, 10])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6ECAC5-F7AC-8BAD-7728-0C8EF33FA488}"/>
              </a:ext>
            </a:extLst>
          </p:cNvPr>
          <p:cNvSpPr/>
          <p:nvPr/>
        </p:nvSpPr>
        <p:spPr>
          <a:xfrm>
            <a:off x="1692211" y="5214107"/>
            <a:ext cx="1371599" cy="494327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(2005,[20])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3DF9568-4136-90C1-35E4-7F29D80A17A2}"/>
              </a:ext>
            </a:extLst>
          </p:cNvPr>
          <p:cNvSpPr/>
          <p:nvPr/>
        </p:nvSpPr>
        <p:spPr>
          <a:xfrm>
            <a:off x="1806511" y="6350014"/>
            <a:ext cx="1371599" cy="494327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(2005, 20)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C8988AE-901A-49EC-B6BD-7F4A36E8DBD0}"/>
              </a:ext>
            </a:extLst>
          </p:cNvPr>
          <p:cNvSpPr/>
          <p:nvPr/>
        </p:nvSpPr>
        <p:spPr>
          <a:xfrm>
            <a:off x="4270311" y="6350014"/>
            <a:ext cx="1308098" cy="50605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(2006, 30)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E8632C6-DC2B-484D-7434-49ECBE3D27D5}"/>
              </a:ext>
            </a:extLst>
          </p:cNvPr>
          <p:cNvSpPr/>
          <p:nvPr/>
        </p:nvSpPr>
        <p:spPr>
          <a:xfrm>
            <a:off x="7299261" y="6363673"/>
            <a:ext cx="1206500" cy="494327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(2007, 30)</a:t>
            </a:r>
          </a:p>
        </p:txBody>
      </p:sp>
      <p:sp>
        <p:nvSpPr>
          <p:cNvPr id="24" name="Down Arrow 29">
            <a:extLst>
              <a:ext uri="{FF2B5EF4-FFF2-40B4-BE49-F238E27FC236}">
                <a16:creationId xmlns:a16="http://schemas.microsoft.com/office/drawing/2014/main" id="{AEE4E516-75C7-824B-555C-29EFEC2E2A09}"/>
              </a:ext>
            </a:extLst>
          </p:cNvPr>
          <p:cNvSpPr/>
          <p:nvPr/>
        </p:nvSpPr>
        <p:spPr>
          <a:xfrm>
            <a:off x="5476810" y="2349919"/>
            <a:ext cx="381000" cy="401639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Down Arrow 76">
            <a:extLst>
              <a:ext uri="{FF2B5EF4-FFF2-40B4-BE49-F238E27FC236}">
                <a16:creationId xmlns:a16="http://schemas.microsoft.com/office/drawing/2014/main" id="{10E930EA-CFA1-E578-CABD-50FAE29D68AA}"/>
              </a:ext>
            </a:extLst>
          </p:cNvPr>
          <p:cNvSpPr/>
          <p:nvPr/>
        </p:nvSpPr>
        <p:spPr>
          <a:xfrm>
            <a:off x="5540310" y="3607219"/>
            <a:ext cx="381000" cy="401639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own Arrow 77">
            <a:extLst>
              <a:ext uri="{FF2B5EF4-FFF2-40B4-BE49-F238E27FC236}">
                <a16:creationId xmlns:a16="http://schemas.microsoft.com/office/drawing/2014/main" id="{B69B4E94-8433-F5F0-5355-C369C759143E}"/>
              </a:ext>
            </a:extLst>
          </p:cNvPr>
          <p:cNvSpPr/>
          <p:nvPr/>
        </p:nvSpPr>
        <p:spPr>
          <a:xfrm>
            <a:off x="5540310" y="4716469"/>
            <a:ext cx="381000" cy="401639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Down Arrow 78">
            <a:extLst>
              <a:ext uri="{FF2B5EF4-FFF2-40B4-BE49-F238E27FC236}">
                <a16:creationId xmlns:a16="http://schemas.microsoft.com/office/drawing/2014/main" id="{53D1799C-D0F5-825A-FC45-1CFA5C51C66E}"/>
              </a:ext>
            </a:extLst>
          </p:cNvPr>
          <p:cNvSpPr/>
          <p:nvPr/>
        </p:nvSpPr>
        <p:spPr>
          <a:xfrm>
            <a:off x="5565710" y="5945944"/>
            <a:ext cx="381000" cy="401639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3363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7FA43-3A92-F907-1A4A-FFAE7AA0F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err="1"/>
              <a:t>Mapper</a:t>
            </a:r>
            <a:r>
              <a:rPr lang="es-AR" dirty="0"/>
              <a:t> y </a:t>
            </a:r>
            <a:r>
              <a:rPr lang="es-AR" dirty="0" err="1"/>
              <a:t>Reducer</a:t>
            </a:r>
            <a:r>
              <a:rPr lang="es-AR" dirty="0"/>
              <a:t> de la temperatura máxima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7161262-2775-254D-48A5-038B33A85F52}"/>
              </a:ext>
            </a:extLst>
          </p:cNvPr>
          <p:cNvSpPr txBox="1">
            <a:spLocks/>
          </p:cNvSpPr>
          <p:nvPr/>
        </p:nvSpPr>
        <p:spPr>
          <a:xfrm>
            <a:off x="457200" y="1270000"/>
            <a:ext cx="8229600" cy="540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s-AR" sz="2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Map</a:t>
            </a: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s-AR" sz="2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s-AR" sz="2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value</a:t>
            </a: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){</a:t>
            </a:r>
          </a:p>
          <a:p>
            <a:pPr marL="0" indent="0">
              <a:buFont typeface="Arial"/>
              <a:buNone/>
            </a:pPr>
            <a:r>
              <a:rPr lang="es-AR" sz="2400" dirty="0">
                <a:latin typeface="Calibri" panose="020F0502020204030204" pitchFamily="34" charset="0"/>
                <a:cs typeface="Calibri" panose="020F0502020204030204" pitchFamily="34" charset="0"/>
              </a:rPr>
              <a:t>	// </a:t>
            </a:r>
            <a:r>
              <a:rPr lang="es-A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lang="es-AR" sz="2400" dirty="0">
                <a:latin typeface="Calibri" panose="020F0502020204030204" pitchFamily="34" charset="0"/>
                <a:cs typeface="Calibri" panose="020F0502020204030204" pitchFamily="34" charset="0"/>
              </a:rPr>
              <a:t>: line </a:t>
            </a:r>
            <a:r>
              <a:rPr lang="es-A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number</a:t>
            </a:r>
            <a:endParaRPr lang="es-A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Arial"/>
              <a:buNone/>
            </a:pPr>
            <a:r>
              <a:rPr lang="es-AR" sz="2400" dirty="0">
                <a:latin typeface="Calibri" panose="020F0502020204030204" pitchFamily="34" charset="0"/>
                <a:cs typeface="Calibri" panose="020F0502020204030204" pitchFamily="34" charset="0"/>
              </a:rPr>
              <a:t>	// </a:t>
            </a:r>
            <a:r>
              <a:rPr lang="es-A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value</a:t>
            </a:r>
            <a:r>
              <a:rPr lang="es-AR" sz="24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s-A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tuples</a:t>
            </a:r>
            <a:r>
              <a:rPr lang="es-AR" sz="2400" dirty="0">
                <a:latin typeface="Calibri" panose="020F0502020204030204" pitchFamily="34" charset="0"/>
                <a:cs typeface="Calibri" panose="020F0502020204030204" pitchFamily="34" charset="0"/>
              </a:rPr>
              <a:t> in a line</a:t>
            </a:r>
          </a:p>
          <a:p>
            <a:pPr marL="0" indent="0">
              <a:buFont typeface="Arial"/>
              <a:buNone/>
            </a:pPr>
            <a:r>
              <a:rPr lang="es-AR" sz="24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s-AR" sz="2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AR" sz="2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</a:t>
            </a: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AR" sz="2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tuple</a:t>
            </a: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 in </a:t>
            </a:r>
            <a:r>
              <a:rPr lang="es-AR" sz="2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value</a:t>
            </a: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indent="0">
              <a:buFont typeface="Arial"/>
              <a:buNone/>
            </a:pP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s-AR" sz="2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Emit</a:t>
            </a: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(t-&gt;</a:t>
            </a:r>
            <a:r>
              <a:rPr lang="es-AR" sz="2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year</a:t>
            </a: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t-&gt;</a:t>
            </a:r>
            <a:r>
              <a:rPr lang="es-AR" sz="2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temperature</a:t>
            </a: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);}</a:t>
            </a:r>
            <a:endParaRPr lang="es-A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Reduce(</a:t>
            </a:r>
            <a:r>
              <a:rPr lang="es-AR" sz="2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s-AR" sz="2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list</a:t>
            </a: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AR" sz="2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AR" sz="2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values</a:t>
            </a: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){</a:t>
            </a:r>
          </a:p>
          <a:p>
            <a:pPr marL="457200" lvl="1" indent="0">
              <a:buFont typeface="Arial"/>
              <a:buNone/>
            </a:pPr>
            <a:r>
              <a:rPr lang="es-AR" dirty="0"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es-AR" dirty="0" err="1">
                <a:latin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lang="es-AR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s-AR" dirty="0" err="1">
                <a:latin typeface="Calibri" panose="020F0502020204030204" pitchFamily="34" charset="0"/>
                <a:cs typeface="Calibri" panose="020F0502020204030204" pitchFamily="34" charset="0"/>
              </a:rPr>
              <a:t>year</a:t>
            </a:r>
            <a:endParaRPr lang="es-A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Arial"/>
              <a:buNone/>
            </a:pPr>
            <a:r>
              <a:rPr lang="es-AR" sz="2400" dirty="0">
                <a:latin typeface="Calibri" panose="020F0502020204030204" pitchFamily="34" charset="0"/>
                <a:cs typeface="Calibri" panose="020F0502020204030204" pitchFamily="34" charset="0"/>
              </a:rPr>
              <a:t>	//</a:t>
            </a:r>
            <a:r>
              <a:rPr lang="es-A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list</a:t>
            </a:r>
            <a:r>
              <a:rPr lang="es-AR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A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s-AR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A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values</a:t>
            </a:r>
            <a:r>
              <a:rPr lang="es-AR" sz="2400" dirty="0">
                <a:latin typeface="Calibri" panose="020F0502020204030204" pitchFamily="34" charset="0"/>
                <a:cs typeface="Calibri" panose="020F0502020204030204" pitchFamily="34" charset="0"/>
              </a:rPr>
              <a:t>: a </a:t>
            </a:r>
            <a:r>
              <a:rPr lang="es-A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list</a:t>
            </a:r>
            <a:r>
              <a:rPr lang="es-AR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A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s-AR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A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monthly</a:t>
            </a:r>
            <a:r>
              <a:rPr lang="es-AR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A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temperature</a:t>
            </a:r>
            <a:endParaRPr lang="es-A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Arial"/>
              <a:buNone/>
            </a:pPr>
            <a:r>
              <a:rPr lang="es-AR" sz="24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s-AR" sz="2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AR" sz="2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max_temp</a:t>
            </a: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-100;</a:t>
            </a:r>
          </a:p>
          <a:p>
            <a:pPr marL="0" indent="0">
              <a:buFont typeface="Arial"/>
              <a:buNone/>
            </a:pP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s-AR" sz="2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AR" sz="2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</a:t>
            </a: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v in </a:t>
            </a:r>
            <a:r>
              <a:rPr lang="es-AR" sz="2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values</a:t>
            </a: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indent="0">
              <a:buFont typeface="Arial"/>
              <a:buNone/>
            </a:pP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s-AR" sz="2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max_temp</a:t>
            </a: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 </a:t>
            </a:r>
            <a:r>
              <a:rPr lang="es-AR" sz="2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max</a:t>
            </a: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(v, </a:t>
            </a:r>
            <a:r>
              <a:rPr lang="es-AR" sz="2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max_temp</a:t>
            </a: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);</a:t>
            </a:r>
          </a:p>
          <a:p>
            <a:pPr marL="0" indent="0">
              <a:buFont typeface="Arial"/>
              <a:buNone/>
            </a:pP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s-AR" sz="2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Emit</a:t>
            </a: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s-AR" sz="2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s-AR" sz="2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max_temp</a:t>
            </a:r>
            <a:r>
              <a:rPr lang="es-AR" sz="2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);}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0C52B4-CC94-A036-F8DC-1B6F325DCAD9}"/>
              </a:ext>
            </a:extLst>
          </p:cNvPr>
          <p:cNvSpPr txBox="1"/>
          <p:nvPr/>
        </p:nvSpPr>
        <p:spPr>
          <a:xfrm>
            <a:off x="6550608" y="3075323"/>
            <a:ext cx="52806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u="sng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Combinador es lo mismo que Reductor</a:t>
            </a:r>
          </a:p>
        </p:txBody>
      </p:sp>
    </p:spTree>
    <p:extLst>
      <p:ext uri="{BB962C8B-B14F-4D97-AF65-F5344CB8AC3E}">
        <p14:creationId xmlns:p14="http://schemas.microsoft.com/office/powerpoint/2010/main" val="1833407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B2639-E9EA-506A-A036-2A5F099D9C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73445" y="1291772"/>
            <a:ext cx="6580675" cy="3611880"/>
          </a:xfrm>
        </p:spPr>
        <p:txBody>
          <a:bodyPr/>
          <a:lstStyle/>
          <a:p>
            <a:pPr algn="ctr"/>
            <a:r>
              <a:rPr lang="es-AR" dirty="0">
                <a:solidFill>
                  <a:schemeClr val="accent1"/>
                </a:solidFill>
              </a:rPr>
              <a:t>Ecosistema Hadoop</a:t>
            </a:r>
          </a:p>
        </p:txBody>
      </p:sp>
    </p:spTree>
    <p:extLst>
      <p:ext uri="{BB962C8B-B14F-4D97-AF65-F5344CB8AC3E}">
        <p14:creationId xmlns:p14="http://schemas.microsoft.com/office/powerpoint/2010/main" val="20840293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8567E6-490D-076A-A927-EC0EF9351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Hadoop</a:t>
            </a:r>
            <a:br>
              <a:rPr lang="es-MX" dirty="0"/>
            </a:br>
            <a:r>
              <a:rPr lang="es-MX" sz="2800" dirty="0">
                <a:solidFill>
                  <a:schemeClr val="accent1"/>
                </a:solidFill>
              </a:rPr>
              <a:t>Ecosistema	</a:t>
            </a:r>
            <a:endParaRPr lang="es-AR" dirty="0">
              <a:solidFill>
                <a:schemeClr val="accent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43D13A8-E320-808B-AE4A-C07EC69BA2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373"/>
          <a:stretch/>
        </p:blipFill>
        <p:spPr>
          <a:xfrm>
            <a:off x="2739740" y="1129005"/>
            <a:ext cx="7160040" cy="5390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5659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DF2A9-22C0-7BEF-EE47-496447CDC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Principales subproyectos de Hadoop: HIVE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1A138A-B55D-F1E4-36FE-02283943E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3186" y="1825624"/>
            <a:ext cx="10815864" cy="4724465"/>
          </a:xfrm>
        </p:spPr>
        <p:txBody>
          <a:bodyPr>
            <a:normAutofit/>
          </a:bodyPr>
          <a:lstStyle/>
          <a:p>
            <a:r>
              <a:rPr lang="es-AR" dirty="0"/>
              <a:t>Es un </a:t>
            </a:r>
            <a:r>
              <a:rPr lang="es-AR" dirty="0" err="1"/>
              <a:t>framework</a:t>
            </a:r>
            <a:r>
              <a:rPr lang="es-AR" dirty="0"/>
              <a:t> originalmente desarrollado por Facebook.</a:t>
            </a:r>
          </a:p>
          <a:p>
            <a:r>
              <a:rPr lang="es-AR" dirty="0"/>
              <a:t>Provee facilidades de </a:t>
            </a:r>
            <a:r>
              <a:rPr lang="es-AR" dirty="0" err="1"/>
              <a:t>datawarehouse</a:t>
            </a:r>
            <a:r>
              <a:rPr lang="es-AR" dirty="0"/>
              <a:t> sobre un </a:t>
            </a:r>
            <a:r>
              <a:rPr lang="es-AR" dirty="0" err="1"/>
              <a:t>cluster</a:t>
            </a:r>
            <a:r>
              <a:rPr lang="es-AR" dirty="0"/>
              <a:t> Hadoop. </a:t>
            </a:r>
          </a:p>
          <a:p>
            <a:r>
              <a:rPr lang="es-AR" dirty="0"/>
              <a:t>Mapea los datos del HDFS de Hadoop a estructuras propias,  aunque también puede utilizar las estructuras de Hbase.</a:t>
            </a:r>
          </a:p>
          <a:p>
            <a:r>
              <a:rPr lang="es-AR" dirty="0"/>
              <a:t>Provee un lenguaje para realizar consultas llamado </a:t>
            </a:r>
            <a:r>
              <a:rPr lang="es-AR" dirty="0" err="1"/>
              <a:t>HiveQL</a:t>
            </a:r>
            <a:r>
              <a:rPr lang="es-AR" dirty="0"/>
              <a:t> (o HQL), muy similar a SQL, mediante el cual se puede escribir tareas de MapReduce, y explotar los datos guardados en el </a:t>
            </a:r>
            <a:r>
              <a:rPr lang="es-AR" dirty="0" err="1"/>
              <a:t>cluster</a:t>
            </a:r>
            <a:r>
              <a:rPr lang="es-AR" dirty="0"/>
              <a:t>.</a:t>
            </a:r>
          </a:p>
          <a:p>
            <a:r>
              <a:rPr lang="es-AR" dirty="0"/>
              <a:t>Puede utilizar TEZ/</a:t>
            </a:r>
            <a:r>
              <a:rPr lang="es-AR" dirty="0" err="1"/>
              <a:t>Map</a:t>
            </a:r>
            <a:r>
              <a:rPr lang="es-AR" dirty="0"/>
              <a:t>-Reduce </a:t>
            </a:r>
            <a:r>
              <a:rPr lang="es-AR" dirty="0" err="1"/>
              <a:t>ó</a:t>
            </a:r>
            <a:r>
              <a:rPr lang="es-AR" dirty="0"/>
              <a:t> </a:t>
            </a:r>
            <a:r>
              <a:rPr lang="es-AR" dirty="0" err="1"/>
              <a:t>Spark</a:t>
            </a:r>
            <a:r>
              <a:rPr lang="es-AR" dirty="0"/>
              <a:t> para la ejecución.</a:t>
            </a:r>
          </a:p>
          <a:p>
            <a:r>
              <a:rPr lang="es-AR" dirty="0"/>
              <a:t>Utiliza HDFS para almacenamiento.</a:t>
            </a:r>
          </a:p>
        </p:txBody>
      </p:sp>
      <p:pic>
        <p:nvPicPr>
          <p:cNvPr id="4" name="Imagen 1">
            <a:extLst>
              <a:ext uri="{FF2B5EF4-FFF2-40B4-BE49-F238E27FC236}">
                <a16:creationId xmlns:a16="http://schemas.microsoft.com/office/drawing/2014/main" id="{20798115-01B3-FC7D-4014-2897559283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1470" y="169265"/>
            <a:ext cx="1607344" cy="160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4829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DF2A9-22C0-7BEF-EE47-496447CDC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Principales subproyectos de Hadoop: PIG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1A138A-B55D-F1E4-36FE-02283943E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3186" y="1825624"/>
            <a:ext cx="10815864" cy="4724465"/>
          </a:xfrm>
        </p:spPr>
        <p:txBody>
          <a:bodyPr>
            <a:normAutofit lnSpcReduction="10000"/>
          </a:bodyPr>
          <a:lstStyle/>
          <a:p>
            <a:r>
              <a:rPr lang="es-AR" dirty="0"/>
              <a:t>Desarrollado por Yahoo!</a:t>
            </a:r>
          </a:p>
          <a:p>
            <a:r>
              <a:rPr lang="es-AR" dirty="0"/>
              <a:t>Plataforma para el análisis de grandes conjuntos de datos.</a:t>
            </a:r>
          </a:p>
          <a:p>
            <a:r>
              <a:rPr lang="es-AR" dirty="0"/>
              <a:t>Lenguaje de alto nivel para expresar programas de análisis, junto con la infraestructura para la evaluación de los mismos.</a:t>
            </a:r>
          </a:p>
          <a:p>
            <a:r>
              <a:rPr lang="es-AR" dirty="0"/>
              <a:t>Programas MapReduce simples de desarrollar utilizando </a:t>
            </a:r>
            <a:r>
              <a:rPr lang="es-AR" dirty="0" err="1"/>
              <a:t>Pig</a:t>
            </a:r>
            <a:r>
              <a:rPr lang="es-AR" dirty="0"/>
              <a:t> </a:t>
            </a:r>
            <a:r>
              <a:rPr lang="es-AR" dirty="0" err="1"/>
              <a:t>Latin</a:t>
            </a:r>
            <a:r>
              <a:rPr lang="es-AR" dirty="0"/>
              <a:t> como lenguaje de programación.</a:t>
            </a:r>
          </a:p>
          <a:p>
            <a:r>
              <a:rPr lang="es-AR" dirty="0"/>
              <a:t>La estructura es favorable a la paralelización.</a:t>
            </a:r>
          </a:p>
          <a:p>
            <a:r>
              <a:rPr lang="es-AR" dirty="0"/>
              <a:t>Puede manejar enormes cantidades de información.</a:t>
            </a:r>
          </a:p>
          <a:p>
            <a:r>
              <a:rPr lang="es-AR" dirty="0"/>
              <a:t>No es necesario saber Java.</a:t>
            </a:r>
          </a:p>
          <a:p>
            <a:r>
              <a:rPr lang="es-AR" dirty="0"/>
              <a:t>200 líneas de Java -&gt; 15 líneas de </a:t>
            </a:r>
            <a:r>
              <a:rPr lang="es-AR" dirty="0" err="1"/>
              <a:t>Pig</a:t>
            </a:r>
            <a:r>
              <a:rPr lang="es-AR" dirty="0"/>
              <a:t>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9C8F47F-4883-B2D2-D636-6D00588D1B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8244" y="220509"/>
            <a:ext cx="1307306" cy="1964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027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DF2A9-22C0-7BEF-EE47-496447CDC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Principales subproyectos de Hadoop: AMBARI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1A138A-B55D-F1E4-36FE-02283943E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3186" y="1825624"/>
            <a:ext cx="10815864" cy="4724465"/>
          </a:xfrm>
        </p:spPr>
        <p:txBody>
          <a:bodyPr>
            <a:normAutofit lnSpcReduction="10000"/>
          </a:bodyPr>
          <a:lstStyle/>
          <a:p>
            <a:r>
              <a:rPr lang="es-AR" dirty="0"/>
              <a:t>Ofrece una interfaz web intuitiva y fácil de usar para la gestión de Hadoop y además proporciona una API REST.</a:t>
            </a:r>
          </a:p>
          <a:p>
            <a:pPr lvl="1"/>
            <a:r>
              <a:rPr lang="es-AR" dirty="0"/>
              <a:t>Administrar y provisionar el </a:t>
            </a:r>
            <a:r>
              <a:rPr lang="es-AR" dirty="0" err="1"/>
              <a:t>cluster</a:t>
            </a:r>
            <a:r>
              <a:rPr lang="es-AR" dirty="0"/>
              <a:t> Hadoop</a:t>
            </a:r>
          </a:p>
          <a:p>
            <a:pPr lvl="1"/>
            <a:r>
              <a:rPr lang="es-AR" dirty="0"/>
              <a:t>Un asistente paso a paso para la instalación de servicios de Hadoop a través de múltiples equipos</a:t>
            </a:r>
          </a:p>
          <a:p>
            <a:pPr lvl="1"/>
            <a:r>
              <a:rPr lang="es-AR" dirty="0"/>
              <a:t>Proporciona  la forma de gestionar gestión central para iniciar, detener y volver a configurar los servicios de Hadoop en todo el clúster.</a:t>
            </a:r>
          </a:p>
          <a:p>
            <a:pPr lvl="1"/>
            <a:r>
              <a:rPr lang="es-AR" dirty="0"/>
              <a:t>Monitoriza el clúster Hadoop</a:t>
            </a:r>
          </a:p>
          <a:p>
            <a:pPr lvl="1"/>
            <a:r>
              <a:rPr lang="es-AR" dirty="0"/>
              <a:t>Ofrece un panel de control para vigilancia de la salud y el estado del </a:t>
            </a:r>
            <a:r>
              <a:rPr lang="es-AR" dirty="0" err="1"/>
              <a:t>cluster</a:t>
            </a:r>
            <a:r>
              <a:rPr lang="es-AR" dirty="0"/>
              <a:t> Hadoop.</a:t>
            </a:r>
          </a:p>
          <a:p>
            <a:pPr lvl="1"/>
            <a:r>
              <a:rPr lang="es-AR" dirty="0"/>
              <a:t>Se encarga de la instalación de los paquetes de Hadoop en el clúster.</a:t>
            </a:r>
          </a:p>
          <a:p>
            <a:pPr lvl="1"/>
            <a:r>
              <a:rPr lang="es-AR" dirty="0" err="1"/>
              <a:t>Ambari</a:t>
            </a:r>
            <a:r>
              <a:rPr lang="es-AR" dirty="0"/>
              <a:t> aprovecha Nagios para el sistema de alerta y enviará mensajes de correo electrónico cuando se requiere su atención.</a:t>
            </a:r>
          </a:p>
        </p:txBody>
      </p:sp>
      <p:pic>
        <p:nvPicPr>
          <p:cNvPr id="4" name="Imagen 1">
            <a:extLst>
              <a:ext uri="{FF2B5EF4-FFF2-40B4-BE49-F238E27FC236}">
                <a16:creationId xmlns:a16="http://schemas.microsoft.com/office/drawing/2014/main" id="{804D6067-5455-35A0-B117-EE79FE0CC5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5151" y="141940"/>
            <a:ext cx="2769990" cy="83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8519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DF2A9-22C0-7BEF-EE47-496447CDC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Principales subproyectos de Hadoop: HUE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1A138A-B55D-F1E4-36FE-02283943E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3186" y="1825624"/>
            <a:ext cx="10815864" cy="4724465"/>
          </a:xfrm>
        </p:spPr>
        <p:txBody>
          <a:bodyPr>
            <a:normAutofit/>
          </a:bodyPr>
          <a:lstStyle/>
          <a:p>
            <a:r>
              <a:rPr lang="es-AR" dirty="0"/>
              <a:t>HUE = Hadoop </a:t>
            </a:r>
            <a:r>
              <a:rPr lang="es-AR" dirty="0" err="1"/>
              <a:t>User</a:t>
            </a:r>
            <a:r>
              <a:rPr lang="es-AR" dirty="0"/>
              <a:t> </a:t>
            </a:r>
            <a:r>
              <a:rPr lang="es-AR" dirty="0" err="1"/>
              <a:t>Experience</a:t>
            </a:r>
            <a:endParaRPr lang="es-AR" dirty="0"/>
          </a:p>
          <a:p>
            <a:r>
              <a:rPr lang="es-AR" dirty="0"/>
              <a:t>Es una GUI para Hadoop open </a:t>
            </a:r>
            <a:r>
              <a:rPr lang="es-AR" dirty="0" err="1"/>
              <a:t>source</a:t>
            </a:r>
            <a:endParaRPr lang="es-AR" dirty="0"/>
          </a:p>
          <a:p>
            <a:r>
              <a:rPr lang="es-AR" dirty="0"/>
              <a:t>Desarrollada por Cloudera</a:t>
            </a:r>
          </a:p>
          <a:p>
            <a:r>
              <a:rPr lang="es-AR" dirty="0"/>
              <a:t>Basada en Web</a:t>
            </a:r>
          </a:p>
          <a:p>
            <a:r>
              <a:rPr lang="es-AR" dirty="0"/>
              <a:t>Muchas funciones</a:t>
            </a:r>
          </a:p>
          <a:p>
            <a:r>
              <a:rPr lang="es-AR" dirty="0"/>
              <a:t>Ampliamente usada</a:t>
            </a:r>
          </a:p>
          <a:p>
            <a:r>
              <a:rPr lang="es-AR" dirty="0"/>
              <a:t>Se integra con </a:t>
            </a:r>
            <a:r>
              <a:rPr lang="es-AR" dirty="0" err="1"/>
              <a:t>Hive</a:t>
            </a:r>
            <a:r>
              <a:rPr lang="es-AR" dirty="0"/>
              <a:t>, </a:t>
            </a:r>
            <a:r>
              <a:rPr lang="es-AR" dirty="0" err="1"/>
              <a:t>Oozie</a:t>
            </a:r>
            <a:r>
              <a:rPr lang="es-AR" dirty="0"/>
              <a:t>, HDFS</a:t>
            </a:r>
          </a:p>
          <a:p>
            <a:r>
              <a:rPr lang="es-AR" dirty="0"/>
              <a:t>Tiene una API para crear aplicaciones</a:t>
            </a:r>
          </a:p>
          <a:p>
            <a:r>
              <a:rPr lang="es-AR" dirty="0"/>
              <a:t>No viene en la Versión Standard de Hadoop Apache.</a:t>
            </a:r>
          </a:p>
        </p:txBody>
      </p:sp>
      <p:pic>
        <p:nvPicPr>
          <p:cNvPr id="5" name="Imagen 1">
            <a:extLst>
              <a:ext uri="{FF2B5EF4-FFF2-40B4-BE49-F238E27FC236}">
                <a16:creationId xmlns:a16="http://schemas.microsoft.com/office/drawing/2014/main" id="{FECBFE57-D243-2AB9-B411-41C222DCB1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3574" y="307911"/>
            <a:ext cx="2058586" cy="50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7349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DF2A9-22C0-7BEF-EE47-496447CDC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Principales subproyectos de Hadoop: </a:t>
            </a:r>
            <a:r>
              <a:rPr lang="es-AR" dirty="0" err="1"/>
              <a:t>Zookeeper</a:t>
            </a:r>
            <a:endParaRPr lang="es-A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1A138A-B55D-F1E4-36FE-02283943E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3186" y="1825624"/>
            <a:ext cx="10815864" cy="4724465"/>
          </a:xfrm>
        </p:spPr>
        <p:txBody>
          <a:bodyPr>
            <a:normAutofit/>
          </a:bodyPr>
          <a:lstStyle/>
          <a:p>
            <a:r>
              <a:rPr lang="es-AR" dirty="0"/>
              <a:t>Un servicio open </a:t>
            </a:r>
            <a:r>
              <a:rPr lang="es-AR" dirty="0" err="1"/>
              <a:t>source</a:t>
            </a:r>
            <a:r>
              <a:rPr lang="es-AR" dirty="0"/>
              <a:t>, de alta performance, para la coordinación de servicios en aplicaciones distribuidas.</a:t>
            </a:r>
          </a:p>
          <a:p>
            <a:r>
              <a:rPr lang="es-AR" dirty="0"/>
              <a:t>Configuración, </a:t>
            </a:r>
            <a:r>
              <a:rPr lang="es-AR" dirty="0" err="1"/>
              <a:t>naming</a:t>
            </a:r>
            <a:r>
              <a:rPr lang="es-AR" dirty="0"/>
              <a:t>, </a:t>
            </a:r>
            <a:r>
              <a:rPr lang="es-AR" dirty="0" err="1"/>
              <a:t>configuration</a:t>
            </a:r>
            <a:r>
              <a:rPr lang="es-AR" dirty="0"/>
              <a:t> </a:t>
            </a:r>
            <a:r>
              <a:rPr lang="es-AR" dirty="0" err="1"/>
              <a:t>management</a:t>
            </a:r>
            <a:r>
              <a:rPr lang="es-AR" dirty="0"/>
              <a:t>, sincronización (</a:t>
            </a:r>
            <a:r>
              <a:rPr lang="es-AR" dirty="0" err="1"/>
              <a:t>locks</a:t>
            </a:r>
            <a:r>
              <a:rPr lang="es-AR" dirty="0"/>
              <a:t>), </a:t>
            </a:r>
            <a:r>
              <a:rPr lang="es-AR" dirty="0" err="1"/>
              <a:t>group</a:t>
            </a:r>
            <a:r>
              <a:rPr lang="es-AR" dirty="0"/>
              <a:t> </a:t>
            </a:r>
            <a:r>
              <a:rPr lang="es-AR" dirty="0" err="1"/>
              <a:t>services</a:t>
            </a:r>
            <a:r>
              <a:rPr lang="es-AR" dirty="0"/>
              <a:t>.</a:t>
            </a:r>
          </a:p>
          <a:p>
            <a:r>
              <a:rPr lang="es-AR" dirty="0"/>
              <a:t>El sistema garantiza: </a:t>
            </a:r>
          </a:p>
          <a:p>
            <a:pPr lvl="1"/>
            <a:r>
              <a:rPr lang="es-AR" dirty="0"/>
              <a:t>Consistencia secuencial</a:t>
            </a:r>
          </a:p>
          <a:p>
            <a:pPr lvl="1"/>
            <a:r>
              <a:rPr lang="es-AR" dirty="0"/>
              <a:t>Atomicidad</a:t>
            </a:r>
          </a:p>
          <a:p>
            <a:pPr lvl="1"/>
            <a:r>
              <a:rPr lang="es-AR" dirty="0"/>
              <a:t>Consistencia de datos (todos los clientes ven el mismo estado más allá del server con el que está conectado)</a:t>
            </a:r>
          </a:p>
        </p:txBody>
      </p:sp>
      <p:pic>
        <p:nvPicPr>
          <p:cNvPr id="4" name="Imagen 1">
            <a:extLst>
              <a:ext uri="{FF2B5EF4-FFF2-40B4-BE49-F238E27FC236}">
                <a16:creationId xmlns:a16="http://schemas.microsoft.com/office/drawing/2014/main" id="{E53141D3-C6B2-8AF1-04DB-D63E42EE28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7716" y="0"/>
            <a:ext cx="2256095" cy="1426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0470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DF2A9-22C0-7BEF-EE47-496447CDC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Principales subproyectos de Hadoop: </a:t>
            </a:r>
            <a:r>
              <a:rPr lang="es-AR" dirty="0" err="1"/>
              <a:t>Oozie</a:t>
            </a:r>
            <a:endParaRPr lang="es-A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1A138A-B55D-F1E4-36FE-02283943E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3186" y="1825624"/>
            <a:ext cx="10815864" cy="4724465"/>
          </a:xfrm>
        </p:spPr>
        <p:txBody>
          <a:bodyPr>
            <a:normAutofit/>
          </a:bodyPr>
          <a:lstStyle/>
          <a:p>
            <a:r>
              <a:rPr lang="es-AR" dirty="0"/>
              <a:t>Es un </a:t>
            </a:r>
            <a:r>
              <a:rPr lang="es-AR" dirty="0" err="1"/>
              <a:t>scheduler</a:t>
            </a:r>
            <a:r>
              <a:rPr lang="es-AR" dirty="0"/>
              <a:t> de </a:t>
            </a:r>
            <a:r>
              <a:rPr lang="es-AR" dirty="0" err="1"/>
              <a:t>workflow</a:t>
            </a:r>
            <a:r>
              <a:rPr lang="es-AR" dirty="0"/>
              <a:t> para Hadoop</a:t>
            </a:r>
          </a:p>
          <a:p>
            <a:r>
              <a:rPr lang="es-AR" dirty="0"/>
              <a:t>Administra Jobs Hadoop</a:t>
            </a:r>
          </a:p>
          <a:p>
            <a:r>
              <a:rPr lang="es-AR" dirty="0"/>
              <a:t>Integrado con varias aplicaciones HDFS – </a:t>
            </a:r>
            <a:r>
              <a:rPr lang="es-AR" dirty="0" err="1"/>
              <a:t>Pig</a:t>
            </a:r>
            <a:r>
              <a:rPr lang="es-AR" dirty="0"/>
              <a:t> – </a:t>
            </a:r>
            <a:r>
              <a:rPr lang="es-AR" dirty="0" err="1"/>
              <a:t>Hive</a:t>
            </a:r>
            <a:endParaRPr lang="es-AR" dirty="0"/>
          </a:p>
          <a:p>
            <a:r>
              <a:rPr lang="es-AR" dirty="0"/>
              <a:t>Escalable</a:t>
            </a:r>
          </a:p>
          <a:p>
            <a:r>
              <a:rPr lang="es-AR" dirty="0"/>
              <a:t>Programa procesos</a:t>
            </a:r>
          </a:p>
          <a:p>
            <a:r>
              <a:rPr lang="es-AR" dirty="0"/>
              <a:t>Un </a:t>
            </a:r>
            <a:r>
              <a:rPr lang="es-AR" dirty="0" err="1"/>
              <a:t>workflow</a:t>
            </a:r>
            <a:r>
              <a:rPr lang="es-AR" dirty="0"/>
              <a:t> es una colección de acciones (</a:t>
            </a:r>
            <a:r>
              <a:rPr lang="es-AR" dirty="0" err="1"/>
              <a:t>map</a:t>
            </a:r>
            <a:r>
              <a:rPr lang="es-AR" dirty="0"/>
              <a:t>/reduce, </a:t>
            </a:r>
            <a:r>
              <a:rPr lang="es-AR" dirty="0" err="1"/>
              <a:t>pig</a:t>
            </a:r>
            <a:r>
              <a:rPr lang="es-AR" dirty="0"/>
              <a:t>, </a:t>
            </a:r>
            <a:r>
              <a:rPr lang="es-AR" dirty="0" err="1"/>
              <a:t>etc</a:t>
            </a:r>
            <a:r>
              <a:rPr lang="es-AR" dirty="0"/>
              <a:t>)</a:t>
            </a:r>
          </a:p>
          <a:p>
            <a:r>
              <a:rPr lang="es-AR" dirty="0"/>
              <a:t>Un </a:t>
            </a:r>
            <a:r>
              <a:rPr lang="es-AR" dirty="0" err="1"/>
              <a:t>workflow</a:t>
            </a:r>
            <a:r>
              <a:rPr lang="es-AR" dirty="0"/>
              <a:t> está representado como un grafo acíclico dirigido</a:t>
            </a:r>
          </a:p>
          <a:p>
            <a:r>
              <a:rPr lang="es-AR" dirty="0"/>
              <a:t>El grafo se almacena como </a:t>
            </a:r>
            <a:r>
              <a:rPr lang="es-AR" dirty="0" err="1"/>
              <a:t>hPDL</a:t>
            </a:r>
            <a:r>
              <a:rPr lang="es-AR" dirty="0"/>
              <a:t> (definición de proceso XML)</a:t>
            </a:r>
          </a:p>
        </p:txBody>
      </p:sp>
      <p:pic>
        <p:nvPicPr>
          <p:cNvPr id="5" name="Imagen 1">
            <a:extLst>
              <a:ext uri="{FF2B5EF4-FFF2-40B4-BE49-F238E27FC236}">
                <a16:creationId xmlns:a16="http://schemas.microsoft.com/office/drawing/2014/main" id="{527A2CF2-D9BD-88A7-42C3-7F67C6B88C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8914" y="196441"/>
            <a:ext cx="2169533" cy="50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8109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DF2A9-22C0-7BEF-EE47-496447CDC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Principales subproyectos de Hadoop: </a:t>
            </a:r>
            <a:r>
              <a:rPr lang="es-AR" dirty="0" err="1"/>
              <a:t>Mahout</a:t>
            </a:r>
            <a:endParaRPr lang="es-A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1A138A-B55D-F1E4-36FE-02283943E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3186" y="1825624"/>
            <a:ext cx="10815864" cy="4724465"/>
          </a:xfrm>
        </p:spPr>
        <p:txBody>
          <a:bodyPr>
            <a:normAutofit/>
          </a:bodyPr>
          <a:lstStyle/>
          <a:p>
            <a:r>
              <a:rPr lang="es-AR" dirty="0"/>
              <a:t>Machine Learning es programar para optimizar los criterios de performance usando datos ejemplo o experiencias pasadas.</a:t>
            </a:r>
          </a:p>
          <a:p>
            <a:r>
              <a:rPr lang="es-AR" dirty="0"/>
              <a:t>Es un subtema dentro de la inteligencia artificial.</a:t>
            </a:r>
          </a:p>
          <a:p>
            <a:r>
              <a:rPr lang="es-AR" dirty="0"/>
              <a:t>Tiene muchos campos relacionados:</a:t>
            </a:r>
          </a:p>
          <a:p>
            <a:pPr lvl="1"/>
            <a:r>
              <a:rPr lang="es-AR" dirty="0"/>
              <a:t>Recuperación de información</a:t>
            </a:r>
          </a:p>
          <a:p>
            <a:pPr lvl="1"/>
            <a:r>
              <a:rPr lang="es-AR" dirty="0"/>
              <a:t>Estadísticas</a:t>
            </a:r>
          </a:p>
          <a:p>
            <a:pPr lvl="1"/>
            <a:r>
              <a:rPr lang="es-AR" dirty="0"/>
              <a:t>Biología</a:t>
            </a:r>
          </a:p>
          <a:p>
            <a:pPr lvl="1"/>
            <a:r>
              <a:rPr lang="es-AR" dirty="0"/>
              <a:t>Álgebra Lineal</a:t>
            </a:r>
          </a:p>
        </p:txBody>
      </p:sp>
      <p:pic>
        <p:nvPicPr>
          <p:cNvPr id="4" name="Imagen 1">
            <a:extLst>
              <a:ext uri="{FF2B5EF4-FFF2-40B4-BE49-F238E27FC236}">
                <a16:creationId xmlns:a16="http://schemas.microsoft.com/office/drawing/2014/main" id="{02D3DFD1-D658-7B12-520A-4C99E542B6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3214" y="53264"/>
            <a:ext cx="2478881" cy="1035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5062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DF2A9-22C0-7BEF-EE47-496447CDC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Principales subproyectos de Hadoop: Kafka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1A138A-B55D-F1E4-36FE-02283943E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3186" y="1825624"/>
            <a:ext cx="10815864" cy="4724465"/>
          </a:xfrm>
        </p:spPr>
        <p:txBody>
          <a:bodyPr>
            <a:normAutofit lnSpcReduction="10000"/>
          </a:bodyPr>
          <a:lstStyle/>
          <a:p>
            <a:r>
              <a:rPr lang="es-AR" dirty="0"/>
              <a:t>Es un proyecto de intermediación de mensajes escrito en lenguaje Scala.</a:t>
            </a:r>
          </a:p>
          <a:p>
            <a:r>
              <a:rPr lang="es-AR" dirty="0"/>
              <a:t>Plataforma de </a:t>
            </a:r>
            <a:r>
              <a:rPr lang="es-AR" dirty="0" err="1"/>
              <a:t>streaming</a:t>
            </a:r>
            <a:r>
              <a:rPr lang="es-AR" dirty="0"/>
              <a:t> de eventos que sirve para recoger, procesar y almacenar datos de eventos de </a:t>
            </a:r>
            <a:r>
              <a:rPr lang="es-AR" dirty="0" err="1"/>
              <a:t>streaming</a:t>
            </a:r>
            <a:r>
              <a:rPr lang="es-AR" dirty="0"/>
              <a:t> o datos sin principio ni final concretos.</a:t>
            </a:r>
          </a:p>
          <a:p>
            <a:r>
              <a:rPr lang="es-AR" dirty="0"/>
              <a:t>Posee alto rendimiento y baja latencia, permite manipular fuentes de datos en tiempo real. </a:t>
            </a:r>
          </a:p>
          <a:p>
            <a:r>
              <a:rPr lang="es-AR" dirty="0"/>
              <a:t>Cola de mensajes, bajo el patrón publicación-suscripción.</a:t>
            </a:r>
          </a:p>
          <a:p>
            <a:r>
              <a:rPr lang="es-AR" dirty="0"/>
              <a:t>Masivamente escalable concebida como un registro de transacciones distribuidas.</a:t>
            </a:r>
          </a:p>
          <a:p>
            <a:r>
              <a:rPr lang="es-AR" dirty="0"/>
              <a:t>Desarrollada originalmente por </a:t>
            </a:r>
            <a:r>
              <a:rPr lang="es-AR" dirty="0" err="1"/>
              <a:t>Linkedin</a:t>
            </a:r>
            <a:r>
              <a:rPr lang="es-AR" dirty="0"/>
              <a:t>, liberada en 2011.</a:t>
            </a:r>
          </a:p>
        </p:txBody>
      </p:sp>
      <p:pic>
        <p:nvPicPr>
          <p:cNvPr id="5" name="Imagen 2">
            <a:extLst>
              <a:ext uri="{FF2B5EF4-FFF2-40B4-BE49-F238E27FC236}">
                <a16:creationId xmlns:a16="http://schemas.microsoft.com/office/drawing/2014/main" id="{F1C9BD00-3740-80F0-8281-131B6E385F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3181" y="120251"/>
            <a:ext cx="2214563" cy="1164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1551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DF2A9-22C0-7BEF-EE47-496447CDC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Principales subproyectos de Hadoop: </a:t>
            </a:r>
            <a:r>
              <a:rPr lang="es-AR" dirty="0" err="1"/>
              <a:t>Sqoop</a:t>
            </a:r>
            <a:endParaRPr lang="es-A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1A138A-B55D-F1E4-36FE-02283943E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3186" y="1825624"/>
            <a:ext cx="10815864" cy="4724465"/>
          </a:xfrm>
        </p:spPr>
        <p:txBody>
          <a:bodyPr>
            <a:normAutofit/>
          </a:bodyPr>
          <a:lstStyle/>
          <a:p>
            <a:r>
              <a:rPr lang="es-AR" dirty="0"/>
              <a:t>Permite fácilmente importar y exportar datos desde:</a:t>
            </a:r>
          </a:p>
          <a:p>
            <a:pPr lvl="1"/>
            <a:r>
              <a:rPr lang="es-AR" dirty="0"/>
              <a:t>Bases de Datos Relacionales</a:t>
            </a:r>
          </a:p>
          <a:p>
            <a:pPr lvl="1"/>
            <a:r>
              <a:rPr lang="es-AR" dirty="0"/>
              <a:t>Enterprise </a:t>
            </a:r>
            <a:r>
              <a:rPr lang="es-AR" dirty="0" err="1"/>
              <a:t>Datawarehouses</a:t>
            </a:r>
            <a:endParaRPr lang="es-AR" dirty="0"/>
          </a:p>
          <a:p>
            <a:pPr lvl="1"/>
            <a:r>
              <a:rPr lang="es-AR" dirty="0" err="1"/>
              <a:t>NoSQLs</a:t>
            </a:r>
            <a:endParaRPr lang="es-AR" dirty="0"/>
          </a:p>
          <a:p>
            <a:r>
              <a:rPr lang="es-AR" dirty="0"/>
              <a:t>Permite integración fácil con sistemas basados en Hadoop:</a:t>
            </a:r>
          </a:p>
          <a:p>
            <a:pPr lvl="1"/>
            <a:r>
              <a:rPr lang="es-AR" dirty="0" err="1"/>
              <a:t>Hive</a:t>
            </a:r>
            <a:endParaRPr lang="es-AR" dirty="0"/>
          </a:p>
          <a:p>
            <a:pPr lvl="1"/>
            <a:r>
              <a:rPr lang="es-AR" dirty="0"/>
              <a:t>Hbase</a:t>
            </a:r>
          </a:p>
          <a:p>
            <a:pPr lvl="1"/>
            <a:r>
              <a:rPr lang="es-AR" dirty="0" err="1"/>
              <a:t>Oozie</a:t>
            </a:r>
            <a:endParaRPr lang="es-AR" dirty="0"/>
          </a:p>
          <a:p>
            <a:r>
              <a:rPr lang="es-AR" dirty="0"/>
              <a:t>Fue desarrollada por Apache Software </a:t>
            </a:r>
            <a:r>
              <a:rPr lang="es-AR" dirty="0" err="1"/>
              <a:t>Fundation</a:t>
            </a:r>
            <a:r>
              <a:rPr lang="es-AR" dirty="0"/>
              <a:t> (Grupo Apache)</a:t>
            </a:r>
          </a:p>
          <a:p>
            <a:r>
              <a:rPr lang="es-AR" dirty="0"/>
              <a:t>Basado en Java</a:t>
            </a:r>
          </a:p>
        </p:txBody>
      </p:sp>
      <p:pic>
        <p:nvPicPr>
          <p:cNvPr id="4" name="Imagen 1">
            <a:extLst>
              <a:ext uri="{FF2B5EF4-FFF2-40B4-BE49-F238E27FC236}">
                <a16:creationId xmlns:a16="http://schemas.microsoft.com/office/drawing/2014/main" id="{65C6E734-9F42-39D8-746A-EE4C729A81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2664" y="328839"/>
            <a:ext cx="188595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9287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DF2A9-22C0-7BEF-EE47-496447CDC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Principales subproyectos de Hadoop: </a:t>
            </a:r>
            <a:r>
              <a:rPr lang="es-AR" dirty="0" err="1"/>
              <a:t>Flume</a:t>
            </a:r>
            <a:endParaRPr lang="es-A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1A138A-B55D-F1E4-36FE-02283943E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3186" y="1825624"/>
            <a:ext cx="10815864" cy="4724465"/>
          </a:xfrm>
        </p:spPr>
        <p:txBody>
          <a:bodyPr>
            <a:normAutofit/>
          </a:bodyPr>
          <a:lstStyle/>
          <a:p>
            <a:r>
              <a:rPr lang="es-AR" dirty="0"/>
              <a:t>Es un servicio de recolección de datos distribuido</a:t>
            </a:r>
          </a:p>
          <a:p>
            <a:pPr lvl="1"/>
            <a:r>
              <a:rPr lang="es-AR" dirty="0"/>
              <a:t>Escalable</a:t>
            </a:r>
          </a:p>
          <a:p>
            <a:pPr lvl="1"/>
            <a:r>
              <a:rPr lang="es-AR" dirty="0"/>
              <a:t>Configurable</a:t>
            </a:r>
          </a:p>
          <a:p>
            <a:pPr lvl="1"/>
            <a:r>
              <a:rPr lang="es-AR" dirty="0"/>
              <a:t>Extensible</a:t>
            </a:r>
          </a:p>
          <a:p>
            <a:pPr lvl="1"/>
            <a:r>
              <a:rPr lang="es-AR" dirty="0"/>
              <a:t>Administrable</a:t>
            </a:r>
          </a:p>
          <a:p>
            <a:pPr lvl="1"/>
            <a:r>
              <a:rPr lang="es-AR" dirty="0"/>
              <a:t>Open </a:t>
            </a:r>
            <a:r>
              <a:rPr lang="es-AR" dirty="0" err="1"/>
              <a:t>Source</a:t>
            </a:r>
            <a:endParaRPr lang="es-AR" dirty="0"/>
          </a:p>
          <a:p>
            <a:r>
              <a:rPr lang="es-AR" dirty="0"/>
              <a:t>Es una solución para recolectar datos en todos los formatos.</a:t>
            </a:r>
          </a:p>
          <a:p>
            <a:endParaRPr lang="es-AR" dirty="0"/>
          </a:p>
        </p:txBody>
      </p:sp>
      <p:pic>
        <p:nvPicPr>
          <p:cNvPr id="5" name="Imagen 1">
            <a:extLst>
              <a:ext uri="{FF2B5EF4-FFF2-40B4-BE49-F238E27FC236}">
                <a16:creationId xmlns:a16="http://schemas.microsoft.com/office/drawing/2014/main" id="{969AC478-898D-04D0-AA69-F110C3027E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8977" y="120251"/>
            <a:ext cx="1160145" cy="1160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8618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DF2A9-22C0-7BEF-EE47-496447CDC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Principales subproyectos de Hadoop: </a:t>
            </a:r>
            <a:r>
              <a:rPr lang="es-AR" dirty="0" err="1"/>
              <a:t>Spark</a:t>
            </a:r>
            <a:endParaRPr lang="es-A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1A138A-B55D-F1E4-36FE-02283943E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3186" y="1825624"/>
            <a:ext cx="10815864" cy="4724465"/>
          </a:xfrm>
        </p:spPr>
        <p:txBody>
          <a:bodyPr>
            <a:normAutofit fontScale="92500" lnSpcReduction="20000"/>
          </a:bodyPr>
          <a:lstStyle/>
          <a:p>
            <a:r>
              <a:rPr lang="es-AR" dirty="0"/>
              <a:t>Es una extensión de Hadoop que ofrece más velocidad y flexibilidad que </a:t>
            </a:r>
            <a:r>
              <a:rPr lang="es-AR" dirty="0" err="1"/>
              <a:t>Map</a:t>
            </a:r>
            <a:r>
              <a:rPr lang="es-AR" dirty="0"/>
              <a:t> Reduce.</a:t>
            </a:r>
          </a:p>
          <a:p>
            <a:r>
              <a:rPr lang="es-AR" dirty="0"/>
              <a:t>La idea </a:t>
            </a:r>
            <a:r>
              <a:rPr lang="es-AR" dirty="0" err="1"/>
              <a:t>core</a:t>
            </a:r>
            <a:r>
              <a:rPr lang="es-AR" dirty="0"/>
              <a:t> de </a:t>
            </a:r>
            <a:r>
              <a:rPr lang="es-AR" dirty="0" err="1"/>
              <a:t>Spark</a:t>
            </a:r>
            <a:r>
              <a:rPr lang="es-AR" dirty="0"/>
              <a:t> fue crear un gran </a:t>
            </a:r>
            <a:r>
              <a:rPr lang="es-AR" dirty="0" err="1"/>
              <a:t>dataset</a:t>
            </a:r>
            <a:r>
              <a:rPr lang="es-AR" dirty="0"/>
              <a:t> en memoria a lo largo de un </a:t>
            </a:r>
            <a:r>
              <a:rPr lang="es-AR" dirty="0" err="1"/>
              <a:t>cluster</a:t>
            </a:r>
            <a:endParaRPr lang="es-AR" dirty="0"/>
          </a:p>
          <a:p>
            <a:r>
              <a:rPr lang="es-AR" dirty="0"/>
              <a:t>Mientras HDFS crea un </a:t>
            </a:r>
            <a:r>
              <a:rPr lang="es-AR" dirty="0" err="1"/>
              <a:t>filesystem</a:t>
            </a:r>
            <a:r>
              <a:rPr lang="es-AR" dirty="0"/>
              <a:t> a lo largo de un </a:t>
            </a:r>
            <a:r>
              <a:rPr lang="es-AR" dirty="0" err="1"/>
              <a:t>cluster</a:t>
            </a:r>
            <a:r>
              <a:rPr lang="es-AR" dirty="0"/>
              <a:t>, </a:t>
            </a:r>
            <a:r>
              <a:rPr lang="es-AR" dirty="0" err="1"/>
              <a:t>Spark</a:t>
            </a:r>
            <a:r>
              <a:rPr lang="es-AR" dirty="0"/>
              <a:t> hace lo propio en almacenamiento en memoria.</a:t>
            </a:r>
          </a:p>
          <a:p>
            <a:r>
              <a:rPr lang="es-AR" dirty="0" err="1"/>
              <a:t>Spark</a:t>
            </a:r>
            <a:r>
              <a:rPr lang="es-AR" dirty="0"/>
              <a:t> también generaliza el concepto de </a:t>
            </a:r>
            <a:r>
              <a:rPr lang="es-AR" dirty="0" err="1"/>
              <a:t>Mapper</a:t>
            </a:r>
            <a:r>
              <a:rPr lang="es-AR" dirty="0"/>
              <a:t>, </a:t>
            </a:r>
            <a:r>
              <a:rPr lang="es-AR" dirty="0" err="1"/>
              <a:t>Reducer</a:t>
            </a:r>
            <a:r>
              <a:rPr lang="es-AR" dirty="0"/>
              <a:t> a través de pipelines de datos complejos que pueden pasarse datos a través de diferentes instancias de cada estado.</a:t>
            </a:r>
          </a:p>
          <a:p>
            <a:r>
              <a:rPr lang="es-AR" dirty="0"/>
              <a:t>Aunque </a:t>
            </a:r>
            <a:r>
              <a:rPr lang="es-AR" dirty="0" err="1"/>
              <a:t>Spark</a:t>
            </a:r>
            <a:r>
              <a:rPr lang="es-AR" dirty="0"/>
              <a:t> fue escrito en Scala, se puede utilizar mediante interfases en Java, Python, R y otros lenguajes.</a:t>
            </a:r>
          </a:p>
          <a:p>
            <a:r>
              <a:rPr lang="es-AR" dirty="0" err="1"/>
              <a:t>Spark</a:t>
            </a:r>
            <a:r>
              <a:rPr lang="es-AR" dirty="0"/>
              <a:t> soporta </a:t>
            </a:r>
            <a:r>
              <a:rPr lang="es-AR" dirty="0" err="1"/>
              <a:t>SparkSQL</a:t>
            </a:r>
            <a:r>
              <a:rPr lang="es-AR" dirty="0"/>
              <a:t>, una interfaz SQL basada en un </a:t>
            </a:r>
            <a:r>
              <a:rPr lang="es-AR" dirty="0" err="1"/>
              <a:t>layer</a:t>
            </a:r>
            <a:r>
              <a:rPr lang="es-AR" dirty="0"/>
              <a:t> de abstracción llamado </a:t>
            </a:r>
            <a:r>
              <a:rPr lang="es-AR" dirty="0" err="1"/>
              <a:t>DataFrame</a:t>
            </a:r>
            <a:r>
              <a:rPr lang="es-AR" dirty="0"/>
              <a:t>.</a:t>
            </a:r>
          </a:p>
        </p:txBody>
      </p:sp>
      <p:pic>
        <p:nvPicPr>
          <p:cNvPr id="5122" name="Picture 2" descr="Apache Spark: Introducción, qué es y cómo funciona | ESIC">
            <a:extLst>
              <a:ext uri="{FF2B5EF4-FFF2-40B4-BE49-F238E27FC236}">
                <a16:creationId xmlns:a16="http://schemas.microsoft.com/office/drawing/2014/main" id="{F4CF1A67-987D-90D3-6F64-39E7124751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78" t="14486" r="26344" b="32537"/>
          <a:stretch/>
        </p:blipFill>
        <p:spPr bwMode="auto">
          <a:xfrm>
            <a:off x="10011748" y="27755"/>
            <a:ext cx="2099388" cy="1059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2435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006D102-67B1-AE86-856C-D6A8280C39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/>
              <a:t>Practiquemos un poco …</a:t>
            </a:r>
          </a:p>
        </p:txBody>
      </p:sp>
      <p:pic>
        <p:nvPicPr>
          <p:cNvPr id="5128" name="Picture 8" descr="Que hacer - Iconos gratis de interfaz">
            <a:extLst>
              <a:ext uri="{FF2B5EF4-FFF2-40B4-BE49-F238E27FC236}">
                <a16:creationId xmlns:a16="http://schemas.microsoft.com/office/drawing/2014/main" id="{2614D756-181E-C599-01F9-428714440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1042" y="371168"/>
            <a:ext cx="2676832" cy="2676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53278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MSFT_Color_1">
      <a:dk1>
        <a:srgbClr val="32363F"/>
      </a:dk1>
      <a:lt1>
        <a:sysClr val="window" lastClr="FFFFFF"/>
      </a:lt1>
      <a:dk2>
        <a:srgbClr val="313C41"/>
      </a:dk2>
      <a:lt2>
        <a:srgbClr val="FFFFFF"/>
      </a:lt2>
      <a:accent1>
        <a:srgbClr val="2C85AE"/>
      </a:accent1>
      <a:accent2>
        <a:srgbClr val="5E5CA2"/>
      </a:accent2>
      <a:accent3>
        <a:srgbClr val="5268A5"/>
      </a:accent3>
      <a:accent4>
        <a:srgbClr val="4276AA"/>
      </a:accent4>
      <a:accent5>
        <a:srgbClr val="1891AB"/>
      </a:accent5>
      <a:accent6>
        <a:srgbClr val="00A09D"/>
      </a:accent6>
      <a:hlink>
        <a:srgbClr val="2C85AE"/>
      </a:hlink>
      <a:folHlink>
        <a:srgbClr val="00A09D"/>
      </a:folHlink>
    </a:clrScheme>
    <a:fontScheme name="MSFT_Font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2571106_TF34126823.potx" id="{F73BBA1C-8B56-412D-A0D8-81E360A69323}" vid="{145DECCC-6CBD-4505-B46C-DE924EE842A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la oficin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athena xmlns="http://schemas.microsoft.com/edu/athena" version="0.1.2955.0">
  <timings duration="63956"/>
</athen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6ae782e-a2ad-455b-8012-e967b2ff0266" xsi:nil="true"/>
    <lcf76f155ced4ddcb4097134ff3c332f xmlns="88a81109-a086-44ae-a9ae-b48b478270f0">
      <Terms xmlns="http://schemas.microsoft.com/office/infopath/2007/PartnerControls"/>
    </lcf76f155ced4ddcb4097134ff3c332f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63BEE4324150E468E9D56AC1A069CC0" ma:contentTypeVersion="10" ma:contentTypeDescription="Crear nuevo documento." ma:contentTypeScope="" ma:versionID="d38e76179bb4e1368abf06f532a8bd3a">
  <xsd:schema xmlns:xsd="http://www.w3.org/2001/XMLSchema" xmlns:xs="http://www.w3.org/2001/XMLSchema" xmlns:p="http://schemas.microsoft.com/office/2006/metadata/properties" xmlns:ns2="88a81109-a086-44ae-a9ae-b48b478270f0" xmlns:ns3="36ae782e-a2ad-455b-8012-e967b2ff0266" targetNamespace="http://schemas.microsoft.com/office/2006/metadata/properties" ma:root="true" ma:fieldsID="64cf5d609c72c32b085a3a1fb04f870b" ns2:_="" ns3:_="">
    <xsd:import namespace="88a81109-a086-44ae-a9ae-b48b478270f0"/>
    <xsd:import namespace="36ae782e-a2ad-455b-8012-e967b2ff02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a81109-a086-44ae-a9ae-b48b478270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480f935f-056e-43d0-a9c3-6f0a0280ba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ae782e-a2ad-455b-8012-e967b2ff026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ca22bb8-c71e-4324-a640-0354e2d274cb}" ma:internalName="TaxCatchAll" ma:showField="CatchAllData" ma:web="36ae782e-a2ad-455b-8012-e967b2ff026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F685C8-515E-4994-8012-C2D2AD62AA6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CE9B207-9257-4F8D-A57B-644CA1DAEEBD}">
  <ds:schemaRefs>
    <ds:schemaRef ds:uri="http://schemas.microsoft.com/edu/athena"/>
  </ds:schemaRefs>
</ds:datastoreItem>
</file>

<file path=customXml/itemProps3.xml><?xml version="1.0" encoding="utf-8"?>
<ds:datastoreItem xmlns:ds="http://schemas.openxmlformats.org/officeDocument/2006/customXml" ds:itemID="{8391BD4A-B58A-436A-A3D8-71CF4291A18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4.xml><?xml version="1.0" encoding="utf-8"?>
<ds:datastoreItem xmlns:ds="http://schemas.openxmlformats.org/officeDocument/2006/customXml" ds:itemID="{9326B98E-9C4B-49BF-8C78-7D7531921381}"/>
</file>

<file path=docProps/app.xml><?xml version="1.0" encoding="utf-8"?>
<Properties xmlns="http://schemas.openxmlformats.org/officeDocument/2006/extended-properties" xmlns:vt="http://schemas.openxmlformats.org/officeDocument/2006/docPropsVTypes">
  <Template>Presentación clásica en bloque en negrita</Template>
  <TotalTime>10075</TotalTime>
  <Words>2117</Words>
  <Application>Microsoft Office PowerPoint</Application>
  <PresentationFormat>Widescreen</PresentationFormat>
  <Paragraphs>381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Corbel</vt:lpstr>
      <vt:lpstr>Tema de Office</vt:lpstr>
      <vt:lpstr>Ingeniería de Datos II Clase #11</vt:lpstr>
      <vt:lpstr>Hadoop Arquitectura </vt:lpstr>
      <vt:lpstr>Hadoop Ecosistema </vt:lpstr>
      <vt:lpstr>MapReduce: Una analogía del mundo real</vt:lpstr>
      <vt:lpstr>MapReduce: Una analogía del mundo real</vt:lpstr>
      <vt:lpstr>MapReduce: Una analogía del mundo real</vt:lpstr>
      <vt:lpstr>MapReduce: Arquitectura maestro – esclavo </vt:lpstr>
      <vt:lpstr>MapReduce: Arquitectura del flujo de trabajo</vt:lpstr>
      <vt:lpstr>Paradigma de MapReduce</vt:lpstr>
      <vt:lpstr>MapReduce interno</vt:lpstr>
      <vt:lpstr>MapReduce: Ejemplo Contador de palabras</vt:lpstr>
      <vt:lpstr>MapReduce: Ejemplo Contador de palabras</vt:lpstr>
      <vt:lpstr>Mapeador y Reductor del contador de palabras</vt:lpstr>
      <vt:lpstr>MapReduce: Ejemplo Contador de palabras</vt:lpstr>
      <vt:lpstr>MapReduce: Combinador</vt:lpstr>
      <vt:lpstr>MapReduce: Ejercicio en clase</vt:lpstr>
      <vt:lpstr>MapReduce: Ejemplo temperatura máxima</vt:lpstr>
      <vt:lpstr>Mapper y Reducer de la temperatura máxima</vt:lpstr>
      <vt:lpstr>Ecosistema Hadoop</vt:lpstr>
      <vt:lpstr>Hadoop Ecosistema </vt:lpstr>
      <vt:lpstr>Principales subproyectos de Hadoop: HIVE</vt:lpstr>
      <vt:lpstr>Principales subproyectos de Hadoop: PIG</vt:lpstr>
      <vt:lpstr>Principales subproyectos de Hadoop: AMBARI</vt:lpstr>
      <vt:lpstr>Principales subproyectos de Hadoop: HUE</vt:lpstr>
      <vt:lpstr>Principales subproyectos de Hadoop: Zookeeper</vt:lpstr>
      <vt:lpstr>Principales subproyectos de Hadoop: Oozie</vt:lpstr>
      <vt:lpstr>Principales subproyectos de Hadoop: Mahout</vt:lpstr>
      <vt:lpstr>Principales subproyectos de Hadoop: Kafka</vt:lpstr>
      <vt:lpstr>Principales subproyectos de Hadoop: Sqoop</vt:lpstr>
      <vt:lpstr>Principales subproyectos de Hadoop: Flume</vt:lpstr>
      <vt:lpstr>Principales subproyectos de Hadoop: Spark</vt:lpstr>
      <vt:lpstr>Practiquemos un poco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Teoría de Juegos y Competencia monopolística</dc:title>
  <dc:creator>Sofia Rosa</dc:creator>
  <cp:lastModifiedBy>Hernan Novodvorski</cp:lastModifiedBy>
  <cp:revision>91</cp:revision>
  <dcterms:created xsi:type="dcterms:W3CDTF">2021-06-07T01:07:38Z</dcterms:created>
  <dcterms:modified xsi:type="dcterms:W3CDTF">2026-05-19T18:08:48Z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0x010100163BEE4324150E468E9D56AC1A069CC0</vt:lpwstr>
  </property>
  <property fmtid="{D5CDD505-2E9C-101B-9397-08002B2CF9AE}" pid="3" name="Order">
    <vt:r8>26700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MediaServiceImageTags">
    <vt:lpwstr/>
  </property>
</Properties>
</file>