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diagrams/data2.xml" ContentType="application/vnd.openxmlformats-officedocument.drawingml.diagramData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diagrams/layout3.xml" ContentType="application/vnd.openxmlformats-officedocument.drawingml.diagramLayout+xml"/>
  <Override PartName="/ppt/theme/theme1.xml" ContentType="application/vnd.openxmlformats-officedocument.them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layout2.xml" ContentType="application/vnd.openxmlformats-officedocument.drawingml.diagramLayou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60" r:id="rId10"/>
    <p:sldId id="261" r:id="rId11"/>
    <p:sldId id="262" r:id="rId12"/>
    <p:sldId id="264" r:id="rId13"/>
    <p:sldId id="263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701"/>
  </p:normalViewPr>
  <p:slideViewPr>
    <p:cSldViewPr snapToGrid="0">
      <p:cViewPr varScale="1">
        <p:scale>
          <a:sx n="125" d="100"/>
          <a:sy n="125" d="100"/>
        </p:scale>
        <p:origin x="1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80AD6C-4440-44A5-A7B1-53013B54B05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20A6CF-75CF-4984-B3FE-E5FB468B0ABF}">
      <dgm:prSet/>
      <dgm:spPr/>
      <dgm:t>
        <a:bodyPr/>
        <a:lstStyle/>
        <a:p>
          <a:r>
            <a:rPr lang="en-US"/>
            <a:t>En una base de datos de grafos, no necesitamos pensar en términos de “unir tablas por claves” como en SQL.</a:t>
          </a:r>
        </a:p>
      </dgm:t>
    </dgm:pt>
    <dgm:pt modelId="{B68BA74C-EFBD-4922-BA85-B8F07D8826A1}" type="parTrans" cxnId="{4F32FB76-25AF-462A-82F7-5AEE14AABF5C}">
      <dgm:prSet/>
      <dgm:spPr/>
      <dgm:t>
        <a:bodyPr/>
        <a:lstStyle/>
        <a:p>
          <a:endParaRPr lang="en-US"/>
        </a:p>
      </dgm:t>
    </dgm:pt>
    <dgm:pt modelId="{215D89EC-67DD-4E3A-AC37-4E642B055445}" type="sibTrans" cxnId="{4F32FB76-25AF-462A-82F7-5AEE14AABF5C}">
      <dgm:prSet/>
      <dgm:spPr/>
      <dgm:t>
        <a:bodyPr/>
        <a:lstStyle/>
        <a:p>
          <a:endParaRPr lang="en-US"/>
        </a:p>
      </dgm:t>
    </dgm:pt>
    <dgm:pt modelId="{CDE2D649-D1FF-4819-8D0D-8F5E544DD9F9}">
      <dgm:prSet/>
      <dgm:spPr/>
      <dgm:t>
        <a:bodyPr/>
        <a:lstStyle/>
        <a:p>
          <a:r>
            <a:rPr lang="en-US"/>
            <a:t>Simplemente </a:t>
          </a:r>
          <a:r>
            <a:rPr lang="en-US" b="1"/>
            <a:t>seguimos relaciones</a:t>
          </a:r>
          <a:r>
            <a:rPr lang="en-US"/>
            <a:t>, como lo haríamos naturalmente en la vida real.</a:t>
          </a:r>
        </a:p>
      </dgm:t>
    </dgm:pt>
    <dgm:pt modelId="{24669CF4-A7B1-41D3-AD08-C745CBE6EB8B}" type="parTrans" cxnId="{E95D2902-6EA0-4340-A629-DFC380CF5240}">
      <dgm:prSet/>
      <dgm:spPr/>
      <dgm:t>
        <a:bodyPr/>
        <a:lstStyle/>
        <a:p>
          <a:endParaRPr lang="en-US"/>
        </a:p>
      </dgm:t>
    </dgm:pt>
    <dgm:pt modelId="{373E3462-71E8-46BE-85D2-D537054E20CB}" type="sibTrans" cxnId="{E95D2902-6EA0-4340-A629-DFC380CF5240}">
      <dgm:prSet/>
      <dgm:spPr/>
      <dgm:t>
        <a:bodyPr/>
        <a:lstStyle/>
        <a:p>
          <a:endParaRPr lang="en-US"/>
        </a:p>
      </dgm:t>
    </dgm:pt>
    <dgm:pt modelId="{DB6F9AFF-A784-4E15-B73B-24C159D7D0DF}">
      <dgm:prSet/>
      <dgm:spPr/>
      <dgm:t>
        <a:bodyPr/>
        <a:lstStyle/>
        <a:p>
          <a:r>
            <a:rPr lang="en-US" b="1"/>
            <a:t>¿Qué películas le gustaron a los amigos de Ana?”</a:t>
          </a:r>
          <a:endParaRPr lang="en-US"/>
        </a:p>
      </dgm:t>
    </dgm:pt>
    <dgm:pt modelId="{770D5040-5C85-4521-8B5C-1C6160E287E4}" type="parTrans" cxnId="{E8174159-2978-49C1-8D25-4045E204DEA9}">
      <dgm:prSet/>
      <dgm:spPr/>
      <dgm:t>
        <a:bodyPr/>
        <a:lstStyle/>
        <a:p>
          <a:endParaRPr lang="en-US"/>
        </a:p>
      </dgm:t>
    </dgm:pt>
    <dgm:pt modelId="{2CFA968B-8467-4017-8C2A-A46C6840182A}" type="sibTrans" cxnId="{E8174159-2978-49C1-8D25-4045E204DEA9}">
      <dgm:prSet/>
      <dgm:spPr/>
      <dgm:t>
        <a:bodyPr/>
        <a:lstStyle/>
        <a:p>
          <a:endParaRPr lang="en-US"/>
        </a:p>
      </dgm:t>
    </dgm:pt>
    <dgm:pt modelId="{AAEE83D8-AF1E-4942-9FC8-1BC3D93FA699}">
      <dgm:prSet/>
      <dgm:spPr/>
      <dgm:t>
        <a:bodyPr/>
        <a:lstStyle/>
        <a:p>
          <a:r>
            <a:rPr lang="en-US" b="1"/>
            <a:t>En la vida real lo pensás así:</a:t>
          </a:r>
          <a:endParaRPr lang="en-US"/>
        </a:p>
      </dgm:t>
    </dgm:pt>
    <dgm:pt modelId="{8174330D-FC05-4FA6-840D-EE5DCE45C814}" type="parTrans" cxnId="{78298461-2065-4B38-B34D-0A3F53C42E17}">
      <dgm:prSet/>
      <dgm:spPr/>
      <dgm:t>
        <a:bodyPr/>
        <a:lstStyle/>
        <a:p>
          <a:endParaRPr lang="en-US"/>
        </a:p>
      </dgm:t>
    </dgm:pt>
    <dgm:pt modelId="{298964E7-CF56-4340-A34E-6BDECE5F290F}" type="sibTrans" cxnId="{78298461-2065-4B38-B34D-0A3F53C42E17}">
      <dgm:prSet/>
      <dgm:spPr/>
      <dgm:t>
        <a:bodyPr/>
        <a:lstStyle/>
        <a:p>
          <a:endParaRPr lang="en-US"/>
        </a:p>
      </dgm:t>
    </dgm:pt>
    <dgm:pt modelId="{B0943C05-4BFE-41B6-9D0C-C6DC270B1AE2}">
      <dgm:prSet/>
      <dgm:spPr/>
      <dgm:t>
        <a:bodyPr/>
        <a:lstStyle/>
        <a:p>
          <a:r>
            <a:rPr lang="en-US"/>
            <a:t>“Ana tiene amigos → esos amigos vieron películas → quiero saber cuáles les gustaron” </a:t>
          </a:r>
        </a:p>
      </dgm:t>
    </dgm:pt>
    <dgm:pt modelId="{3828A522-9F9D-4A44-8598-AAA81D8EF0FF}" type="parTrans" cxnId="{85FD7B88-5ACC-4769-B6A9-F670FFFF9E4B}">
      <dgm:prSet/>
      <dgm:spPr/>
      <dgm:t>
        <a:bodyPr/>
        <a:lstStyle/>
        <a:p>
          <a:endParaRPr lang="en-US"/>
        </a:p>
      </dgm:t>
    </dgm:pt>
    <dgm:pt modelId="{D7DD39A9-5015-43D0-9C30-61ACFD984E81}" type="sibTrans" cxnId="{85FD7B88-5ACC-4769-B6A9-F670FFFF9E4B}">
      <dgm:prSet/>
      <dgm:spPr/>
      <dgm:t>
        <a:bodyPr/>
        <a:lstStyle/>
        <a:p>
          <a:endParaRPr lang="en-US"/>
        </a:p>
      </dgm:t>
    </dgm:pt>
    <dgm:pt modelId="{59F6364F-146F-A540-AAA0-9D6A0D456D07}" type="pres">
      <dgm:prSet presAssocID="{6D80AD6C-4440-44A5-A7B1-53013B54B05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C3A2D5-108D-254C-B0AB-6A1373AFEB7F}" type="pres">
      <dgm:prSet presAssocID="{E920A6CF-75CF-4984-B3FE-E5FB468B0ABF}" presName="root" presStyleCnt="0"/>
      <dgm:spPr/>
    </dgm:pt>
    <dgm:pt modelId="{77F95E78-58DE-8043-BF5C-992CF3E4B8DA}" type="pres">
      <dgm:prSet presAssocID="{E920A6CF-75CF-4984-B3FE-E5FB468B0ABF}" presName="rootComposite" presStyleCnt="0"/>
      <dgm:spPr/>
    </dgm:pt>
    <dgm:pt modelId="{728ACC20-642B-AA44-8165-59D27BDE51B3}" type="pres">
      <dgm:prSet presAssocID="{E920A6CF-75CF-4984-B3FE-E5FB468B0ABF}" presName="rootText" presStyleLbl="node1" presStyleIdx="0" presStyleCnt="3"/>
      <dgm:spPr/>
    </dgm:pt>
    <dgm:pt modelId="{5CA6D608-5116-CB4A-AAA5-8163D2D30D83}" type="pres">
      <dgm:prSet presAssocID="{E920A6CF-75CF-4984-B3FE-E5FB468B0ABF}" presName="rootConnector" presStyleLbl="node1" presStyleIdx="0" presStyleCnt="3"/>
      <dgm:spPr/>
    </dgm:pt>
    <dgm:pt modelId="{4D7C8385-068C-C44A-A7A5-A6C46E5DDD72}" type="pres">
      <dgm:prSet presAssocID="{E920A6CF-75CF-4984-B3FE-E5FB468B0ABF}" presName="childShape" presStyleCnt="0"/>
      <dgm:spPr/>
    </dgm:pt>
    <dgm:pt modelId="{14B2CFE8-52EA-334D-9D0F-5CA4FD2047FF}" type="pres">
      <dgm:prSet presAssocID="{CDE2D649-D1FF-4819-8D0D-8F5E544DD9F9}" presName="root" presStyleCnt="0"/>
      <dgm:spPr/>
    </dgm:pt>
    <dgm:pt modelId="{C4859B53-4984-754A-8D78-96817C1CD41E}" type="pres">
      <dgm:prSet presAssocID="{CDE2D649-D1FF-4819-8D0D-8F5E544DD9F9}" presName="rootComposite" presStyleCnt="0"/>
      <dgm:spPr/>
    </dgm:pt>
    <dgm:pt modelId="{DA60F169-87DC-C540-A537-D4F18027AEF0}" type="pres">
      <dgm:prSet presAssocID="{CDE2D649-D1FF-4819-8D0D-8F5E544DD9F9}" presName="rootText" presStyleLbl="node1" presStyleIdx="1" presStyleCnt="3"/>
      <dgm:spPr/>
    </dgm:pt>
    <dgm:pt modelId="{B0DE9185-10E7-134F-89C6-DDCD696C7382}" type="pres">
      <dgm:prSet presAssocID="{CDE2D649-D1FF-4819-8D0D-8F5E544DD9F9}" presName="rootConnector" presStyleLbl="node1" presStyleIdx="1" presStyleCnt="3"/>
      <dgm:spPr/>
    </dgm:pt>
    <dgm:pt modelId="{57794008-0121-F14F-BAD1-7C8B3EEC44B9}" type="pres">
      <dgm:prSet presAssocID="{CDE2D649-D1FF-4819-8D0D-8F5E544DD9F9}" presName="childShape" presStyleCnt="0"/>
      <dgm:spPr/>
    </dgm:pt>
    <dgm:pt modelId="{B4F17E84-6FE2-3B45-A20F-C4CEE9E59995}" type="pres">
      <dgm:prSet presAssocID="{770D5040-5C85-4521-8B5C-1C6160E287E4}" presName="Name13" presStyleLbl="parChTrans1D2" presStyleIdx="0" presStyleCnt="2"/>
      <dgm:spPr/>
    </dgm:pt>
    <dgm:pt modelId="{E80513F9-17CC-8D4D-840F-E33EBA840965}" type="pres">
      <dgm:prSet presAssocID="{DB6F9AFF-A784-4E15-B73B-24C159D7D0DF}" presName="childText" presStyleLbl="bgAcc1" presStyleIdx="0" presStyleCnt="2">
        <dgm:presLayoutVars>
          <dgm:bulletEnabled val="1"/>
        </dgm:presLayoutVars>
      </dgm:prSet>
      <dgm:spPr/>
    </dgm:pt>
    <dgm:pt modelId="{5815206B-599F-C040-94EE-F42E84F86B7D}" type="pres">
      <dgm:prSet presAssocID="{AAEE83D8-AF1E-4942-9FC8-1BC3D93FA699}" presName="root" presStyleCnt="0"/>
      <dgm:spPr/>
    </dgm:pt>
    <dgm:pt modelId="{88B49120-200B-3845-BC28-2AD57145B994}" type="pres">
      <dgm:prSet presAssocID="{AAEE83D8-AF1E-4942-9FC8-1BC3D93FA699}" presName="rootComposite" presStyleCnt="0"/>
      <dgm:spPr/>
    </dgm:pt>
    <dgm:pt modelId="{B2AA0D65-B438-254B-A8F2-5E168BE68BCC}" type="pres">
      <dgm:prSet presAssocID="{AAEE83D8-AF1E-4942-9FC8-1BC3D93FA699}" presName="rootText" presStyleLbl="node1" presStyleIdx="2" presStyleCnt="3"/>
      <dgm:spPr/>
    </dgm:pt>
    <dgm:pt modelId="{169C5AEB-F4B5-D341-8178-245682046573}" type="pres">
      <dgm:prSet presAssocID="{AAEE83D8-AF1E-4942-9FC8-1BC3D93FA699}" presName="rootConnector" presStyleLbl="node1" presStyleIdx="2" presStyleCnt="3"/>
      <dgm:spPr/>
    </dgm:pt>
    <dgm:pt modelId="{6FCB11A6-B101-A845-8E0E-D8D812E22577}" type="pres">
      <dgm:prSet presAssocID="{AAEE83D8-AF1E-4942-9FC8-1BC3D93FA699}" presName="childShape" presStyleCnt="0"/>
      <dgm:spPr/>
    </dgm:pt>
    <dgm:pt modelId="{39DAE12A-B79F-594F-8435-79D18123217D}" type="pres">
      <dgm:prSet presAssocID="{3828A522-9F9D-4A44-8598-AAA81D8EF0FF}" presName="Name13" presStyleLbl="parChTrans1D2" presStyleIdx="1" presStyleCnt="2"/>
      <dgm:spPr/>
    </dgm:pt>
    <dgm:pt modelId="{BBB5D38C-AA16-6A4D-8CD2-F30546F1A4A3}" type="pres">
      <dgm:prSet presAssocID="{B0943C05-4BFE-41B6-9D0C-C6DC270B1AE2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E95D2902-6EA0-4340-A629-DFC380CF5240}" srcId="{6D80AD6C-4440-44A5-A7B1-53013B54B05E}" destId="{CDE2D649-D1FF-4819-8D0D-8F5E544DD9F9}" srcOrd="1" destOrd="0" parTransId="{24669CF4-A7B1-41D3-AD08-C745CBE6EB8B}" sibTransId="{373E3462-71E8-46BE-85D2-D537054E20CB}"/>
    <dgm:cxn modelId="{8FFE3407-55D7-1442-A042-66FA6C3A0096}" type="presOf" srcId="{E920A6CF-75CF-4984-B3FE-E5FB468B0ABF}" destId="{728ACC20-642B-AA44-8165-59D27BDE51B3}" srcOrd="0" destOrd="0" presId="urn:microsoft.com/office/officeart/2005/8/layout/hierarchy3"/>
    <dgm:cxn modelId="{138F631D-D12A-4849-850E-8E69303CB03B}" type="presOf" srcId="{3828A522-9F9D-4A44-8598-AAA81D8EF0FF}" destId="{39DAE12A-B79F-594F-8435-79D18123217D}" srcOrd="0" destOrd="0" presId="urn:microsoft.com/office/officeart/2005/8/layout/hierarchy3"/>
    <dgm:cxn modelId="{CDDF953C-C141-D742-A986-4CF33EFE2DA9}" type="presOf" srcId="{B0943C05-4BFE-41B6-9D0C-C6DC270B1AE2}" destId="{BBB5D38C-AA16-6A4D-8CD2-F30546F1A4A3}" srcOrd="0" destOrd="0" presId="urn:microsoft.com/office/officeart/2005/8/layout/hierarchy3"/>
    <dgm:cxn modelId="{8C545C47-689F-F54D-A7CB-B9C19ABE340B}" type="presOf" srcId="{CDE2D649-D1FF-4819-8D0D-8F5E544DD9F9}" destId="{B0DE9185-10E7-134F-89C6-DDCD696C7382}" srcOrd="1" destOrd="0" presId="urn:microsoft.com/office/officeart/2005/8/layout/hierarchy3"/>
    <dgm:cxn modelId="{E8174159-2978-49C1-8D25-4045E204DEA9}" srcId="{CDE2D649-D1FF-4819-8D0D-8F5E544DD9F9}" destId="{DB6F9AFF-A784-4E15-B73B-24C159D7D0DF}" srcOrd="0" destOrd="0" parTransId="{770D5040-5C85-4521-8B5C-1C6160E287E4}" sibTransId="{2CFA968B-8467-4017-8C2A-A46C6840182A}"/>
    <dgm:cxn modelId="{4E09785F-047C-7F48-A473-312E34BB2003}" type="presOf" srcId="{AAEE83D8-AF1E-4942-9FC8-1BC3D93FA699}" destId="{169C5AEB-F4B5-D341-8178-245682046573}" srcOrd="1" destOrd="0" presId="urn:microsoft.com/office/officeart/2005/8/layout/hierarchy3"/>
    <dgm:cxn modelId="{78298461-2065-4B38-B34D-0A3F53C42E17}" srcId="{6D80AD6C-4440-44A5-A7B1-53013B54B05E}" destId="{AAEE83D8-AF1E-4942-9FC8-1BC3D93FA699}" srcOrd="2" destOrd="0" parTransId="{8174330D-FC05-4FA6-840D-EE5DCE45C814}" sibTransId="{298964E7-CF56-4340-A34E-6BDECE5F290F}"/>
    <dgm:cxn modelId="{4F32FB76-25AF-462A-82F7-5AEE14AABF5C}" srcId="{6D80AD6C-4440-44A5-A7B1-53013B54B05E}" destId="{E920A6CF-75CF-4984-B3FE-E5FB468B0ABF}" srcOrd="0" destOrd="0" parTransId="{B68BA74C-EFBD-4922-BA85-B8F07D8826A1}" sibTransId="{215D89EC-67DD-4E3A-AC37-4E642B055445}"/>
    <dgm:cxn modelId="{85FD7B88-5ACC-4769-B6A9-F670FFFF9E4B}" srcId="{AAEE83D8-AF1E-4942-9FC8-1BC3D93FA699}" destId="{B0943C05-4BFE-41B6-9D0C-C6DC270B1AE2}" srcOrd="0" destOrd="0" parTransId="{3828A522-9F9D-4A44-8598-AAA81D8EF0FF}" sibTransId="{D7DD39A9-5015-43D0-9C30-61ACFD984E81}"/>
    <dgm:cxn modelId="{FC1A0B9B-8942-2842-ADB8-6EE3199A2DCF}" type="presOf" srcId="{6D80AD6C-4440-44A5-A7B1-53013B54B05E}" destId="{59F6364F-146F-A540-AAA0-9D6A0D456D07}" srcOrd="0" destOrd="0" presId="urn:microsoft.com/office/officeart/2005/8/layout/hierarchy3"/>
    <dgm:cxn modelId="{678767AB-BDCD-2C48-9BB7-2732F224E948}" type="presOf" srcId="{E920A6CF-75CF-4984-B3FE-E5FB468B0ABF}" destId="{5CA6D608-5116-CB4A-AAA5-8163D2D30D83}" srcOrd="1" destOrd="0" presId="urn:microsoft.com/office/officeart/2005/8/layout/hierarchy3"/>
    <dgm:cxn modelId="{C8C730BB-70EF-2240-9F36-DA1105BBF2DC}" type="presOf" srcId="{770D5040-5C85-4521-8B5C-1C6160E287E4}" destId="{B4F17E84-6FE2-3B45-A20F-C4CEE9E59995}" srcOrd="0" destOrd="0" presId="urn:microsoft.com/office/officeart/2005/8/layout/hierarchy3"/>
    <dgm:cxn modelId="{1067D9D6-605B-684E-854C-1BEAABACF062}" type="presOf" srcId="{CDE2D649-D1FF-4819-8D0D-8F5E544DD9F9}" destId="{DA60F169-87DC-C540-A537-D4F18027AEF0}" srcOrd="0" destOrd="0" presId="urn:microsoft.com/office/officeart/2005/8/layout/hierarchy3"/>
    <dgm:cxn modelId="{F2B67AD8-2685-4344-B35D-3CD008F7A620}" type="presOf" srcId="{AAEE83D8-AF1E-4942-9FC8-1BC3D93FA699}" destId="{B2AA0D65-B438-254B-A8F2-5E168BE68BCC}" srcOrd="0" destOrd="0" presId="urn:microsoft.com/office/officeart/2005/8/layout/hierarchy3"/>
    <dgm:cxn modelId="{8E787BE9-1767-F541-8BBF-9B88F7E4B3E4}" type="presOf" srcId="{DB6F9AFF-A784-4E15-B73B-24C159D7D0DF}" destId="{E80513F9-17CC-8D4D-840F-E33EBA840965}" srcOrd="0" destOrd="0" presId="urn:microsoft.com/office/officeart/2005/8/layout/hierarchy3"/>
    <dgm:cxn modelId="{D3AFBD5B-5D00-2842-AB7F-2EB51348B9A5}" type="presParOf" srcId="{59F6364F-146F-A540-AAA0-9D6A0D456D07}" destId="{35C3A2D5-108D-254C-B0AB-6A1373AFEB7F}" srcOrd="0" destOrd="0" presId="urn:microsoft.com/office/officeart/2005/8/layout/hierarchy3"/>
    <dgm:cxn modelId="{DD19464E-CFDF-904E-B5D0-D4B7D91AC12C}" type="presParOf" srcId="{35C3A2D5-108D-254C-B0AB-6A1373AFEB7F}" destId="{77F95E78-58DE-8043-BF5C-992CF3E4B8DA}" srcOrd="0" destOrd="0" presId="urn:microsoft.com/office/officeart/2005/8/layout/hierarchy3"/>
    <dgm:cxn modelId="{1FB9AF87-90AB-B544-ABE0-F4D8D136AF41}" type="presParOf" srcId="{77F95E78-58DE-8043-BF5C-992CF3E4B8DA}" destId="{728ACC20-642B-AA44-8165-59D27BDE51B3}" srcOrd="0" destOrd="0" presId="urn:microsoft.com/office/officeart/2005/8/layout/hierarchy3"/>
    <dgm:cxn modelId="{4A4E9A26-EF43-5345-95F3-E1AE0F829BAE}" type="presParOf" srcId="{77F95E78-58DE-8043-BF5C-992CF3E4B8DA}" destId="{5CA6D608-5116-CB4A-AAA5-8163D2D30D83}" srcOrd="1" destOrd="0" presId="urn:microsoft.com/office/officeart/2005/8/layout/hierarchy3"/>
    <dgm:cxn modelId="{E0ED7911-0985-2843-919A-84E08BDB9E93}" type="presParOf" srcId="{35C3A2D5-108D-254C-B0AB-6A1373AFEB7F}" destId="{4D7C8385-068C-C44A-A7A5-A6C46E5DDD72}" srcOrd="1" destOrd="0" presId="urn:microsoft.com/office/officeart/2005/8/layout/hierarchy3"/>
    <dgm:cxn modelId="{AB50A288-663F-1A48-A897-EE67045E4525}" type="presParOf" srcId="{59F6364F-146F-A540-AAA0-9D6A0D456D07}" destId="{14B2CFE8-52EA-334D-9D0F-5CA4FD2047FF}" srcOrd="1" destOrd="0" presId="urn:microsoft.com/office/officeart/2005/8/layout/hierarchy3"/>
    <dgm:cxn modelId="{FB58B10F-FB22-6447-84CE-7B6E85790FA8}" type="presParOf" srcId="{14B2CFE8-52EA-334D-9D0F-5CA4FD2047FF}" destId="{C4859B53-4984-754A-8D78-96817C1CD41E}" srcOrd="0" destOrd="0" presId="urn:microsoft.com/office/officeart/2005/8/layout/hierarchy3"/>
    <dgm:cxn modelId="{C1C8193F-9497-3640-ADDE-F58CE640F2FE}" type="presParOf" srcId="{C4859B53-4984-754A-8D78-96817C1CD41E}" destId="{DA60F169-87DC-C540-A537-D4F18027AEF0}" srcOrd="0" destOrd="0" presId="urn:microsoft.com/office/officeart/2005/8/layout/hierarchy3"/>
    <dgm:cxn modelId="{5118B73C-C73F-7A46-977E-400384A165E8}" type="presParOf" srcId="{C4859B53-4984-754A-8D78-96817C1CD41E}" destId="{B0DE9185-10E7-134F-89C6-DDCD696C7382}" srcOrd="1" destOrd="0" presId="urn:microsoft.com/office/officeart/2005/8/layout/hierarchy3"/>
    <dgm:cxn modelId="{375010AE-0BC6-4241-9291-2860B0E5C818}" type="presParOf" srcId="{14B2CFE8-52EA-334D-9D0F-5CA4FD2047FF}" destId="{57794008-0121-F14F-BAD1-7C8B3EEC44B9}" srcOrd="1" destOrd="0" presId="urn:microsoft.com/office/officeart/2005/8/layout/hierarchy3"/>
    <dgm:cxn modelId="{519DEE9F-548C-6C44-95B3-D0D2AE93D970}" type="presParOf" srcId="{57794008-0121-F14F-BAD1-7C8B3EEC44B9}" destId="{B4F17E84-6FE2-3B45-A20F-C4CEE9E59995}" srcOrd="0" destOrd="0" presId="urn:microsoft.com/office/officeart/2005/8/layout/hierarchy3"/>
    <dgm:cxn modelId="{DA34816B-184F-5342-9E2E-45EC9FF1C6C1}" type="presParOf" srcId="{57794008-0121-F14F-BAD1-7C8B3EEC44B9}" destId="{E80513F9-17CC-8D4D-840F-E33EBA840965}" srcOrd="1" destOrd="0" presId="urn:microsoft.com/office/officeart/2005/8/layout/hierarchy3"/>
    <dgm:cxn modelId="{EF88C25B-BAF9-2848-BD67-91AD47F3C4D9}" type="presParOf" srcId="{59F6364F-146F-A540-AAA0-9D6A0D456D07}" destId="{5815206B-599F-C040-94EE-F42E84F86B7D}" srcOrd="2" destOrd="0" presId="urn:microsoft.com/office/officeart/2005/8/layout/hierarchy3"/>
    <dgm:cxn modelId="{359C2963-7032-0448-B793-310926A50942}" type="presParOf" srcId="{5815206B-599F-C040-94EE-F42E84F86B7D}" destId="{88B49120-200B-3845-BC28-2AD57145B994}" srcOrd="0" destOrd="0" presId="urn:microsoft.com/office/officeart/2005/8/layout/hierarchy3"/>
    <dgm:cxn modelId="{D36BBB7D-CEEA-A04B-BC72-F2FA001B11EB}" type="presParOf" srcId="{88B49120-200B-3845-BC28-2AD57145B994}" destId="{B2AA0D65-B438-254B-A8F2-5E168BE68BCC}" srcOrd="0" destOrd="0" presId="urn:microsoft.com/office/officeart/2005/8/layout/hierarchy3"/>
    <dgm:cxn modelId="{50AE790D-662D-A84B-AB6E-5A7CC9770150}" type="presParOf" srcId="{88B49120-200B-3845-BC28-2AD57145B994}" destId="{169C5AEB-F4B5-D341-8178-245682046573}" srcOrd="1" destOrd="0" presId="urn:microsoft.com/office/officeart/2005/8/layout/hierarchy3"/>
    <dgm:cxn modelId="{A7DD2812-D0DD-C34C-9B6F-F577E3F96819}" type="presParOf" srcId="{5815206B-599F-C040-94EE-F42E84F86B7D}" destId="{6FCB11A6-B101-A845-8E0E-D8D812E22577}" srcOrd="1" destOrd="0" presId="urn:microsoft.com/office/officeart/2005/8/layout/hierarchy3"/>
    <dgm:cxn modelId="{F1313815-B801-8F4C-AFE2-62AC67D8795D}" type="presParOf" srcId="{6FCB11A6-B101-A845-8E0E-D8D812E22577}" destId="{39DAE12A-B79F-594F-8435-79D18123217D}" srcOrd="0" destOrd="0" presId="urn:microsoft.com/office/officeart/2005/8/layout/hierarchy3"/>
    <dgm:cxn modelId="{482C1A3B-2967-A346-B444-28F343A6E273}" type="presParOf" srcId="{6FCB11A6-B101-A845-8E0E-D8D812E22577}" destId="{BBB5D38C-AA16-6A4D-8CD2-F30546F1A4A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205B3A-1B3E-4C9E-9E6D-F5EDBAAD698A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17CDFAB-371C-4657-B6AD-81D5F8B21B35}">
      <dgm:prSet/>
      <dgm:spPr/>
      <dgm:t>
        <a:bodyPr/>
        <a:lstStyle/>
        <a:p>
          <a:r>
            <a:rPr lang="en-US" b="0" i="0" dirty="0"/>
            <a:t>Las BDs </a:t>
          </a:r>
          <a:r>
            <a:rPr lang="en-US" b="0" i="0" dirty="0" err="1"/>
            <a:t>relacionales</a:t>
          </a:r>
          <a:r>
            <a:rPr lang="en-US" b="0" i="0" dirty="0"/>
            <a:t> no </a:t>
          </a:r>
          <a:r>
            <a:rPr lang="en-US" b="0" i="0" dirty="0" err="1"/>
            <a:t>guardan</a:t>
          </a:r>
          <a:r>
            <a:rPr lang="en-US" b="0" i="0" dirty="0"/>
            <a:t> las </a:t>
          </a:r>
          <a:r>
            <a:rPr lang="en-US" b="0" i="0" dirty="0" err="1"/>
            <a:t>relaciones</a:t>
          </a:r>
          <a:r>
            <a:rPr lang="en-US" b="0" i="0" dirty="0"/>
            <a:t> entre </a:t>
          </a:r>
          <a:r>
            <a:rPr lang="en-US" b="0" i="0" dirty="0" err="1"/>
            <a:t>los</a:t>
          </a:r>
          <a:r>
            <a:rPr lang="en-US" b="0" i="0" dirty="0"/>
            <a:t> </a:t>
          </a:r>
          <a:r>
            <a:rPr lang="en-US" b="0" i="0" dirty="0" err="1"/>
            <a:t>datos</a:t>
          </a:r>
          <a:r>
            <a:rPr lang="en-US" b="0" i="0" dirty="0"/>
            <a:t>, solo </a:t>
          </a:r>
          <a:r>
            <a:rPr lang="en-US" b="0" i="0" dirty="0" err="1"/>
            <a:t>tablas</a:t>
          </a:r>
          <a:r>
            <a:rPr lang="en-US" b="0" i="0" dirty="0"/>
            <a:t> con id.</a:t>
          </a:r>
          <a:endParaRPr lang="en-US" dirty="0"/>
        </a:p>
      </dgm:t>
    </dgm:pt>
    <dgm:pt modelId="{644FE4CC-28FF-43A7-91DC-0523E356BCFA}" type="parTrans" cxnId="{0CDE566C-CECE-4449-991D-6D9A8C37404D}">
      <dgm:prSet/>
      <dgm:spPr/>
      <dgm:t>
        <a:bodyPr/>
        <a:lstStyle/>
        <a:p>
          <a:endParaRPr lang="en-US"/>
        </a:p>
      </dgm:t>
    </dgm:pt>
    <dgm:pt modelId="{D54F3663-F63F-4757-A752-E3E2D9419CAD}" type="sibTrans" cxnId="{0CDE566C-CECE-4449-991D-6D9A8C37404D}">
      <dgm:prSet/>
      <dgm:spPr/>
      <dgm:t>
        <a:bodyPr/>
        <a:lstStyle/>
        <a:p>
          <a:endParaRPr lang="en-US"/>
        </a:p>
      </dgm:t>
    </dgm:pt>
    <dgm:pt modelId="{C234DF33-338E-424B-8C31-4E9056F9A737}">
      <dgm:prSet/>
      <dgm:spPr/>
      <dgm:t>
        <a:bodyPr/>
        <a:lstStyle/>
        <a:p>
          <a:r>
            <a:rPr lang="en-US" b="0" i="0"/>
            <a:t>Esto implica:</a:t>
          </a:r>
          <a:endParaRPr lang="en-US"/>
        </a:p>
      </dgm:t>
    </dgm:pt>
    <dgm:pt modelId="{40A209B8-C6D7-4FEE-9815-0BF3D949722F}" type="parTrans" cxnId="{AFC6ECDA-4721-4721-8C70-7E01FB46B618}">
      <dgm:prSet/>
      <dgm:spPr/>
      <dgm:t>
        <a:bodyPr/>
        <a:lstStyle/>
        <a:p>
          <a:endParaRPr lang="en-US"/>
        </a:p>
      </dgm:t>
    </dgm:pt>
    <dgm:pt modelId="{178C0717-B5A9-465C-9917-D6CFA17320F6}" type="sibTrans" cxnId="{AFC6ECDA-4721-4721-8C70-7E01FB46B618}">
      <dgm:prSet/>
      <dgm:spPr/>
      <dgm:t>
        <a:bodyPr/>
        <a:lstStyle/>
        <a:p>
          <a:endParaRPr lang="en-US"/>
        </a:p>
      </dgm:t>
    </dgm:pt>
    <dgm:pt modelId="{25D489B9-FEC8-48A5-B2F5-2FA5219F72FC}">
      <dgm:prSet/>
      <dgm:spPr/>
      <dgm:t>
        <a:bodyPr/>
        <a:lstStyle/>
        <a:p>
          <a:r>
            <a:rPr lang="en-US" b="0" i="0"/>
            <a:t>Gran número de Joins</a:t>
          </a:r>
          <a:endParaRPr lang="en-US"/>
        </a:p>
      </dgm:t>
    </dgm:pt>
    <dgm:pt modelId="{78A63A23-6E85-4B76-AA28-8A04A8713FA5}" type="parTrans" cxnId="{3885C165-EA1B-4016-809B-8A5FD809FDDC}">
      <dgm:prSet/>
      <dgm:spPr/>
      <dgm:t>
        <a:bodyPr/>
        <a:lstStyle/>
        <a:p>
          <a:endParaRPr lang="en-US"/>
        </a:p>
      </dgm:t>
    </dgm:pt>
    <dgm:pt modelId="{CCA0053A-CC28-49DA-9E87-42F1E7D2B971}" type="sibTrans" cxnId="{3885C165-EA1B-4016-809B-8A5FD809FDDC}">
      <dgm:prSet/>
      <dgm:spPr/>
      <dgm:t>
        <a:bodyPr/>
        <a:lstStyle/>
        <a:p>
          <a:endParaRPr lang="en-US"/>
        </a:p>
      </dgm:t>
    </dgm:pt>
    <dgm:pt modelId="{2AC5BA26-4D38-4739-88EA-334CF36806DD}">
      <dgm:prSet/>
      <dgm:spPr/>
      <dgm:t>
        <a:bodyPr/>
        <a:lstStyle/>
        <a:p>
          <a:r>
            <a:rPr lang="en-US" b="0" i="0"/>
            <a:t>Joins recursivos para representaciones de árboles o jerarquías.</a:t>
          </a:r>
          <a:endParaRPr lang="en-US"/>
        </a:p>
      </dgm:t>
    </dgm:pt>
    <dgm:pt modelId="{4F6B8294-2D1D-4552-8000-235B1B600E74}" type="parTrans" cxnId="{A5668C28-88B8-4DBA-BFAB-28ED22BE2C3B}">
      <dgm:prSet/>
      <dgm:spPr/>
      <dgm:t>
        <a:bodyPr/>
        <a:lstStyle/>
        <a:p>
          <a:endParaRPr lang="en-US"/>
        </a:p>
      </dgm:t>
    </dgm:pt>
    <dgm:pt modelId="{0F777DB7-6433-4CD5-A287-9F691E9EE367}" type="sibTrans" cxnId="{A5668C28-88B8-4DBA-BFAB-28ED22BE2C3B}">
      <dgm:prSet/>
      <dgm:spPr/>
      <dgm:t>
        <a:bodyPr/>
        <a:lstStyle/>
        <a:p>
          <a:endParaRPr lang="en-US"/>
        </a:p>
      </dgm:t>
    </dgm:pt>
    <dgm:pt modelId="{67ED7047-EB32-4175-B759-A7116585AB9C}">
      <dgm:prSet/>
      <dgm:spPr/>
      <dgm:t>
        <a:bodyPr/>
        <a:lstStyle/>
        <a:p>
          <a:r>
            <a:rPr lang="en-US" b="0" i="0"/>
            <a:t>Esquema cambiante de las relaciones (frecuentes reorganizaciones).</a:t>
          </a:r>
          <a:endParaRPr lang="en-US"/>
        </a:p>
      </dgm:t>
    </dgm:pt>
    <dgm:pt modelId="{293995FD-0664-4F56-B4DA-CFB099D417EC}" type="parTrans" cxnId="{8F4CE725-F0CF-497F-A46B-80E141593D4F}">
      <dgm:prSet/>
      <dgm:spPr/>
      <dgm:t>
        <a:bodyPr/>
        <a:lstStyle/>
        <a:p>
          <a:endParaRPr lang="en-US"/>
        </a:p>
      </dgm:t>
    </dgm:pt>
    <dgm:pt modelId="{7B157DDC-BE9E-436B-A943-CCD50600F99A}" type="sibTrans" cxnId="{8F4CE725-F0CF-497F-A46B-80E141593D4F}">
      <dgm:prSet/>
      <dgm:spPr/>
      <dgm:t>
        <a:bodyPr/>
        <a:lstStyle/>
        <a:p>
          <a:endParaRPr lang="en-US"/>
        </a:p>
      </dgm:t>
    </dgm:pt>
    <dgm:pt modelId="{3125F13B-C1E1-9A4D-87C4-E28F5631C89F}" type="pres">
      <dgm:prSet presAssocID="{AB205B3A-1B3E-4C9E-9E6D-F5EDBAAD698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D847776-ABB1-B24E-9F56-3ABF19E875FD}" type="pres">
      <dgm:prSet presAssocID="{017CDFAB-371C-4657-B6AD-81D5F8B21B35}" presName="hierRoot1" presStyleCnt="0">
        <dgm:presLayoutVars>
          <dgm:hierBranch val="init"/>
        </dgm:presLayoutVars>
      </dgm:prSet>
      <dgm:spPr/>
    </dgm:pt>
    <dgm:pt modelId="{F0443667-F3D7-A541-AC05-0FC2CD66734F}" type="pres">
      <dgm:prSet presAssocID="{017CDFAB-371C-4657-B6AD-81D5F8B21B35}" presName="rootComposite1" presStyleCnt="0"/>
      <dgm:spPr/>
    </dgm:pt>
    <dgm:pt modelId="{CEA8F589-0F39-8D4E-B9EF-CE8DB57F414F}" type="pres">
      <dgm:prSet presAssocID="{017CDFAB-371C-4657-B6AD-81D5F8B21B35}" presName="rootText1" presStyleLbl="node0" presStyleIdx="0" presStyleCnt="2">
        <dgm:presLayoutVars>
          <dgm:chPref val="3"/>
        </dgm:presLayoutVars>
      </dgm:prSet>
      <dgm:spPr/>
    </dgm:pt>
    <dgm:pt modelId="{CC86FF93-379F-BB4E-B17D-B27F73943C3A}" type="pres">
      <dgm:prSet presAssocID="{017CDFAB-371C-4657-B6AD-81D5F8B21B35}" presName="rootConnector1" presStyleLbl="node1" presStyleIdx="0" presStyleCnt="0"/>
      <dgm:spPr/>
    </dgm:pt>
    <dgm:pt modelId="{09CDE528-E782-DA4E-8C3A-C64AE0BC526F}" type="pres">
      <dgm:prSet presAssocID="{017CDFAB-371C-4657-B6AD-81D5F8B21B35}" presName="hierChild2" presStyleCnt="0"/>
      <dgm:spPr/>
    </dgm:pt>
    <dgm:pt modelId="{071D968B-9B87-DB4A-9613-756CEA90EEF0}" type="pres">
      <dgm:prSet presAssocID="{017CDFAB-371C-4657-B6AD-81D5F8B21B35}" presName="hierChild3" presStyleCnt="0"/>
      <dgm:spPr/>
    </dgm:pt>
    <dgm:pt modelId="{205FB1C1-B618-AA4D-AD7D-D521BAA43C26}" type="pres">
      <dgm:prSet presAssocID="{C234DF33-338E-424B-8C31-4E9056F9A737}" presName="hierRoot1" presStyleCnt="0">
        <dgm:presLayoutVars>
          <dgm:hierBranch val="init"/>
        </dgm:presLayoutVars>
      </dgm:prSet>
      <dgm:spPr/>
    </dgm:pt>
    <dgm:pt modelId="{5ABD746B-B044-1D43-B5F2-CACA6A814514}" type="pres">
      <dgm:prSet presAssocID="{C234DF33-338E-424B-8C31-4E9056F9A737}" presName="rootComposite1" presStyleCnt="0"/>
      <dgm:spPr/>
    </dgm:pt>
    <dgm:pt modelId="{2B3D618E-8061-BA44-8AFD-C025609818FA}" type="pres">
      <dgm:prSet presAssocID="{C234DF33-338E-424B-8C31-4E9056F9A737}" presName="rootText1" presStyleLbl="node0" presStyleIdx="1" presStyleCnt="2">
        <dgm:presLayoutVars>
          <dgm:chPref val="3"/>
        </dgm:presLayoutVars>
      </dgm:prSet>
      <dgm:spPr/>
    </dgm:pt>
    <dgm:pt modelId="{45522BEB-7AB7-2B41-B228-C67C4686C68E}" type="pres">
      <dgm:prSet presAssocID="{C234DF33-338E-424B-8C31-4E9056F9A737}" presName="rootConnector1" presStyleLbl="node1" presStyleIdx="0" presStyleCnt="0"/>
      <dgm:spPr/>
    </dgm:pt>
    <dgm:pt modelId="{8EFDD440-6288-7F40-AE9E-CDE0347BB616}" type="pres">
      <dgm:prSet presAssocID="{C234DF33-338E-424B-8C31-4E9056F9A737}" presName="hierChild2" presStyleCnt="0"/>
      <dgm:spPr/>
    </dgm:pt>
    <dgm:pt modelId="{EE9A46D7-5062-6843-A096-D5A83AE94533}" type="pres">
      <dgm:prSet presAssocID="{78A63A23-6E85-4B76-AA28-8A04A8713FA5}" presName="Name64" presStyleLbl="parChTrans1D2" presStyleIdx="0" presStyleCnt="3"/>
      <dgm:spPr/>
    </dgm:pt>
    <dgm:pt modelId="{0BF91DD5-A14A-2345-9E3C-A52D52EFA375}" type="pres">
      <dgm:prSet presAssocID="{25D489B9-FEC8-48A5-B2F5-2FA5219F72FC}" presName="hierRoot2" presStyleCnt="0">
        <dgm:presLayoutVars>
          <dgm:hierBranch val="init"/>
        </dgm:presLayoutVars>
      </dgm:prSet>
      <dgm:spPr/>
    </dgm:pt>
    <dgm:pt modelId="{8A9CFDFE-51A1-A246-9F33-227D192024F3}" type="pres">
      <dgm:prSet presAssocID="{25D489B9-FEC8-48A5-B2F5-2FA5219F72FC}" presName="rootComposite" presStyleCnt="0"/>
      <dgm:spPr/>
    </dgm:pt>
    <dgm:pt modelId="{C9A60D5F-DA19-9146-A8BA-BC26977BB3EA}" type="pres">
      <dgm:prSet presAssocID="{25D489B9-FEC8-48A5-B2F5-2FA5219F72FC}" presName="rootText" presStyleLbl="node2" presStyleIdx="0" presStyleCnt="3">
        <dgm:presLayoutVars>
          <dgm:chPref val="3"/>
        </dgm:presLayoutVars>
      </dgm:prSet>
      <dgm:spPr/>
    </dgm:pt>
    <dgm:pt modelId="{05154D8A-3C4A-BC48-A32D-3405841AF489}" type="pres">
      <dgm:prSet presAssocID="{25D489B9-FEC8-48A5-B2F5-2FA5219F72FC}" presName="rootConnector" presStyleLbl="node2" presStyleIdx="0" presStyleCnt="3"/>
      <dgm:spPr/>
    </dgm:pt>
    <dgm:pt modelId="{AF5B5895-5E0E-0844-BF73-DFCF42674194}" type="pres">
      <dgm:prSet presAssocID="{25D489B9-FEC8-48A5-B2F5-2FA5219F72FC}" presName="hierChild4" presStyleCnt="0"/>
      <dgm:spPr/>
    </dgm:pt>
    <dgm:pt modelId="{8E1BC228-E862-8D4C-B467-16361229CB36}" type="pres">
      <dgm:prSet presAssocID="{25D489B9-FEC8-48A5-B2F5-2FA5219F72FC}" presName="hierChild5" presStyleCnt="0"/>
      <dgm:spPr/>
    </dgm:pt>
    <dgm:pt modelId="{9C36AA8A-98DA-7D4E-BBB7-889342A8EB3C}" type="pres">
      <dgm:prSet presAssocID="{4F6B8294-2D1D-4552-8000-235B1B600E74}" presName="Name64" presStyleLbl="parChTrans1D2" presStyleIdx="1" presStyleCnt="3"/>
      <dgm:spPr/>
    </dgm:pt>
    <dgm:pt modelId="{F6BADF12-C940-C34C-B73F-BD66BDFC042C}" type="pres">
      <dgm:prSet presAssocID="{2AC5BA26-4D38-4739-88EA-334CF36806DD}" presName="hierRoot2" presStyleCnt="0">
        <dgm:presLayoutVars>
          <dgm:hierBranch val="init"/>
        </dgm:presLayoutVars>
      </dgm:prSet>
      <dgm:spPr/>
    </dgm:pt>
    <dgm:pt modelId="{39103551-787B-9B49-A247-F51D37FAF56A}" type="pres">
      <dgm:prSet presAssocID="{2AC5BA26-4D38-4739-88EA-334CF36806DD}" presName="rootComposite" presStyleCnt="0"/>
      <dgm:spPr/>
    </dgm:pt>
    <dgm:pt modelId="{A6DD950B-7444-084B-AB18-91CB3DA2D61A}" type="pres">
      <dgm:prSet presAssocID="{2AC5BA26-4D38-4739-88EA-334CF36806DD}" presName="rootText" presStyleLbl="node2" presStyleIdx="1" presStyleCnt="3">
        <dgm:presLayoutVars>
          <dgm:chPref val="3"/>
        </dgm:presLayoutVars>
      </dgm:prSet>
      <dgm:spPr/>
    </dgm:pt>
    <dgm:pt modelId="{C0B08DE1-F08F-BA41-97FF-71B5EB5A5481}" type="pres">
      <dgm:prSet presAssocID="{2AC5BA26-4D38-4739-88EA-334CF36806DD}" presName="rootConnector" presStyleLbl="node2" presStyleIdx="1" presStyleCnt="3"/>
      <dgm:spPr/>
    </dgm:pt>
    <dgm:pt modelId="{5D9F9251-E291-034C-BE8F-AD712C48FCF1}" type="pres">
      <dgm:prSet presAssocID="{2AC5BA26-4D38-4739-88EA-334CF36806DD}" presName="hierChild4" presStyleCnt="0"/>
      <dgm:spPr/>
    </dgm:pt>
    <dgm:pt modelId="{5B37CCF8-8D06-7F4B-94CC-1695E8126837}" type="pres">
      <dgm:prSet presAssocID="{2AC5BA26-4D38-4739-88EA-334CF36806DD}" presName="hierChild5" presStyleCnt="0"/>
      <dgm:spPr/>
    </dgm:pt>
    <dgm:pt modelId="{B01DD6D8-7F60-1349-95FA-D47F2D2A2413}" type="pres">
      <dgm:prSet presAssocID="{293995FD-0664-4F56-B4DA-CFB099D417EC}" presName="Name64" presStyleLbl="parChTrans1D2" presStyleIdx="2" presStyleCnt="3"/>
      <dgm:spPr/>
    </dgm:pt>
    <dgm:pt modelId="{0F47D640-D7AA-5945-A7DB-EEF9CD9EF188}" type="pres">
      <dgm:prSet presAssocID="{67ED7047-EB32-4175-B759-A7116585AB9C}" presName="hierRoot2" presStyleCnt="0">
        <dgm:presLayoutVars>
          <dgm:hierBranch val="init"/>
        </dgm:presLayoutVars>
      </dgm:prSet>
      <dgm:spPr/>
    </dgm:pt>
    <dgm:pt modelId="{3E0369BD-EBD6-9340-91E2-684FDB2B2C9A}" type="pres">
      <dgm:prSet presAssocID="{67ED7047-EB32-4175-B759-A7116585AB9C}" presName="rootComposite" presStyleCnt="0"/>
      <dgm:spPr/>
    </dgm:pt>
    <dgm:pt modelId="{50F3A4A9-6140-6147-83D7-C61A34FC7582}" type="pres">
      <dgm:prSet presAssocID="{67ED7047-EB32-4175-B759-A7116585AB9C}" presName="rootText" presStyleLbl="node2" presStyleIdx="2" presStyleCnt="3">
        <dgm:presLayoutVars>
          <dgm:chPref val="3"/>
        </dgm:presLayoutVars>
      </dgm:prSet>
      <dgm:spPr/>
    </dgm:pt>
    <dgm:pt modelId="{8B43B7C3-1B19-EC43-8411-5472DE6F262B}" type="pres">
      <dgm:prSet presAssocID="{67ED7047-EB32-4175-B759-A7116585AB9C}" presName="rootConnector" presStyleLbl="node2" presStyleIdx="2" presStyleCnt="3"/>
      <dgm:spPr/>
    </dgm:pt>
    <dgm:pt modelId="{2B4E84CA-C5F9-7949-A23E-4CAD7060B357}" type="pres">
      <dgm:prSet presAssocID="{67ED7047-EB32-4175-B759-A7116585AB9C}" presName="hierChild4" presStyleCnt="0"/>
      <dgm:spPr/>
    </dgm:pt>
    <dgm:pt modelId="{BF8EE35E-4ADB-7844-8FB5-5EF8CB22644F}" type="pres">
      <dgm:prSet presAssocID="{67ED7047-EB32-4175-B759-A7116585AB9C}" presName="hierChild5" presStyleCnt="0"/>
      <dgm:spPr/>
    </dgm:pt>
    <dgm:pt modelId="{B1E022B7-52EB-EC40-9E13-B49CF119A985}" type="pres">
      <dgm:prSet presAssocID="{C234DF33-338E-424B-8C31-4E9056F9A737}" presName="hierChild3" presStyleCnt="0"/>
      <dgm:spPr/>
    </dgm:pt>
  </dgm:ptLst>
  <dgm:cxnLst>
    <dgm:cxn modelId="{8F4CE725-F0CF-497F-A46B-80E141593D4F}" srcId="{C234DF33-338E-424B-8C31-4E9056F9A737}" destId="{67ED7047-EB32-4175-B759-A7116585AB9C}" srcOrd="2" destOrd="0" parTransId="{293995FD-0664-4F56-B4DA-CFB099D417EC}" sibTransId="{7B157DDC-BE9E-436B-A943-CCD50600F99A}"/>
    <dgm:cxn modelId="{A5668C28-88B8-4DBA-BFAB-28ED22BE2C3B}" srcId="{C234DF33-338E-424B-8C31-4E9056F9A737}" destId="{2AC5BA26-4D38-4739-88EA-334CF36806DD}" srcOrd="1" destOrd="0" parTransId="{4F6B8294-2D1D-4552-8000-235B1B600E74}" sibTransId="{0F777DB7-6433-4CD5-A287-9F691E9EE367}"/>
    <dgm:cxn modelId="{5B0E8C2B-5A3C-6F4B-A437-210786A410FC}" type="presOf" srcId="{017CDFAB-371C-4657-B6AD-81D5F8B21B35}" destId="{CC86FF93-379F-BB4E-B17D-B27F73943C3A}" srcOrd="1" destOrd="0" presId="urn:microsoft.com/office/officeart/2009/3/layout/HorizontalOrganizationChart"/>
    <dgm:cxn modelId="{AD862739-4162-FB4F-B8B3-EC65CEBF2862}" type="presOf" srcId="{2AC5BA26-4D38-4739-88EA-334CF36806DD}" destId="{A6DD950B-7444-084B-AB18-91CB3DA2D61A}" srcOrd="0" destOrd="0" presId="urn:microsoft.com/office/officeart/2009/3/layout/HorizontalOrganizationChart"/>
    <dgm:cxn modelId="{11A9F048-5A86-5249-9FD1-67ABE344FE1A}" type="presOf" srcId="{67ED7047-EB32-4175-B759-A7116585AB9C}" destId="{50F3A4A9-6140-6147-83D7-C61A34FC7582}" srcOrd="0" destOrd="0" presId="urn:microsoft.com/office/officeart/2009/3/layout/HorizontalOrganizationChart"/>
    <dgm:cxn modelId="{0B5E715E-74B1-554D-A6EC-14054F8B4A52}" type="presOf" srcId="{67ED7047-EB32-4175-B759-A7116585AB9C}" destId="{8B43B7C3-1B19-EC43-8411-5472DE6F262B}" srcOrd="1" destOrd="0" presId="urn:microsoft.com/office/officeart/2009/3/layout/HorizontalOrganizationChart"/>
    <dgm:cxn modelId="{06F5F260-BF8C-DA46-84CC-8AA0F03DDA08}" type="presOf" srcId="{78A63A23-6E85-4B76-AA28-8A04A8713FA5}" destId="{EE9A46D7-5062-6843-A096-D5A83AE94533}" srcOrd="0" destOrd="0" presId="urn:microsoft.com/office/officeart/2009/3/layout/HorizontalOrganizationChart"/>
    <dgm:cxn modelId="{3885C165-EA1B-4016-809B-8A5FD809FDDC}" srcId="{C234DF33-338E-424B-8C31-4E9056F9A737}" destId="{25D489B9-FEC8-48A5-B2F5-2FA5219F72FC}" srcOrd="0" destOrd="0" parTransId="{78A63A23-6E85-4B76-AA28-8A04A8713FA5}" sibTransId="{CCA0053A-CC28-49DA-9E87-42F1E7D2B971}"/>
    <dgm:cxn modelId="{FF1E4366-4412-A04A-A5AC-400EE7D12460}" type="presOf" srcId="{C234DF33-338E-424B-8C31-4E9056F9A737}" destId="{45522BEB-7AB7-2B41-B228-C67C4686C68E}" srcOrd="1" destOrd="0" presId="urn:microsoft.com/office/officeart/2009/3/layout/HorizontalOrganizationChart"/>
    <dgm:cxn modelId="{0CDE566C-CECE-4449-991D-6D9A8C37404D}" srcId="{AB205B3A-1B3E-4C9E-9E6D-F5EDBAAD698A}" destId="{017CDFAB-371C-4657-B6AD-81D5F8B21B35}" srcOrd="0" destOrd="0" parTransId="{644FE4CC-28FF-43A7-91DC-0523E356BCFA}" sibTransId="{D54F3663-F63F-4757-A752-E3E2D9419CAD}"/>
    <dgm:cxn modelId="{3B72997C-E8B1-FA46-84E8-52A2A7CC033A}" type="presOf" srcId="{25D489B9-FEC8-48A5-B2F5-2FA5219F72FC}" destId="{05154D8A-3C4A-BC48-A32D-3405841AF489}" srcOrd="1" destOrd="0" presId="urn:microsoft.com/office/officeart/2009/3/layout/HorizontalOrganizationChart"/>
    <dgm:cxn modelId="{BBA97E89-D01C-3449-9342-21E3B5EF2F15}" type="presOf" srcId="{25D489B9-FEC8-48A5-B2F5-2FA5219F72FC}" destId="{C9A60D5F-DA19-9146-A8BA-BC26977BB3EA}" srcOrd="0" destOrd="0" presId="urn:microsoft.com/office/officeart/2009/3/layout/HorizontalOrganizationChart"/>
    <dgm:cxn modelId="{69B14596-240E-0446-8B83-202238985AEE}" type="presOf" srcId="{293995FD-0664-4F56-B4DA-CFB099D417EC}" destId="{B01DD6D8-7F60-1349-95FA-D47F2D2A2413}" srcOrd="0" destOrd="0" presId="urn:microsoft.com/office/officeart/2009/3/layout/HorizontalOrganizationChart"/>
    <dgm:cxn modelId="{5F4E82A7-CE85-5842-A34E-9150849C7B6F}" type="presOf" srcId="{017CDFAB-371C-4657-B6AD-81D5F8B21B35}" destId="{CEA8F589-0F39-8D4E-B9EF-CE8DB57F414F}" srcOrd="0" destOrd="0" presId="urn:microsoft.com/office/officeart/2009/3/layout/HorizontalOrganizationChart"/>
    <dgm:cxn modelId="{7CB0FEC2-C600-F746-AEF4-4CD1E92234A3}" type="presOf" srcId="{2AC5BA26-4D38-4739-88EA-334CF36806DD}" destId="{C0B08DE1-F08F-BA41-97FF-71B5EB5A5481}" srcOrd="1" destOrd="0" presId="urn:microsoft.com/office/officeart/2009/3/layout/HorizontalOrganizationChart"/>
    <dgm:cxn modelId="{EE80EDCD-862E-E54C-B7A3-78E6FD7527F8}" type="presOf" srcId="{4F6B8294-2D1D-4552-8000-235B1B600E74}" destId="{9C36AA8A-98DA-7D4E-BBB7-889342A8EB3C}" srcOrd="0" destOrd="0" presId="urn:microsoft.com/office/officeart/2009/3/layout/HorizontalOrganizationChart"/>
    <dgm:cxn modelId="{AFC6ECDA-4721-4721-8C70-7E01FB46B618}" srcId="{AB205B3A-1B3E-4C9E-9E6D-F5EDBAAD698A}" destId="{C234DF33-338E-424B-8C31-4E9056F9A737}" srcOrd="1" destOrd="0" parTransId="{40A209B8-C6D7-4FEE-9815-0BF3D949722F}" sibTransId="{178C0717-B5A9-465C-9917-D6CFA17320F6}"/>
    <dgm:cxn modelId="{302AB9EE-F00B-BB4A-B65C-C31BA72A7FBF}" type="presOf" srcId="{AB205B3A-1B3E-4C9E-9E6D-F5EDBAAD698A}" destId="{3125F13B-C1E1-9A4D-87C4-E28F5631C89F}" srcOrd="0" destOrd="0" presId="urn:microsoft.com/office/officeart/2009/3/layout/HorizontalOrganizationChart"/>
    <dgm:cxn modelId="{54FF47F5-5EA1-FB4E-891B-7D97B044B405}" type="presOf" srcId="{C234DF33-338E-424B-8C31-4E9056F9A737}" destId="{2B3D618E-8061-BA44-8AFD-C025609818FA}" srcOrd="0" destOrd="0" presId="urn:microsoft.com/office/officeart/2009/3/layout/HorizontalOrganizationChart"/>
    <dgm:cxn modelId="{1B606610-5279-0D4F-90D2-2BBD743B5232}" type="presParOf" srcId="{3125F13B-C1E1-9A4D-87C4-E28F5631C89F}" destId="{DD847776-ABB1-B24E-9F56-3ABF19E875FD}" srcOrd="0" destOrd="0" presId="urn:microsoft.com/office/officeart/2009/3/layout/HorizontalOrganizationChart"/>
    <dgm:cxn modelId="{92B78477-78BC-4D43-9A70-A598782DD163}" type="presParOf" srcId="{DD847776-ABB1-B24E-9F56-3ABF19E875FD}" destId="{F0443667-F3D7-A541-AC05-0FC2CD66734F}" srcOrd="0" destOrd="0" presId="urn:microsoft.com/office/officeart/2009/3/layout/HorizontalOrganizationChart"/>
    <dgm:cxn modelId="{1AE344BA-E7C1-7D43-AE48-6472DBB9B43E}" type="presParOf" srcId="{F0443667-F3D7-A541-AC05-0FC2CD66734F}" destId="{CEA8F589-0F39-8D4E-B9EF-CE8DB57F414F}" srcOrd="0" destOrd="0" presId="urn:microsoft.com/office/officeart/2009/3/layout/HorizontalOrganizationChart"/>
    <dgm:cxn modelId="{7A69F77E-A9B3-354C-9330-91C3AA433C12}" type="presParOf" srcId="{F0443667-F3D7-A541-AC05-0FC2CD66734F}" destId="{CC86FF93-379F-BB4E-B17D-B27F73943C3A}" srcOrd="1" destOrd="0" presId="urn:microsoft.com/office/officeart/2009/3/layout/HorizontalOrganizationChart"/>
    <dgm:cxn modelId="{7BBB1992-1F3C-8B4A-B4C9-81CEB40F2D3B}" type="presParOf" srcId="{DD847776-ABB1-B24E-9F56-3ABF19E875FD}" destId="{09CDE528-E782-DA4E-8C3A-C64AE0BC526F}" srcOrd="1" destOrd="0" presId="urn:microsoft.com/office/officeart/2009/3/layout/HorizontalOrganizationChart"/>
    <dgm:cxn modelId="{346F04DB-1566-8149-9DDB-BCAF7FD1D9E3}" type="presParOf" srcId="{DD847776-ABB1-B24E-9F56-3ABF19E875FD}" destId="{071D968B-9B87-DB4A-9613-756CEA90EEF0}" srcOrd="2" destOrd="0" presId="urn:microsoft.com/office/officeart/2009/3/layout/HorizontalOrganizationChart"/>
    <dgm:cxn modelId="{F02612B6-B426-7548-ADFC-6D1C809AA0FB}" type="presParOf" srcId="{3125F13B-C1E1-9A4D-87C4-E28F5631C89F}" destId="{205FB1C1-B618-AA4D-AD7D-D521BAA43C26}" srcOrd="1" destOrd="0" presId="urn:microsoft.com/office/officeart/2009/3/layout/HorizontalOrganizationChart"/>
    <dgm:cxn modelId="{7C2153C5-8C52-0449-BDC7-A21DA431AAB2}" type="presParOf" srcId="{205FB1C1-B618-AA4D-AD7D-D521BAA43C26}" destId="{5ABD746B-B044-1D43-B5F2-CACA6A814514}" srcOrd="0" destOrd="0" presId="urn:microsoft.com/office/officeart/2009/3/layout/HorizontalOrganizationChart"/>
    <dgm:cxn modelId="{64B96790-2843-F349-8427-DC7662DA20C7}" type="presParOf" srcId="{5ABD746B-B044-1D43-B5F2-CACA6A814514}" destId="{2B3D618E-8061-BA44-8AFD-C025609818FA}" srcOrd="0" destOrd="0" presId="urn:microsoft.com/office/officeart/2009/3/layout/HorizontalOrganizationChart"/>
    <dgm:cxn modelId="{314DF31A-0191-B040-A9D2-4D917C1D1605}" type="presParOf" srcId="{5ABD746B-B044-1D43-B5F2-CACA6A814514}" destId="{45522BEB-7AB7-2B41-B228-C67C4686C68E}" srcOrd="1" destOrd="0" presId="urn:microsoft.com/office/officeart/2009/3/layout/HorizontalOrganizationChart"/>
    <dgm:cxn modelId="{3A788663-FD4A-2F45-B53D-59A65E77C4CB}" type="presParOf" srcId="{205FB1C1-B618-AA4D-AD7D-D521BAA43C26}" destId="{8EFDD440-6288-7F40-AE9E-CDE0347BB616}" srcOrd="1" destOrd="0" presId="urn:microsoft.com/office/officeart/2009/3/layout/HorizontalOrganizationChart"/>
    <dgm:cxn modelId="{6B60F485-3EBA-CD4F-9A3C-62C6D7C7DCEB}" type="presParOf" srcId="{8EFDD440-6288-7F40-AE9E-CDE0347BB616}" destId="{EE9A46D7-5062-6843-A096-D5A83AE94533}" srcOrd="0" destOrd="0" presId="urn:microsoft.com/office/officeart/2009/3/layout/HorizontalOrganizationChart"/>
    <dgm:cxn modelId="{846BBF65-CC0E-BC4A-A47F-B090DB1B26FC}" type="presParOf" srcId="{8EFDD440-6288-7F40-AE9E-CDE0347BB616}" destId="{0BF91DD5-A14A-2345-9E3C-A52D52EFA375}" srcOrd="1" destOrd="0" presId="urn:microsoft.com/office/officeart/2009/3/layout/HorizontalOrganizationChart"/>
    <dgm:cxn modelId="{96EBAD3D-C73C-2742-A5B7-517237510825}" type="presParOf" srcId="{0BF91DD5-A14A-2345-9E3C-A52D52EFA375}" destId="{8A9CFDFE-51A1-A246-9F33-227D192024F3}" srcOrd="0" destOrd="0" presId="urn:microsoft.com/office/officeart/2009/3/layout/HorizontalOrganizationChart"/>
    <dgm:cxn modelId="{D0B7E50F-F8DA-9342-B25B-DD0075906E0A}" type="presParOf" srcId="{8A9CFDFE-51A1-A246-9F33-227D192024F3}" destId="{C9A60D5F-DA19-9146-A8BA-BC26977BB3EA}" srcOrd="0" destOrd="0" presId="urn:microsoft.com/office/officeart/2009/3/layout/HorizontalOrganizationChart"/>
    <dgm:cxn modelId="{4603EDD5-FFFA-4B40-A819-1A611528DE1A}" type="presParOf" srcId="{8A9CFDFE-51A1-A246-9F33-227D192024F3}" destId="{05154D8A-3C4A-BC48-A32D-3405841AF489}" srcOrd="1" destOrd="0" presId="urn:microsoft.com/office/officeart/2009/3/layout/HorizontalOrganizationChart"/>
    <dgm:cxn modelId="{4A2AB5C1-AC39-9940-824D-D5C2897E6F0E}" type="presParOf" srcId="{0BF91DD5-A14A-2345-9E3C-A52D52EFA375}" destId="{AF5B5895-5E0E-0844-BF73-DFCF42674194}" srcOrd="1" destOrd="0" presId="urn:microsoft.com/office/officeart/2009/3/layout/HorizontalOrganizationChart"/>
    <dgm:cxn modelId="{CF94A09B-E024-7D41-A23E-3B8AA40D33FD}" type="presParOf" srcId="{0BF91DD5-A14A-2345-9E3C-A52D52EFA375}" destId="{8E1BC228-E862-8D4C-B467-16361229CB36}" srcOrd="2" destOrd="0" presId="urn:microsoft.com/office/officeart/2009/3/layout/HorizontalOrganizationChart"/>
    <dgm:cxn modelId="{673FE7CF-00C8-EE40-AACC-D70350B1F1E0}" type="presParOf" srcId="{8EFDD440-6288-7F40-AE9E-CDE0347BB616}" destId="{9C36AA8A-98DA-7D4E-BBB7-889342A8EB3C}" srcOrd="2" destOrd="0" presId="urn:microsoft.com/office/officeart/2009/3/layout/HorizontalOrganizationChart"/>
    <dgm:cxn modelId="{725D7EE4-53F0-E345-BFCF-22CC96FAB694}" type="presParOf" srcId="{8EFDD440-6288-7F40-AE9E-CDE0347BB616}" destId="{F6BADF12-C940-C34C-B73F-BD66BDFC042C}" srcOrd="3" destOrd="0" presId="urn:microsoft.com/office/officeart/2009/3/layout/HorizontalOrganizationChart"/>
    <dgm:cxn modelId="{6CEA1527-6BF0-0D48-BC91-18843C32975A}" type="presParOf" srcId="{F6BADF12-C940-C34C-B73F-BD66BDFC042C}" destId="{39103551-787B-9B49-A247-F51D37FAF56A}" srcOrd="0" destOrd="0" presId="urn:microsoft.com/office/officeart/2009/3/layout/HorizontalOrganizationChart"/>
    <dgm:cxn modelId="{28E28F41-3290-1C49-AC3A-2DF531C7CCB7}" type="presParOf" srcId="{39103551-787B-9B49-A247-F51D37FAF56A}" destId="{A6DD950B-7444-084B-AB18-91CB3DA2D61A}" srcOrd="0" destOrd="0" presId="urn:microsoft.com/office/officeart/2009/3/layout/HorizontalOrganizationChart"/>
    <dgm:cxn modelId="{746A0A59-2BC4-D942-A0E1-9BD9F08AB4F9}" type="presParOf" srcId="{39103551-787B-9B49-A247-F51D37FAF56A}" destId="{C0B08DE1-F08F-BA41-97FF-71B5EB5A5481}" srcOrd="1" destOrd="0" presId="urn:microsoft.com/office/officeart/2009/3/layout/HorizontalOrganizationChart"/>
    <dgm:cxn modelId="{67677ADC-C371-4E4D-AB43-705530AFC350}" type="presParOf" srcId="{F6BADF12-C940-C34C-B73F-BD66BDFC042C}" destId="{5D9F9251-E291-034C-BE8F-AD712C48FCF1}" srcOrd="1" destOrd="0" presId="urn:microsoft.com/office/officeart/2009/3/layout/HorizontalOrganizationChart"/>
    <dgm:cxn modelId="{EACA55DA-AB70-174B-8E08-840C165AAFA9}" type="presParOf" srcId="{F6BADF12-C940-C34C-B73F-BD66BDFC042C}" destId="{5B37CCF8-8D06-7F4B-94CC-1695E8126837}" srcOrd="2" destOrd="0" presId="urn:microsoft.com/office/officeart/2009/3/layout/HorizontalOrganizationChart"/>
    <dgm:cxn modelId="{60D0170E-1521-F049-BF4D-6A45D21D8C72}" type="presParOf" srcId="{8EFDD440-6288-7F40-AE9E-CDE0347BB616}" destId="{B01DD6D8-7F60-1349-95FA-D47F2D2A2413}" srcOrd="4" destOrd="0" presId="urn:microsoft.com/office/officeart/2009/3/layout/HorizontalOrganizationChart"/>
    <dgm:cxn modelId="{CE047C63-3E2E-7741-B198-A295F33CE94E}" type="presParOf" srcId="{8EFDD440-6288-7F40-AE9E-CDE0347BB616}" destId="{0F47D640-D7AA-5945-A7DB-EEF9CD9EF188}" srcOrd="5" destOrd="0" presId="urn:microsoft.com/office/officeart/2009/3/layout/HorizontalOrganizationChart"/>
    <dgm:cxn modelId="{0E6AF0A4-73BD-1B42-8BDE-18B86E989EF9}" type="presParOf" srcId="{0F47D640-D7AA-5945-A7DB-EEF9CD9EF188}" destId="{3E0369BD-EBD6-9340-91E2-684FDB2B2C9A}" srcOrd="0" destOrd="0" presId="urn:microsoft.com/office/officeart/2009/3/layout/HorizontalOrganizationChart"/>
    <dgm:cxn modelId="{2215320E-E2AF-E748-978C-D6285A43C6EA}" type="presParOf" srcId="{3E0369BD-EBD6-9340-91E2-684FDB2B2C9A}" destId="{50F3A4A9-6140-6147-83D7-C61A34FC7582}" srcOrd="0" destOrd="0" presId="urn:microsoft.com/office/officeart/2009/3/layout/HorizontalOrganizationChart"/>
    <dgm:cxn modelId="{66BBEBB7-C1D1-4949-A197-F2FD1F49C6A2}" type="presParOf" srcId="{3E0369BD-EBD6-9340-91E2-684FDB2B2C9A}" destId="{8B43B7C3-1B19-EC43-8411-5472DE6F262B}" srcOrd="1" destOrd="0" presId="urn:microsoft.com/office/officeart/2009/3/layout/HorizontalOrganizationChart"/>
    <dgm:cxn modelId="{5A1EEA66-1E92-0645-80EB-89784A4026A4}" type="presParOf" srcId="{0F47D640-D7AA-5945-A7DB-EEF9CD9EF188}" destId="{2B4E84CA-C5F9-7949-A23E-4CAD7060B357}" srcOrd="1" destOrd="0" presId="urn:microsoft.com/office/officeart/2009/3/layout/HorizontalOrganizationChart"/>
    <dgm:cxn modelId="{C666CBBF-A8C5-AD4E-A21A-AE27D6136A60}" type="presParOf" srcId="{0F47D640-D7AA-5945-A7DB-EEF9CD9EF188}" destId="{BF8EE35E-4ADB-7844-8FB5-5EF8CB22644F}" srcOrd="2" destOrd="0" presId="urn:microsoft.com/office/officeart/2009/3/layout/HorizontalOrganizationChart"/>
    <dgm:cxn modelId="{F85C6DDD-0FDF-BD40-B3F7-25B3F8D8369C}" type="presParOf" srcId="{205FB1C1-B618-AA4D-AD7D-D521BAA43C26}" destId="{B1E022B7-52EB-EC40-9E13-B49CF119A98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261D83-3C6F-461D-A350-B5687C3DE84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D902FC-E58F-49CF-8C2D-C133905A219B}">
      <dgm:prSet/>
      <dgm:spPr/>
      <dgm:t>
        <a:bodyPr/>
        <a:lstStyle/>
        <a:p>
          <a:r>
            <a:rPr lang="en-US" b="0" i="0"/>
            <a:t>Para eliminar podemos usar las cláusulas </a:t>
          </a:r>
          <a:r>
            <a:rPr lang="en-US" b="1" i="0"/>
            <a:t>DELETE</a:t>
          </a:r>
          <a:r>
            <a:rPr lang="en-US" b="0" i="0"/>
            <a:t> o </a:t>
          </a:r>
          <a:r>
            <a:rPr lang="en-US" b="1" i="0"/>
            <a:t>DETACH DELETE</a:t>
          </a:r>
          <a:endParaRPr lang="en-US"/>
        </a:p>
      </dgm:t>
    </dgm:pt>
    <dgm:pt modelId="{EE578AF3-15D8-49E6-8BF2-D6A650EB6A23}" type="parTrans" cxnId="{E8BE8933-2C57-4F81-B3D8-288C9F671FBD}">
      <dgm:prSet/>
      <dgm:spPr/>
      <dgm:t>
        <a:bodyPr/>
        <a:lstStyle/>
        <a:p>
          <a:endParaRPr lang="en-US"/>
        </a:p>
      </dgm:t>
    </dgm:pt>
    <dgm:pt modelId="{552DF089-0945-4109-8D78-C68F81B5DB37}" type="sibTrans" cxnId="{E8BE8933-2C57-4F81-B3D8-288C9F671FBD}">
      <dgm:prSet/>
      <dgm:spPr/>
      <dgm:t>
        <a:bodyPr/>
        <a:lstStyle/>
        <a:p>
          <a:endParaRPr lang="en-US"/>
        </a:p>
      </dgm:t>
    </dgm:pt>
    <dgm:pt modelId="{DAA4361F-6173-4113-8580-BD97EF31F0F8}">
      <dgm:prSet/>
      <dgm:spPr/>
      <dgm:t>
        <a:bodyPr/>
        <a:lstStyle/>
        <a:p>
          <a:r>
            <a:rPr lang="en-US" b="0" i="0"/>
            <a:t>Eliminar un nodo:</a:t>
          </a:r>
          <a:br>
            <a:rPr lang="en-US" b="0" i="0"/>
          </a:br>
          <a:r>
            <a:rPr lang="en-US" b="1" i="0"/>
            <a:t>MATCH (p:Person {name: 'Alice’})</a:t>
          </a:r>
          <a:br>
            <a:rPr lang="en-US" b="1" i="0"/>
          </a:br>
          <a:r>
            <a:rPr lang="en-US" b="1" i="0"/>
            <a:t>DELETE p</a:t>
          </a:r>
          <a:endParaRPr lang="en-US"/>
        </a:p>
      </dgm:t>
    </dgm:pt>
    <dgm:pt modelId="{CB6619B4-42BD-4FAF-96C8-541EF54E4F7D}" type="parTrans" cxnId="{03CDE901-1625-4EF0-BFFB-C4853C9E4DFC}">
      <dgm:prSet/>
      <dgm:spPr/>
      <dgm:t>
        <a:bodyPr/>
        <a:lstStyle/>
        <a:p>
          <a:endParaRPr lang="en-US"/>
        </a:p>
      </dgm:t>
    </dgm:pt>
    <dgm:pt modelId="{16BC6A80-12E6-4A10-9378-E8EF00251BE9}" type="sibTrans" cxnId="{03CDE901-1625-4EF0-BFFB-C4853C9E4DFC}">
      <dgm:prSet/>
      <dgm:spPr/>
      <dgm:t>
        <a:bodyPr/>
        <a:lstStyle/>
        <a:p>
          <a:endParaRPr lang="en-US"/>
        </a:p>
      </dgm:t>
    </dgm:pt>
    <dgm:pt modelId="{911B5FF4-5664-4AFF-9598-7E1DE117B699}">
      <dgm:prSet/>
      <dgm:spPr/>
      <dgm:t>
        <a:bodyPr/>
        <a:lstStyle/>
        <a:p>
          <a:r>
            <a:rPr lang="en-US" b="0" i="0"/>
            <a:t>Eliminar una relación:</a:t>
          </a:r>
          <a:br>
            <a:rPr lang="en-US" b="0" i="0"/>
          </a:br>
          <a:r>
            <a:rPr lang="en-US" b="1" i="0"/>
            <a:t>MATCH (:Person {name: 'Alice'})-[r:KNOWS]-()</a:t>
          </a:r>
          <a:br>
            <a:rPr lang="en-US" b="1" i="0"/>
          </a:br>
          <a:r>
            <a:rPr lang="en-US" b="1" i="0"/>
            <a:t>DELETE r</a:t>
          </a:r>
          <a:endParaRPr lang="en-US"/>
        </a:p>
      </dgm:t>
    </dgm:pt>
    <dgm:pt modelId="{233403DD-1467-4BFF-B9FE-02028872F701}" type="parTrans" cxnId="{7D3D029F-E0DD-4959-AA53-DC9BB911AFFF}">
      <dgm:prSet/>
      <dgm:spPr/>
      <dgm:t>
        <a:bodyPr/>
        <a:lstStyle/>
        <a:p>
          <a:endParaRPr lang="en-US"/>
        </a:p>
      </dgm:t>
    </dgm:pt>
    <dgm:pt modelId="{AF211FF1-BD04-44ED-B220-F69DE66D6FCC}" type="sibTrans" cxnId="{7D3D029F-E0DD-4959-AA53-DC9BB911AFFF}">
      <dgm:prSet/>
      <dgm:spPr/>
      <dgm:t>
        <a:bodyPr/>
        <a:lstStyle/>
        <a:p>
          <a:endParaRPr lang="en-US"/>
        </a:p>
      </dgm:t>
    </dgm:pt>
    <dgm:pt modelId="{26E88385-4C64-4404-A3B1-05A99815DF64}">
      <dgm:prSet/>
      <dgm:spPr/>
      <dgm:t>
        <a:bodyPr/>
        <a:lstStyle/>
        <a:p>
          <a:r>
            <a:rPr lang="en-US" b="0" i="0"/>
            <a:t>Eliminar un nodo y todas sus relaciones, y relaciones entrantes y salientes:</a:t>
          </a:r>
          <a:br>
            <a:rPr lang="en-US" b="0" i="0"/>
          </a:br>
          <a:r>
            <a:rPr lang="en-US" b="1" i="0"/>
            <a:t>MATCH (p:Person {name: 'Alice’})</a:t>
          </a:r>
          <a:br>
            <a:rPr lang="en-US" b="1" i="0"/>
          </a:br>
          <a:r>
            <a:rPr lang="en-US" b="1" i="0"/>
            <a:t>DETACH DELETE p</a:t>
          </a:r>
          <a:endParaRPr lang="en-US"/>
        </a:p>
      </dgm:t>
    </dgm:pt>
    <dgm:pt modelId="{A3ECDB1D-0CBA-4BD7-92A8-AF5D69539303}" type="parTrans" cxnId="{79E7B2EA-A9E2-4F5D-BCA7-5A07B89EB7ED}">
      <dgm:prSet/>
      <dgm:spPr/>
      <dgm:t>
        <a:bodyPr/>
        <a:lstStyle/>
        <a:p>
          <a:endParaRPr lang="en-US"/>
        </a:p>
      </dgm:t>
    </dgm:pt>
    <dgm:pt modelId="{EB7488E8-907D-4161-8A48-99A3893EF3ED}" type="sibTrans" cxnId="{79E7B2EA-A9E2-4F5D-BCA7-5A07B89EB7ED}">
      <dgm:prSet/>
      <dgm:spPr/>
      <dgm:t>
        <a:bodyPr/>
        <a:lstStyle/>
        <a:p>
          <a:endParaRPr lang="en-US"/>
        </a:p>
      </dgm:t>
    </dgm:pt>
    <dgm:pt modelId="{268D5BDC-1222-40DB-A32F-40D045874CE5}">
      <dgm:prSet/>
      <dgm:spPr/>
      <dgm:t>
        <a:bodyPr/>
        <a:lstStyle/>
        <a:p>
          <a:r>
            <a:rPr lang="en-US" b="0" i="0"/>
            <a:t>Eliminar completamente nuestro grafo:</a:t>
          </a:r>
          <a:br>
            <a:rPr lang="en-US" b="0" i="0"/>
          </a:br>
          <a:r>
            <a:rPr lang="en-US" b="1" i="0"/>
            <a:t>MATCH (n)</a:t>
          </a:r>
          <a:br>
            <a:rPr lang="en-US" b="1" i="0"/>
          </a:br>
          <a:r>
            <a:rPr lang="en-US" b="1" i="0"/>
            <a:t>DETACH DELETE n</a:t>
          </a:r>
          <a:endParaRPr lang="en-US"/>
        </a:p>
      </dgm:t>
    </dgm:pt>
    <dgm:pt modelId="{8041E22C-5C9E-4C6A-BD35-54E1A08E6565}" type="parTrans" cxnId="{F8848FD3-86B8-43EA-B02B-B3B2D712B997}">
      <dgm:prSet/>
      <dgm:spPr/>
      <dgm:t>
        <a:bodyPr/>
        <a:lstStyle/>
        <a:p>
          <a:endParaRPr lang="en-US"/>
        </a:p>
      </dgm:t>
    </dgm:pt>
    <dgm:pt modelId="{B19FAC15-883C-47CD-822F-10AC90A9150F}" type="sibTrans" cxnId="{F8848FD3-86B8-43EA-B02B-B3B2D712B997}">
      <dgm:prSet/>
      <dgm:spPr/>
      <dgm:t>
        <a:bodyPr/>
        <a:lstStyle/>
        <a:p>
          <a:endParaRPr lang="en-US"/>
        </a:p>
      </dgm:t>
    </dgm:pt>
    <dgm:pt modelId="{E7518F26-A3BB-DE46-A145-5F16A410C1A6}" type="pres">
      <dgm:prSet presAssocID="{31261D83-3C6F-461D-A350-B5687C3DE848}" presName="vert0" presStyleCnt="0">
        <dgm:presLayoutVars>
          <dgm:dir/>
          <dgm:animOne val="branch"/>
          <dgm:animLvl val="lvl"/>
        </dgm:presLayoutVars>
      </dgm:prSet>
      <dgm:spPr/>
    </dgm:pt>
    <dgm:pt modelId="{A06DA30F-0D2A-0C40-BC9A-302D24237F25}" type="pres">
      <dgm:prSet presAssocID="{BBD902FC-E58F-49CF-8C2D-C133905A219B}" presName="thickLine" presStyleLbl="alignNode1" presStyleIdx="0" presStyleCnt="5"/>
      <dgm:spPr/>
    </dgm:pt>
    <dgm:pt modelId="{14BC6C03-C546-1D47-A3CA-0A3BD93285D2}" type="pres">
      <dgm:prSet presAssocID="{BBD902FC-E58F-49CF-8C2D-C133905A219B}" presName="horz1" presStyleCnt="0"/>
      <dgm:spPr/>
    </dgm:pt>
    <dgm:pt modelId="{3F23CBE7-EF7D-B34B-AA90-5C8505D195BE}" type="pres">
      <dgm:prSet presAssocID="{BBD902FC-E58F-49CF-8C2D-C133905A219B}" presName="tx1" presStyleLbl="revTx" presStyleIdx="0" presStyleCnt="5"/>
      <dgm:spPr/>
    </dgm:pt>
    <dgm:pt modelId="{DC38A571-AC60-A143-8315-C8A7A6DB8867}" type="pres">
      <dgm:prSet presAssocID="{BBD902FC-E58F-49CF-8C2D-C133905A219B}" presName="vert1" presStyleCnt="0"/>
      <dgm:spPr/>
    </dgm:pt>
    <dgm:pt modelId="{86290234-9818-4845-AEEC-FB766630B126}" type="pres">
      <dgm:prSet presAssocID="{DAA4361F-6173-4113-8580-BD97EF31F0F8}" presName="thickLine" presStyleLbl="alignNode1" presStyleIdx="1" presStyleCnt="5"/>
      <dgm:spPr/>
    </dgm:pt>
    <dgm:pt modelId="{1B1AC162-B536-714D-945E-F1C163FF563E}" type="pres">
      <dgm:prSet presAssocID="{DAA4361F-6173-4113-8580-BD97EF31F0F8}" presName="horz1" presStyleCnt="0"/>
      <dgm:spPr/>
    </dgm:pt>
    <dgm:pt modelId="{0FA27231-E218-1640-B9BC-8D881B32619E}" type="pres">
      <dgm:prSet presAssocID="{DAA4361F-6173-4113-8580-BD97EF31F0F8}" presName="tx1" presStyleLbl="revTx" presStyleIdx="1" presStyleCnt="5"/>
      <dgm:spPr/>
    </dgm:pt>
    <dgm:pt modelId="{3B9A9FB1-A2A4-D14B-B5C9-D647343EC070}" type="pres">
      <dgm:prSet presAssocID="{DAA4361F-6173-4113-8580-BD97EF31F0F8}" presName="vert1" presStyleCnt="0"/>
      <dgm:spPr/>
    </dgm:pt>
    <dgm:pt modelId="{495ADDF7-A24A-4440-8601-894B84155DE9}" type="pres">
      <dgm:prSet presAssocID="{911B5FF4-5664-4AFF-9598-7E1DE117B699}" presName="thickLine" presStyleLbl="alignNode1" presStyleIdx="2" presStyleCnt="5"/>
      <dgm:spPr/>
    </dgm:pt>
    <dgm:pt modelId="{98129D03-E5C4-254B-A699-156D4D624EBE}" type="pres">
      <dgm:prSet presAssocID="{911B5FF4-5664-4AFF-9598-7E1DE117B699}" presName="horz1" presStyleCnt="0"/>
      <dgm:spPr/>
    </dgm:pt>
    <dgm:pt modelId="{89C0E0BA-005B-6243-A273-EF6B836641C1}" type="pres">
      <dgm:prSet presAssocID="{911B5FF4-5664-4AFF-9598-7E1DE117B699}" presName="tx1" presStyleLbl="revTx" presStyleIdx="2" presStyleCnt="5"/>
      <dgm:spPr/>
    </dgm:pt>
    <dgm:pt modelId="{26245992-50DF-7E44-B09B-D2A8986F9EE2}" type="pres">
      <dgm:prSet presAssocID="{911B5FF4-5664-4AFF-9598-7E1DE117B699}" presName="vert1" presStyleCnt="0"/>
      <dgm:spPr/>
    </dgm:pt>
    <dgm:pt modelId="{5031B041-8C0B-E241-BAE4-85EF2E5E50A9}" type="pres">
      <dgm:prSet presAssocID="{26E88385-4C64-4404-A3B1-05A99815DF64}" presName="thickLine" presStyleLbl="alignNode1" presStyleIdx="3" presStyleCnt="5"/>
      <dgm:spPr/>
    </dgm:pt>
    <dgm:pt modelId="{CB9668D9-2172-3C41-A955-F990CBAB5703}" type="pres">
      <dgm:prSet presAssocID="{26E88385-4C64-4404-A3B1-05A99815DF64}" presName="horz1" presStyleCnt="0"/>
      <dgm:spPr/>
    </dgm:pt>
    <dgm:pt modelId="{0C6A9356-5CC0-D749-B384-7A0613C1790A}" type="pres">
      <dgm:prSet presAssocID="{26E88385-4C64-4404-A3B1-05A99815DF64}" presName="tx1" presStyleLbl="revTx" presStyleIdx="3" presStyleCnt="5"/>
      <dgm:spPr/>
    </dgm:pt>
    <dgm:pt modelId="{B5E32262-6012-5647-830B-B0CB6CA94683}" type="pres">
      <dgm:prSet presAssocID="{26E88385-4C64-4404-A3B1-05A99815DF64}" presName="vert1" presStyleCnt="0"/>
      <dgm:spPr/>
    </dgm:pt>
    <dgm:pt modelId="{F71A6862-88F1-FF41-BBFE-46B8BC8BD6DF}" type="pres">
      <dgm:prSet presAssocID="{268D5BDC-1222-40DB-A32F-40D045874CE5}" presName="thickLine" presStyleLbl="alignNode1" presStyleIdx="4" presStyleCnt="5"/>
      <dgm:spPr/>
    </dgm:pt>
    <dgm:pt modelId="{D45EDF12-EF73-114B-B6E2-1D52F09A7873}" type="pres">
      <dgm:prSet presAssocID="{268D5BDC-1222-40DB-A32F-40D045874CE5}" presName="horz1" presStyleCnt="0"/>
      <dgm:spPr/>
    </dgm:pt>
    <dgm:pt modelId="{29B35E67-D2E9-2F49-9A2D-339302103EE7}" type="pres">
      <dgm:prSet presAssocID="{268D5BDC-1222-40DB-A32F-40D045874CE5}" presName="tx1" presStyleLbl="revTx" presStyleIdx="4" presStyleCnt="5"/>
      <dgm:spPr/>
    </dgm:pt>
    <dgm:pt modelId="{98C13AFB-27D3-264A-9DF8-426CDEE623E6}" type="pres">
      <dgm:prSet presAssocID="{268D5BDC-1222-40DB-A32F-40D045874CE5}" presName="vert1" presStyleCnt="0"/>
      <dgm:spPr/>
    </dgm:pt>
  </dgm:ptLst>
  <dgm:cxnLst>
    <dgm:cxn modelId="{03CDE901-1625-4EF0-BFFB-C4853C9E4DFC}" srcId="{31261D83-3C6F-461D-A350-B5687C3DE848}" destId="{DAA4361F-6173-4113-8580-BD97EF31F0F8}" srcOrd="1" destOrd="0" parTransId="{CB6619B4-42BD-4FAF-96C8-541EF54E4F7D}" sibTransId="{16BC6A80-12E6-4A10-9378-E8EF00251BE9}"/>
    <dgm:cxn modelId="{F6574820-78C2-AE41-8A33-DC245C3F3F5B}" type="presOf" srcId="{26E88385-4C64-4404-A3B1-05A99815DF64}" destId="{0C6A9356-5CC0-D749-B384-7A0613C1790A}" srcOrd="0" destOrd="0" presId="urn:microsoft.com/office/officeart/2008/layout/LinedList"/>
    <dgm:cxn modelId="{E8BE8933-2C57-4F81-B3D8-288C9F671FBD}" srcId="{31261D83-3C6F-461D-A350-B5687C3DE848}" destId="{BBD902FC-E58F-49CF-8C2D-C133905A219B}" srcOrd="0" destOrd="0" parTransId="{EE578AF3-15D8-49E6-8BF2-D6A650EB6A23}" sibTransId="{552DF089-0945-4109-8D78-C68F81B5DB37}"/>
    <dgm:cxn modelId="{3C2AB245-03F7-F24A-95FF-44E8591576D8}" type="presOf" srcId="{31261D83-3C6F-461D-A350-B5687C3DE848}" destId="{E7518F26-A3BB-DE46-A145-5F16A410C1A6}" srcOrd="0" destOrd="0" presId="urn:microsoft.com/office/officeart/2008/layout/LinedList"/>
    <dgm:cxn modelId="{B1B1CD68-AD01-4E4A-B094-7941CCB6202F}" type="presOf" srcId="{BBD902FC-E58F-49CF-8C2D-C133905A219B}" destId="{3F23CBE7-EF7D-B34B-AA90-5C8505D195BE}" srcOrd="0" destOrd="0" presId="urn:microsoft.com/office/officeart/2008/layout/LinedList"/>
    <dgm:cxn modelId="{9B592086-3F79-804D-A9DE-2D3282167D03}" type="presOf" srcId="{911B5FF4-5664-4AFF-9598-7E1DE117B699}" destId="{89C0E0BA-005B-6243-A273-EF6B836641C1}" srcOrd="0" destOrd="0" presId="urn:microsoft.com/office/officeart/2008/layout/LinedList"/>
    <dgm:cxn modelId="{EC94348F-989C-7244-9912-8250A23F1081}" type="presOf" srcId="{DAA4361F-6173-4113-8580-BD97EF31F0F8}" destId="{0FA27231-E218-1640-B9BC-8D881B32619E}" srcOrd="0" destOrd="0" presId="urn:microsoft.com/office/officeart/2008/layout/LinedList"/>
    <dgm:cxn modelId="{7D3D029F-E0DD-4959-AA53-DC9BB911AFFF}" srcId="{31261D83-3C6F-461D-A350-B5687C3DE848}" destId="{911B5FF4-5664-4AFF-9598-7E1DE117B699}" srcOrd="2" destOrd="0" parTransId="{233403DD-1467-4BFF-B9FE-02028872F701}" sibTransId="{AF211FF1-BD04-44ED-B220-F69DE66D6FCC}"/>
    <dgm:cxn modelId="{F8848FD3-86B8-43EA-B02B-B3B2D712B997}" srcId="{31261D83-3C6F-461D-A350-B5687C3DE848}" destId="{268D5BDC-1222-40DB-A32F-40D045874CE5}" srcOrd="4" destOrd="0" parTransId="{8041E22C-5C9E-4C6A-BD35-54E1A08E6565}" sibTransId="{B19FAC15-883C-47CD-822F-10AC90A9150F}"/>
    <dgm:cxn modelId="{264A74E8-C58A-8B48-95C4-ABB5153B22A1}" type="presOf" srcId="{268D5BDC-1222-40DB-A32F-40D045874CE5}" destId="{29B35E67-D2E9-2F49-9A2D-339302103EE7}" srcOrd="0" destOrd="0" presId="urn:microsoft.com/office/officeart/2008/layout/LinedList"/>
    <dgm:cxn modelId="{79E7B2EA-A9E2-4F5D-BCA7-5A07B89EB7ED}" srcId="{31261D83-3C6F-461D-A350-B5687C3DE848}" destId="{26E88385-4C64-4404-A3B1-05A99815DF64}" srcOrd="3" destOrd="0" parTransId="{A3ECDB1D-0CBA-4BD7-92A8-AF5D69539303}" sibTransId="{EB7488E8-907D-4161-8A48-99A3893EF3ED}"/>
    <dgm:cxn modelId="{7D8702B8-D5C5-374C-B0CC-4751B5A52BE4}" type="presParOf" srcId="{E7518F26-A3BB-DE46-A145-5F16A410C1A6}" destId="{A06DA30F-0D2A-0C40-BC9A-302D24237F25}" srcOrd="0" destOrd="0" presId="urn:microsoft.com/office/officeart/2008/layout/LinedList"/>
    <dgm:cxn modelId="{223A454A-2840-0747-B71B-DFE3C5BCD9D6}" type="presParOf" srcId="{E7518F26-A3BB-DE46-A145-5F16A410C1A6}" destId="{14BC6C03-C546-1D47-A3CA-0A3BD93285D2}" srcOrd="1" destOrd="0" presId="urn:microsoft.com/office/officeart/2008/layout/LinedList"/>
    <dgm:cxn modelId="{0B6682AE-3E9E-8D4C-9FB8-450B24A94D38}" type="presParOf" srcId="{14BC6C03-C546-1D47-A3CA-0A3BD93285D2}" destId="{3F23CBE7-EF7D-B34B-AA90-5C8505D195BE}" srcOrd="0" destOrd="0" presId="urn:microsoft.com/office/officeart/2008/layout/LinedList"/>
    <dgm:cxn modelId="{0069D333-FFF7-6A47-B91B-C4810B166116}" type="presParOf" srcId="{14BC6C03-C546-1D47-A3CA-0A3BD93285D2}" destId="{DC38A571-AC60-A143-8315-C8A7A6DB8867}" srcOrd="1" destOrd="0" presId="urn:microsoft.com/office/officeart/2008/layout/LinedList"/>
    <dgm:cxn modelId="{4F84627D-0936-2043-9C4E-E1E7F725E6B6}" type="presParOf" srcId="{E7518F26-A3BB-DE46-A145-5F16A410C1A6}" destId="{86290234-9818-4845-AEEC-FB766630B126}" srcOrd="2" destOrd="0" presId="urn:microsoft.com/office/officeart/2008/layout/LinedList"/>
    <dgm:cxn modelId="{FAFFA558-CFF2-EC4C-BD6D-F3C230F0A709}" type="presParOf" srcId="{E7518F26-A3BB-DE46-A145-5F16A410C1A6}" destId="{1B1AC162-B536-714D-945E-F1C163FF563E}" srcOrd="3" destOrd="0" presId="urn:microsoft.com/office/officeart/2008/layout/LinedList"/>
    <dgm:cxn modelId="{C9A97418-9ED1-854A-925B-649316765797}" type="presParOf" srcId="{1B1AC162-B536-714D-945E-F1C163FF563E}" destId="{0FA27231-E218-1640-B9BC-8D881B32619E}" srcOrd="0" destOrd="0" presId="urn:microsoft.com/office/officeart/2008/layout/LinedList"/>
    <dgm:cxn modelId="{9C620286-7CF8-FF48-BA25-42AC0E361C38}" type="presParOf" srcId="{1B1AC162-B536-714D-945E-F1C163FF563E}" destId="{3B9A9FB1-A2A4-D14B-B5C9-D647343EC070}" srcOrd="1" destOrd="0" presId="urn:microsoft.com/office/officeart/2008/layout/LinedList"/>
    <dgm:cxn modelId="{5780EA1B-B9A7-704C-A566-ED5C8F90B4AE}" type="presParOf" srcId="{E7518F26-A3BB-DE46-A145-5F16A410C1A6}" destId="{495ADDF7-A24A-4440-8601-894B84155DE9}" srcOrd="4" destOrd="0" presId="urn:microsoft.com/office/officeart/2008/layout/LinedList"/>
    <dgm:cxn modelId="{BD58F484-B99F-304F-A5B9-FE9E54BB36D0}" type="presParOf" srcId="{E7518F26-A3BB-DE46-A145-5F16A410C1A6}" destId="{98129D03-E5C4-254B-A699-156D4D624EBE}" srcOrd="5" destOrd="0" presId="urn:microsoft.com/office/officeart/2008/layout/LinedList"/>
    <dgm:cxn modelId="{6A9B05E9-652A-7746-B0FD-05D6E68BCFAF}" type="presParOf" srcId="{98129D03-E5C4-254B-A699-156D4D624EBE}" destId="{89C0E0BA-005B-6243-A273-EF6B836641C1}" srcOrd="0" destOrd="0" presId="urn:microsoft.com/office/officeart/2008/layout/LinedList"/>
    <dgm:cxn modelId="{F02B354C-DFC6-2A47-B2C6-3FCD66645EF7}" type="presParOf" srcId="{98129D03-E5C4-254B-A699-156D4D624EBE}" destId="{26245992-50DF-7E44-B09B-D2A8986F9EE2}" srcOrd="1" destOrd="0" presId="urn:microsoft.com/office/officeart/2008/layout/LinedList"/>
    <dgm:cxn modelId="{5A86ABB5-4EB0-654F-83CA-40D6D758478D}" type="presParOf" srcId="{E7518F26-A3BB-DE46-A145-5F16A410C1A6}" destId="{5031B041-8C0B-E241-BAE4-85EF2E5E50A9}" srcOrd="6" destOrd="0" presId="urn:microsoft.com/office/officeart/2008/layout/LinedList"/>
    <dgm:cxn modelId="{2A617CDA-E80B-0847-932F-4AB6BF71BB7E}" type="presParOf" srcId="{E7518F26-A3BB-DE46-A145-5F16A410C1A6}" destId="{CB9668D9-2172-3C41-A955-F990CBAB5703}" srcOrd="7" destOrd="0" presId="urn:microsoft.com/office/officeart/2008/layout/LinedList"/>
    <dgm:cxn modelId="{518959CD-F9BA-7E49-BB5D-73CEFD518B26}" type="presParOf" srcId="{CB9668D9-2172-3C41-A955-F990CBAB5703}" destId="{0C6A9356-5CC0-D749-B384-7A0613C1790A}" srcOrd="0" destOrd="0" presId="urn:microsoft.com/office/officeart/2008/layout/LinedList"/>
    <dgm:cxn modelId="{DDB00BB0-4AC8-364C-A2B6-A1B68BF5EFEB}" type="presParOf" srcId="{CB9668D9-2172-3C41-A955-F990CBAB5703}" destId="{B5E32262-6012-5647-830B-B0CB6CA94683}" srcOrd="1" destOrd="0" presId="urn:microsoft.com/office/officeart/2008/layout/LinedList"/>
    <dgm:cxn modelId="{0AC3DE78-A871-A34E-8039-8D128723B1DA}" type="presParOf" srcId="{E7518F26-A3BB-DE46-A145-5F16A410C1A6}" destId="{F71A6862-88F1-FF41-BBFE-46B8BC8BD6DF}" srcOrd="8" destOrd="0" presId="urn:microsoft.com/office/officeart/2008/layout/LinedList"/>
    <dgm:cxn modelId="{6F117BD7-0844-FA45-BE3F-CA7AE13B6FC2}" type="presParOf" srcId="{E7518F26-A3BB-DE46-A145-5F16A410C1A6}" destId="{D45EDF12-EF73-114B-B6E2-1D52F09A7873}" srcOrd="9" destOrd="0" presId="urn:microsoft.com/office/officeart/2008/layout/LinedList"/>
    <dgm:cxn modelId="{9AEF8D94-F82D-1A4D-ABFD-5A97C54D86E6}" type="presParOf" srcId="{D45EDF12-EF73-114B-B6E2-1D52F09A7873}" destId="{29B35E67-D2E9-2F49-9A2D-339302103EE7}" srcOrd="0" destOrd="0" presId="urn:microsoft.com/office/officeart/2008/layout/LinedList"/>
    <dgm:cxn modelId="{94296CAB-0815-F546-BED3-35824F2FA615}" type="presParOf" srcId="{D45EDF12-EF73-114B-B6E2-1D52F09A7873}" destId="{98C13AFB-27D3-264A-9DF8-426CDEE623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ACC20-642B-AA44-8165-59D27BDE51B3}">
      <dsp:nvSpPr>
        <dsp:cNvPr id="0" name=""/>
        <dsp:cNvSpPr/>
      </dsp:nvSpPr>
      <dsp:spPr>
        <a:xfrm>
          <a:off x="1283" y="486074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 una base de datos de grafos, no necesitamos pensar en términos de “unir tablas por claves” como en SQL.</a:t>
          </a:r>
        </a:p>
      </dsp:txBody>
      <dsp:txXfrm>
        <a:off x="45271" y="530062"/>
        <a:ext cx="2915747" cy="1413885"/>
      </dsp:txXfrm>
    </dsp:sp>
    <dsp:sp modelId="{DA60F169-87DC-C540-A537-D4F18027AEF0}">
      <dsp:nvSpPr>
        <dsp:cNvPr id="0" name=""/>
        <dsp:cNvSpPr/>
      </dsp:nvSpPr>
      <dsp:spPr>
        <a:xfrm>
          <a:off x="3755938" y="486074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Simplemente </a:t>
          </a:r>
          <a:r>
            <a:rPr lang="en-US" sz="1900" b="1" kern="1200"/>
            <a:t>seguimos relaciones</a:t>
          </a:r>
          <a:r>
            <a:rPr lang="en-US" sz="1900" kern="1200"/>
            <a:t>, como lo haríamos naturalmente en la vida real.</a:t>
          </a:r>
        </a:p>
      </dsp:txBody>
      <dsp:txXfrm>
        <a:off x="3799926" y="530062"/>
        <a:ext cx="2915747" cy="1413885"/>
      </dsp:txXfrm>
    </dsp:sp>
    <dsp:sp modelId="{B4F17E84-6FE2-3B45-A20F-C4CEE9E59995}">
      <dsp:nvSpPr>
        <dsp:cNvPr id="0" name=""/>
        <dsp:cNvSpPr/>
      </dsp:nvSpPr>
      <dsp:spPr>
        <a:xfrm>
          <a:off x="4056310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0513F9-17CC-8D4D-840F-E33EBA840965}">
      <dsp:nvSpPr>
        <dsp:cNvPr id="0" name=""/>
        <dsp:cNvSpPr/>
      </dsp:nvSpPr>
      <dsp:spPr>
        <a:xfrm>
          <a:off x="4356682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¿Qué películas le gustaron a los amigos de Ana?”</a:t>
          </a:r>
          <a:endParaRPr lang="en-US" sz="1900" kern="1200"/>
        </a:p>
      </dsp:txBody>
      <dsp:txXfrm>
        <a:off x="4400670" y="2407389"/>
        <a:ext cx="2315002" cy="1413885"/>
      </dsp:txXfrm>
    </dsp:sp>
    <dsp:sp modelId="{B2AA0D65-B438-254B-A8F2-5E168BE68BCC}">
      <dsp:nvSpPr>
        <dsp:cNvPr id="0" name=""/>
        <dsp:cNvSpPr/>
      </dsp:nvSpPr>
      <dsp:spPr>
        <a:xfrm>
          <a:off x="7510592" y="486074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En la vida real lo pensás así:</a:t>
          </a:r>
          <a:endParaRPr lang="en-US" sz="1900" kern="1200"/>
        </a:p>
      </dsp:txBody>
      <dsp:txXfrm>
        <a:off x="7554580" y="530062"/>
        <a:ext cx="2915747" cy="1413885"/>
      </dsp:txXfrm>
    </dsp:sp>
    <dsp:sp modelId="{39DAE12A-B79F-594F-8435-79D18123217D}">
      <dsp:nvSpPr>
        <dsp:cNvPr id="0" name=""/>
        <dsp:cNvSpPr/>
      </dsp:nvSpPr>
      <dsp:spPr>
        <a:xfrm>
          <a:off x="7810965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5D38C-AA16-6A4D-8CD2-F30546F1A4A3}">
      <dsp:nvSpPr>
        <dsp:cNvPr id="0" name=""/>
        <dsp:cNvSpPr/>
      </dsp:nvSpPr>
      <dsp:spPr>
        <a:xfrm>
          <a:off x="8111337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“Ana tiene amigos → esos amigos vieron películas → quiero saber cuáles les gustaron” </a:t>
          </a:r>
        </a:p>
      </dsp:txBody>
      <dsp:txXfrm>
        <a:off x="8155325" y="2407389"/>
        <a:ext cx="2315002" cy="1413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DD6D8-7F60-1349-95FA-D47F2D2A2413}">
      <dsp:nvSpPr>
        <dsp:cNvPr id="0" name=""/>
        <dsp:cNvSpPr/>
      </dsp:nvSpPr>
      <dsp:spPr>
        <a:xfrm>
          <a:off x="2405536" y="2950817"/>
          <a:ext cx="480590" cy="10332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0295" y="0"/>
              </a:lnTo>
              <a:lnTo>
                <a:pt x="240295" y="1033269"/>
              </a:lnTo>
              <a:lnTo>
                <a:pt x="480590" y="103326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36AA8A-98DA-7D4E-BBB7-889342A8EB3C}">
      <dsp:nvSpPr>
        <dsp:cNvPr id="0" name=""/>
        <dsp:cNvSpPr/>
      </dsp:nvSpPr>
      <dsp:spPr>
        <a:xfrm>
          <a:off x="2405536" y="2905097"/>
          <a:ext cx="4805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0590" y="457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A46D7-5062-6843-A096-D5A83AE94533}">
      <dsp:nvSpPr>
        <dsp:cNvPr id="0" name=""/>
        <dsp:cNvSpPr/>
      </dsp:nvSpPr>
      <dsp:spPr>
        <a:xfrm>
          <a:off x="2405536" y="1917547"/>
          <a:ext cx="480590" cy="1033269"/>
        </a:xfrm>
        <a:custGeom>
          <a:avLst/>
          <a:gdLst/>
          <a:ahLst/>
          <a:cxnLst/>
          <a:rect l="0" t="0" r="0" b="0"/>
          <a:pathLst>
            <a:path>
              <a:moveTo>
                <a:pt x="0" y="1033269"/>
              </a:moveTo>
              <a:lnTo>
                <a:pt x="240295" y="1033269"/>
              </a:lnTo>
              <a:lnTo>
                <a:pt x="240295" y="0"/>
              </a:lnTo>
              <a:lnTo>
                <a:pt x="480590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8F589-0F39-8D4E-B9EF-CE8DB57F414F}">
      <dsp:nvSpPr>
        <dsp:cNvPr id="0" name=""/>
        <dsp:cNvSpPr/>
      </dsp:nvSpPr>
      <dsp:spPr>
        <a:xfrm>
          <a:off x="2583" y="1551097"/>
          <a:ext cx="2402952" cy="732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Las BDs </a:t>
          </a:r>
          <a:r>
            <a:rPr lang="en-US" sz="1500" b="0" i="0" kern="1200" dirty="0" err="1"/>
            <a:t>relacionales</a:t>
          </a:r>
          <a:r>
            <a:rPr lang="en-US" sz="1500" b="0" i="0" kern="1200" dirty="0"/>
            <a:t> no </a:t>
          </a:r>
          <a:r>
            <a:rPr lang="en-US" sz="1500" b="0" i="0" kern="1200" dirty="0" err="1"/>
            <a:t>guardan</a:t>
          </a:r>
          <a:r>
            <a:rPr lang="en-US" sz="1500" b="0" i="0" kern="1200" dirty="0"/>
            <a:t> las </a:t>
          </a:r>
          <a:r>
            <a:rPr lang="en-US" sz="1500" b="0" i="0" kern="1200" dirty="0" err="1"/>
            <a:t>relaciones</a:t>
          </a:r>
          <a:r>
            <a:rPr lang="en-US" sz="1500" b="0" i="0" kern="1200" dirty="0"/>
            <a:t> entre </a:t>
          </a:r>
          <a:r>
            <a:rPr lang="en-US" sz="1500" b="0" i="0" kern="1200" dirty="0" err="1"/>
            <a:t>los</a:t>
          </a:r>
          <a:r>
            <a:rPr lang="en-US" sz="1500" b="0" i="0" kern="1200" dirty="0"/>
            <a:t> </a:t>
          </a:r>
          <a:r>
            <a:rPr lang="en-US" sz="1500" b="0" i="0" kern="1200" dirty="0" err="1"/>
            <a:t>datos</a:t>
          </a:r>
          <a:r>
            <a:rPr lang="en-US" sz="1500" b="0" i="0" kern="1200" dirty="0"/>
            <a:t>, solo </a:t>
          </a:r>
          <a:r>
            <a:rPr lang="en-US" sz="1500" b="0" i="0" kern="1200" dirty="0" err="1"/>
            <a:t>tablas</a:t>
          </a:r>
          <a:r>
            <a:rPr lang="en-US" sz="1500" b="0" i="0" kern="1200" dirty="0"/>
            <a:t> con id.</a:t>
          </a:r>
          <a:endParaRPr lang="en-US" sz="1500" kern="1200" dirty="0"/>
        </a:p>
      </dsp:txBody>
      <dsp:txXfrm>
        <a:off x="2583" y="1551097"/>
        <a:ext cx="2402952" cy="732900"/>
      </dsp:txXfrm>
    </dsp:sp>
    <dsp:sp modelId="{2B3D618E-8061-BA44-8AFD-C025609818FA}">
      <dsp:nvSpPr>
        <dsp:cNvPr id="0" name=""/>
        <dsp:cNvSpPr/>
      </dsp:nvSpPr>
      <dsp:spPr>
        <a:xfrm>
          <a:off x="2583" y="2584367"/>
          <a:ext cx="2402952" cy="732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Esto implica:</a:t>
          </a:r>
          <a:endParaRPr lang="en-US" sz="1500" kern="1200"/>
        </a:p>
      </dsp:txBody>
      <dsp:txXfrm>
        <a:off x="2583" y="2584367"/>
        <a:ext cx="2402952" cy="732900"/>
      </dsp:txXfrm>
    </dsp:sp>
    <dsp:sp modelId="{C9A60D5F-DA19-9146-A8BA-BC26977BB3EA}">
      <dsp:nvSpPr>
        <dsp:cNvPr id="0" name=""/>
        <dsp:cNvSpPr/>
      </dsp:nvSpPr>
      <dsp:spPr>
        <a:xfrm>
          <a:off x="2886126" y="1551097"/>
          <a:ext cx="2402952" cy="7329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Gran número de Joins</a:t>
          </a:r>
          <a:endParaRPr lang="en-US" sz="1500" kern="1200"/>
        </a:p>
      </dsp:txBody>
      <dsp:txXfrm>
        <a:off x="2886126" y="1551097"/>
        <a:ext cx="2402952" cy="732900"/>
      </dsp:txXfrm>
    </dsp:sp>
    <dsp:sp modelId="{A6DD950B-7444-084B-AB18-91CB3DA2D61A}">
      <dsp:nvSpPr>
        <dsp:cNvPr id="0" name=""/>
        <dsp:cNvSpPr/>
      </dsp:nvSpPr>
      <dsp:spPr>
        <a:xfrm>
          <a:off x="2886126" y="2584367"/>
          <a:ext cx="2402952" cy="7329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Joins recursivos para representaciones de árboles o jerarquías.</a:t>
          </a:r>
          <a:endParaRPr lang="en-US" sz="1500" kern="1200"/>
        </a:p>
      </dsp:txBody>
      <dsp:txXfrm>
        <a:off x="2886126" y="2584367"/>
        <a:ext cx="2402952" cy="732900"/>
      </dsp:txXfrm>
    </dsp:sp>
    <dsp:sp modelId="{50F3A4A9-6140-6147-83D7-C61A34FC7582}">
      <dsp:nvSpPr>
        <dsp:cNvPr id="0" name=""/>
        <dsp:cNvSpPr/>
      </dsp:nvSpPr>
      <dsp:spPr>
        <a:xfrm>
          <a:off x="2886126" y="3617636"/>
          <a:ext cx="2402952" cy="7329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Esquema cambiante de las relaciones (frecuentes reorganizaciones).</a:t>
          </a:r>
          <a:endParaRPr lang="en-US" sz="1500" kern="1200"/>
        </a:p>
      </dsp:txBody>
      <dsp:txXfrm>
        <a:off x="2886126" y="3617636"/>
        <a:ext cx="2402952" cy="732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DA30F-0D2A-0C40-BC9A-302D24237F25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3CBE7-EF7D-B34B-AA90-5C8505D195BE}">
      <dsp:nvSpPr>
        <dsp:cNvPr id="0" name=""/>
        <dsp:cNvSpPr/>
      </dsp:nvSpPr>
      <dsp:spPr>
        <a:xfrm>
          <a:off x="0" y="67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Para eliminar podemos usar las cláusulas </a:t>
          </a:r>
          <a:r>
            <a:rPr lang="en-US" sz="1700" b="1" i="0" kern="1200"/>
            <a:t>DELETE</a:t>
          </a:r>
          <a:r>
            <a:rPr lang="en-US" sz="1700" b="0" i="0" kern="1200"/>
            <a:t> o </a:t>
          </a:r>
          <a:r>
            <a:rPr lang="en-US" sz="1700" b="1" i="0" kern="1200"/>
            <a:t>DETACH DELETE</a:t>
          </a:r>
          <a:endParaRPr lang="en-US" sz="1700" kern="1200"/>
        </a:p>
      </dsp:txBody>
      <dsp:txXfrm>
        <a:off x="0" y="675"/>
        <a:ext cx="6291714" cy="1105876"/>
      </dsp:txXfrm>
    </dsp:sp>
    <dsp:sp modelId="{86290234-9818-4845-AEEC-FB766630B126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27231-E218-1640-B9BC-8D881B32619E}">
      <dsp:nvSpPr>
        <dsp:cNvPr id="0" name=""/>
        <dsp:cNvSpPr/>
      </dsp:nvSpPr>
      <dsp:spPr>
        <a:xfrm>
          <a:off x="0" y="110655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Eliminar un nodo:</a:t>
          </a:r>
          <a:br>
            <a:rPr lang="en-US" sz="1700" b="0" i="0" kern="1200"/>
          </a:br>
          <a:r>
            <a:rPr lang="en-US" sz="1700" b="1" i="0" kern="1200"/>
            <a:t>MATCH (p:Person {name: 'Alice’})</a:t>
          </a:r>
          <a:br>
            <a:rPr lang="en-US" sz="1700" b="1" i="0" kern="1200"/>
          </a:br>
          <a:r>
            <a:rPr lang="en-US" sz="1700" b="1" i="0" kern="1200"/>
            <a:t>DELETE p</a:t>
          </a:r>
          <a:endParaRPr lang="en-US" sz="1700" kern="1200"/>
        </a:p>
      </dsp:txBody>
      <dsp:txXfrm>
        <a:off x="0" y="1106552"/>
        <a:ext cx="6291714" cy="1105876"/>
      </dsp:txXfrm>
    </dsp:sp>
    <dsp:sp modelId="{495ADDF7-A24A-4440-8601-894B84155DE9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0E0BA-005B-6243-A273-EF6B836641C1}">
      <dsp:nvSpPr>
        <dsp:cNvPr id="0" name=""/>
        <dsp:cNvSpPr/>
      </dsp:nvSpPr>
      <dsp:spPr>
        <a:xfrm>
          <a:off x="0" y="2212429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Eliminar una relación:</a:t>
          </a:r>
          <a:br>
            <a:rPr lang="en-US" sz="1700" b="0" i="0" kern="1200"/>
          </a:br>
          <a:r>
            <a:rPr lang="en-US" sz="1700" b="1" i="0" kern="1200"/>
            <a:t>MATCH (:Person {name: 'Alice'})-[r:KNOWS]-()</a:t>
          </a:r>
          <a:br>
            <a:rPr lang="en-US" sz="1700" b="1" i="0" kern="1200"/>
          </a:br>
          <a:r>
            <a:rPr lang="en-US" sz="1700" b="1" i="0" kern="1200"/>
            <a:t>DELETE r</a:t>
          </a:r>
          <a:endParaRPr lang="en-US" sz="1700" kern="1200"/>
        </a:p>
      </dsp:txBody>
      <dsp:txXfrm>
        <a:off x="0" y="2212429"/>
        <a:ext cx="6291714" cy="1105876"/>
      </dsp:txXfrm>
    </dsp:sp>
    <dsp:sp modelId="{5031B041-8C0B-E241-BAE4-85EF2E5E50A9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832709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A9356-5CC0-D749-B384-7A0613C1790A}">
      <dsp:nvSpPr>
        <dsp:cNvPr id="0" name=""/>
        <dsp:cNvSpPr/>
      </dsp:nvSpPr>
      <dsp:spPr>
        <a:xfrm>
          <a:off x="0" y="331830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Eliminar un nodo y todas sus relaciones, y relaciones entrantes y salientes:</a:t>
          </a:r>
          <a:br>
            <a:rPr lang="en-US" sz="1700" b="0" i="0" kern="1200"/>
          </a:br>
          <a:r>
            <a:rPr lang="en-US" sz="1700" b="1" i="0" kern="1200"/>
            <a:t>MATCH (p:Person {name: 'Alice’})</a:t>
          </a:r>
          <a:br>
            <a:rPr lang="en-US" sz="1700" b="1" i="0" kern="1200"/>
          </a:br>
          <a:r>
            <a:rPr lang="en-US" sz="1700" b="1" i="0" kern="1200"/>
            <a:t>DETACH DELETE p</a:t>
          </a:r>
          <a:endParaRPr lang="en-US" sz="1700" kern="1200"/>
        </a:p>
      </dsp:txBody>
      <dsp:txXfrm>
        <a:off x="0" y="3318305"/>
        <a:ext cx="6291714" cy="1105876"/>
      </dsp:txXfrm>
    </dsp:sp>
    <dsp:sp modelId="{F71A6862-88F1-FF41-BBFE-46B8BC8BD6DF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35E67-D2E9-2F49-9A2D-339302103EE7}">
      <dsp:nvSpPr>
        <dsp:cNvPr id="0" name=""/>
        <dsp:cNvSpPr/>
      </dsp:nvSpPr>
      <dsp:spPr>
        <a:xfrm>
          <a:off x="0" y="442418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Eliminar completamente nuestro grafo:</a:t>
          </a:r>
          <a:br>
            <a:rPr lang="en-US" sz="1700" b="0" i="0" kern="1200"/>
          </a:br>
          <a:r>
            <a:rPr lang="en-US" sz="1700" b="1" i="0" kern="1200"/>
            <a:t>MATCH (n)</a:t>
          </a:r>
          <a:br>
            <a:rPr lang="en-US" sz="1700" b="1" i="0" kern="1200"/>
          </a:br>
          <a:r>
            <a:rPr lang="en-US" sz="1700" b="1" i="0" kern="1200"/>
            <a:t>DETACH DELETE n</a:t>
          </a:r>
          <a:endParaRPr lang="en-US" sz="1700" kern="1200"/>
        </a:p>
      </dsp:txBody>
      <dsp:txXfrm>
        <a:off x="0" y="4424182"/>
        <a:ext cx="6291714" cy="1105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3760-B0DD-C30C-00DD-FF905EBA1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2BFF7-4CC8-17C3-F9E4-9A84CBD53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1AA7A-DD22-611D-1CE2-B3C009D8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7693-B9ED-1F77-C3C2-A147AE7F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E19A-82B8-F2FC-9461-D1162468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421438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D21E-1C3B-4A7E-FAEE-8F2B5BD0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C13E-095A-F91B-47A4-F962FE24A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00D73-38BD-6529-4FE8-31F515E5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52944-A26B-9629-9865-1A349C494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BC335-365B-F8EC-F3BB-9B4564DC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77620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FAA4-B484-F910-8300-AF4954A8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0E880-6CB3-A7D1-BA68-C024AAA42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ACA96-1AC9-8AB8-8C18-219DAC633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D967A-3063-FA91-D745-D99BA51E8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07E89-A2C8-CED3-2D94-5D3DB6AE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63464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ED45-30A7-415E-9B93-36FB7051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1FABA-07F8-0445-0856-724C89972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471B3-8C52-A868-6CB2-F6DD7DEE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9D5EC-87DE-F960-0480-7EEB7388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770D4-D073-BD64-E55A-D6D6B520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5DE8A-2285-9E46-FFF8-C12E5112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64012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636C-E054-2448-14E3-A334F73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BB5CB-7BC3-EF9B-99A2-D2892648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934BD-D573-A4E2-1D0B-4FD7F1FA8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1DDB9-1A47-0314-B1DC-41C26C80F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5287C-4F42-B4C7-5D38-3D9E75D74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DCBCA-B112-CBC2-EBF6-E409A2EE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F5BA0-5B5A-8263-7750-7C8CDACE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CBA8F-0BAC-A4B6-619B-706EEF66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38229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652D-D48E-2CE1-9086-1DA742DC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92BF9-505E-9612-2BF4-D1908EF9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2DF2C-76B2-7263-8427-C57AE96C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106B4-D2F4-1A0F-A1E2-47F5C5BF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37212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6A704-037B-88B8-CE7F-94926587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6CA5A-90DE-29BD-EDE7-73F0CA4F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535B5-5A30-3A55-7CD8-5BC21B96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65235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2334-FAFC-8BC4-468A-5C791E6E1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752A-E696-5C34-DE1C-335609A8A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D0483-CA85-97E5-B876-7F08C69B4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AA448-6A6D-BF41-8E6C-65AD4B8F6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E216A-B631-9A60-0588-76E1D2A8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9FA7A-523F-0BFA-49E8-7A3918E2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43521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C066-403A-6489-6BC5-2630AA7E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0467A-B935-6225-8DB5-FFD0B5952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44228-F3E5-B9D5-3ADB-5852411CC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E91B5-10C1-1C58-C144-CBF3D540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3D170-1BDC-112F-EA9D-627E60FC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486D3-248D-811E-75B9-E56DD1EF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981954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2C8E-47EC-864A-9250-0F86BD2F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597A5-5FEC-D0E1-C7B6-FE77506F8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14E31-3845-B6B0-102D-F4CA217D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10FF1-3BDD-C62C-41D5-DE4F7CE3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D260-A9EB-6CF0-8A44-FB6745C3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94886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CE504-1174-77AE-7057-696712998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02CBD-4A90-9B9F-3389-B0360C71B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C6C83-5388-3A0F-252E-5CBD40AE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08B54-2DD2-428F-B844-0362BD26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F207-EAFA-1B15-7040-F4297C71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58440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BF43C-97EC-13A5-69C8-47CACE73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E8730-4911-5627-E198-741AB4450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BF612-6FB1-039B-A3F4-4C483661A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D64E1-F633-2244-83E0-75C77DCEA232}" type="datetimeFigureOut">
              <a:rPr lang="en-AR" smtClean="0"/>
              <a:t>04/05/2025</a:t>
            </a:fld>
            <a:endParaRPr lang="en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8D1AC-DA21-B963-EFAC-2D5A9C782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A5849-6C80-186C-1F34-B69BA1E87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77797-4879-4347-A907-FBDB4BE629A7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57236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63B19-DE33-5C58-44B0-B6988E1DB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2346229"/>
          </a:xfrm>
        </p:spPr>
        <p:txBody>
          <a:bodyPr anchor="b">
            <a:normAutofit/>
          </a:bodyPr>
          <a:lstStyle/>
          <a:p>
            <a:r>
              <a:rPr lang="en-AR" sz="3200" dirty="0">
                <a:solidFill>
                  <a:srgbClr val="595959"/>
                </a:solidFill>
              </a:rPr>
              <a:t>Bases de Datos Orientadas a Grafos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4CD17-B153-919B-27BC-C5A0CB43F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4061345"/>
            <a:ext cx="4561369" cy="1416090"/>
          </a:xfrm>
        </p:spPr>
        <p:txBody>
          <a:bodyPr anchor="t">
            <a:normAutofit/>
          </a:bodyPr>
          <a:lstStyle/>
          <a:p>
            <a:r>
              <a:rPr lang="en-AR" sz="1400" dirty="0">
                <a:solidFill>
                  <a:srgbClr val="595959"/>
                </a:solidFill>
              </a:rPr>
              <a:t>Base de Datos 2</a:t>
            </a:r>
          </a:p>
        </p:txBody>
      </p:sp>
      <p:pic>
        <p:nvPicPr>
          <p:cNvPr id="1026" name="Picture 2" descr="Bases de datos de gráficos - Plataforma de M2M / IoT">
            <a:extLst>
              <a:ext uri="{FF2B5EF4-FFF2-40B4-BE49-F238E27FC236}">
                <a16:creationId xmlns:a16="http://schemas.microsoft.com/office/drawing/2014/main" id="{E7E07561-676A-09E9-E691-74D321137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10935" y="1419785"/>
            <a:ext cx="4018430" cy="401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33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C265E-4886-D5AB-9E4C-087FBE62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AR" sz="3800"/>
              <a:t>Bases de Datos orientadas a Grafos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0C32E-B4D0-6E55-A795-E0EFF5F0E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500" b="0" i="0" u="none" strike="noStrike">
                <a:effectLst/>
                <a:latin typeface="Trebuchet MS" panose="020B0703020202090204" pitchFamily="34" charset="0"/>
              </a:rPr>
              <a:t>Basada en estructura de grafos (nodos y aristas) para representar y almacenar la información.</a:t>
            </a:r>
            <a:endParaRPr lang="en-US" sz="1500" b="0" i="0" u="none" strike="noStrike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500" b="0" i="0" u="none" strike="noStrike">
                <a:effectLst/>
                <a:latin typeface="Trebuchet MS" panose="020B0703020202090204" pitchFamily="34" charset="0"/>
              </a:rPr>
              <a:t>Permiten un fácil almacenamiento de las entidades y las relaciones entre estas.</a:t>
            </a:r>
            <a:endParaRPr lang="en-US" sz="1500" b="0" i="0" u="none" strike="noStrike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500" b="0" i="0" u="none" strike="noStrike">
                <a:effectLst/>
                <a:latin typeface="Trebuchet MS" panose="020B0703020202090204" pitchFamily="34" charset="0"/>
              </a:rPr>
              <a:t>Las entidades se representan a través de nodos con sus propiedades.</a:t>
            </a:r>
            <a:endParaRPr lang="en-US" sz="1500" b="0" i="0" u="none" strike="noStrike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500" b="0" i="0" u="none" strike="noStrike">
                <a:effectLst/>
                <a:latin typeface="Trebuchet MS" panose="020B0703020202090204" pitchFamily="34" charset="0"/>
              </a:rPr>
              <a:t>Las aristas (arcos) son las relaciones entre los nodos y también pueden tener propiedades.</a:t>
            </a:r>
            <a:endParaRPr lang="en-US" sz="1500" b="0" i="0" u="none" strike="noStrike">
              <a:effectLst/>
              <a:latin typeface="Noto Sans Symbols"/>
            </a:endParaRPr>
          </a:p>
          <a:p>
            <a:endParaRPr lang="en-AR" sz="1500"/>
          </a:p>
        </p:txBody>
      </p:sp>
      <p:pic>
        <p:nvPicPr>
          <p:cNvPr id="2050" name="Picture 2" descr="Estructurando y consultando información en grafos">
            <a:extLst>
              <a:ext uri="{FF2B5EF4-FFF2-40B4-BE49-F238E27FC236}">
                <a16:creationId xmlns:a16="http://schemas.microsoft.com/office/drawing/2014/main" id="{D6D4E233-38AB-5518-BE4B-65DFCD5B3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986809"/>
            <a:ext cx="6903720" cy="488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4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23D10-E5B2-DD6F-2FE9-C9AC57D3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AR" sz="3200">
                <a:solidFill>
                  <a:srgbClr val="595959"/>
                </a:solidFill>
              </a:rPr>
              <a:t>Bases de Datos Orientadas a Grafos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43E75-F025-93F3-C164-B04095CB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595959"/>
                </a:solidFill>
                <a:effectLst/>
                <a:latin typeface="Trebuchet MS" panose="020B0703020202090204" pitchFamily="34" charset="0"/>
              </a:rPr>
              <a:t>Podemos hacer una analogía entre un Nodo y un objeto instanciado en una aplicación.</a:t>
            </a:r>
            <a:endParaRPr lang="en-US" sz="1700" b="0" i="0" u="none" strike="noStrike">
              <a:solidFill>
                <a:srgbClr val="595959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595959"/>
                </a:solidFill>
                <a:effectLst/>
                <a:latin typeface="Trebuchet MS" panose="020B0703020202090204" pitchFamily="34" charset="0"/>
              </a:rPr>
              <a:t>Los arcos, aristas o relaciones tienen dirección.</a:t>
            </a:r>
            <a:endParaRPr lang="en-US" sz="1700" b="0" i="0" u="none" strike="noStrike">
              <a:solidFill>
                <a:srgbClr val="595959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595959"/>
                </a:solidFill>
                <a:effectLst/>
                <a:latin typeface="Trebuchet MS" panose="020B0703020202090204" pitchFamily="34" charset="0"/>
              </a:rPr>
              <a:t>Los nodos están vinculados por relaciones que nos permiten encontrar patrones (trabaja_en, casado_con, etc.).</a:t>
            </a:r>
            <a:endParaRPr lang="en-US" sz="1700" b="0" i="0" u="none" strike="noStrike">
              <a:solidFill>
                <a:srgbClr val="595959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595959"/>
                </a:solidFill>
                <a:effectLst/>
                <a:latin typeface="Trebuchet MS" panose="020B0703020202090204" pitchFamily="34" charset="0"/>
              </a:rPr>
              <a:t>La organización del grafo nos permite que los datos sean almacenados una vez y luego interpretados de distintas maneras basándonos en sus relaciones</a:t>
            </a:r>
            <a:endParaRPr lang="en-US" sz="1700" b="0" i="0" u="none" strike="noStrike">
              <a:solidFill>
                <a:srgbClr val="595959"/>
              </a:solidFill>
              <a:effectLst/>
              <a:latin typeface="Noto Sans Symbols"/>
            </a:endParaRPr>
          </a:p>
          <a:p>
            <a:endParaRPr lang="en-AR" sz="1700">
              <a:solidFill>
                <a:srgbClr val="595959"/>
              </a:solidFill>
            </a:endParaRPr>
          </a:p>
        </p:txBody>
      </p:sp>
      <p:pic>
        <p:nvPicPr>
          <p:cNvPr id="3074" name="Picture 2" descr="Esquema del motor de base de datos Neo4j Características Principales de...  | Download Scientific Diagram">
            <a:extLst>
              <a:ext uri="{FF2B5EF4-FFF2-40B4-BE49-F238E27FC236}">
                <a16:creationId xmlns:a16="http://schemas.microsoft.com/office/drawing/2014/main" id="{6A751C43-686B-007D-3B46-4EB35B4B9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2770" y="685799"/>
            <a:ext cx="3575117" cy="553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01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5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4108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09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098" name="Picture 2" descr="Question Rage Face Meme Generator">
            <a:extLst>
              <a:ext uri="{FF2B5EF4-FFF2-40B4-BE49-F238E27FC236}">
                <a16:creationId xmlns:a16="http://schemas.microsoft.com/office/drawing/2014/main" id="{E711932D-FD21-5B4E-17F0-E7760C122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03647" y="1655170"/>
            <a:ext cx="4730214" cy="354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1" name="Group 411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112" name="Freeform: Shape 411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3" name="Freeform: Shape 411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5" name="Freeform: Shape 411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6" name="Freeform: Shape 411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80DC2A-CD80-A794-6C6D-DB0F05AC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n-AR" sz="4800" dirty="0">
                <a:solidFill>
                  <a:schemeClr val="bg1"/>
                </a:solidFill>
              </a:rPr>
              <a:t>Para que usamos Grafos?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6EC33-BE55-39F9-F746-4D91B8EB5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Redes sociales (¿quién conoce a quién?)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Recomendaciones (usuarios que vieron X también vieron 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Fraude financiero (transacciones relacionadas con otras personas o cuentas)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Supply chain, biología, logística, rutas, etc.</a:t>
            </a:r>
          </a:p>
          <a:p>
            <a:endParaRPr lang="en-AR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8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2FA4E-8D0C-DE86-B3D5-9E990B64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Ventajas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946B07-0C10-69BB-7D91-CD1944CA9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028913"/>
              </p:ext>
            </p:extLst>
          </p:nvPr>
        </p:nvGraphicFramePr>
        <p:xfrm>
          <a:off x="723900" y="2499312"/>
          <a:ext cx="10744200" cy="3873731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4369925">
                  <a:extLst>
                    <a:ext uri="{9D8B030D-6E8A-4147-A177-3AD203B41FA5}">
                      <a16:colId xmlns:a16="http://schemas.microsoft.com/office/drawing/2014/main" val="909901224"/>
                    </a:ext>
                  </a:extLst>
                </a:gridCol>
                <a:gridCol w="6374275">
                  <a:extLst>
                    <a:ext uri="{9D8B030D-6E8A-4147-A177-3AD203B41FA5}">
                      <a16:colId xmlns:a16="http://schemas.microsoft.com/office/drawing/2014/main" val="1164617813"/>
                    </a:ext>
                  </a:extLst>
                </a:gridCol>
              </a:tblGrid>
              <a:tr h="52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Ventaja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Explicación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312758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Consultas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intuitivas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Navegar</a:t>
                      </a: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relaciones</a:t>
                      </a: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 se </a:t>
                      </a: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parece</a:t>
                      </a: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cómo</a:t>
                      </a: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pensamos</a:t>
                      </a: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los</a:t>
                      </a:r>
                      <a:r>
                        <a:rPr lang="en-US" sz="1700" b="1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b="1" cap="none" spc="0" dirty="0" err="1">
                          <a:solidFill>
                            <a:schemeClr val="tx1"/>
                          </a:solidFill>
                        </a:rPr>
                        <a:t>problemas</a:t>
                      </a:r>
                      <a:endParaRPr lang="en-US" sz="17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046022"/>
                  </a:ext>
                </a:extLst>
              </a:tr>
              <a:tr h="781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Rendimiento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Mejor rendimiento en consultas de relaciones complejas (vs SQL con muchos JOINs)</a:t>
                      </a:r>
                    </a:p>
                  </a:txBody>
                  <a:tcPr marL="143810" marR="110623" marT="110623" marB="1106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479049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Flexibilidad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No necesita esquema rígido, se adapta a datos heterogéneos</a:t>
                      </a:r>
                    </a:p>
                  </a:txBody>
                  <a:tcPr marL="143810" marR="110623" marT="110623" marB="1106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85526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Semántica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rica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Las relaciones también tienen significado y atributos</a:t>
                      </a:r>
                    </a:p>
                  </a:txBody>
                  <a:tcPr marL="143810" marR="110623" marT="110623" marB="1106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394884"/>
                  </a:ext>
                </a:extLst>
              </a:tr>
              <a:tr h="781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Ideal para </a:t>
                      </a: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grafos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grandes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10" marR="110623" marT="110623" marB="1106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Escalables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para redes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sociales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logística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detección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US" sz="1700" cap="none" spc="0" dirty="0" err="1">
                          <a:solidFill>
                            <a:schemeClr val="tx1"/>
                          </a:solidFill>
                        </a:rPr>
                        <a:t>fraudes</a:t>
                      </a:r>
                      <a:r>
                        <a:rPr lang="en-US" sz="1700" cap="none" spc="0" dirty="0">
                          <a:solidFill>
                            <a:schemeClr val="tx1"/>
                          </a:solidFill>
                        </a:rPr>
                        <a:t>, etc.</a:t>
                      </a:r>
                    </a:p>
                  </a:txBody>
                  <a:tcPr marL="143810" marR="110623" marT="110623" marB="1106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47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99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F454-842C-729D-25E5-ABEC4321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“</a:t>
            </a:r>
            <a:r>
              <a:rPr lang="en-US" b="1" dirty="0" err="1"/>
              <a:t>Navegar</a:t>
            </a:r>
            <a:r>
              <a:rPr lang="en-US" b="1" dirty="0"/>
              <a:t> </a:t>
            </a:r>
            <a:r>
              <a:rPr lang="en-US" b="1" dirty="0" err="1"/>
              <a:t>relaciones</a:t>
            </a:r>
            <a:r>
              <a:rPr lang="en-US" b="1" dirty="0"/>
              <a:t> se </a:t>
            </a:r>
            <a:r>
              <a:rPr lang="en-US" b="1" dirty="0" err="1"/>
              <a:t>parece</a:t>
            </a:r>
            <a:r>
              <a:rPr lang="en-US" b="1" dirty="0"/>
              <a:t> a </a:t>
            </a:r>
            <a:r>
              <a:rPr lang="en-US" b="1" dirty="0" err="1"/>
              <a:t>cómo</a:t>
            </a:r>
            <a:r>
              <a:rPr lang="en-US" b="1" dirty="0"/>
              <a:t> </a:t>
            </a:r>
            <a:r>
              <a:rPr lang="en-US" b="1" dirty="0" err="1"/>
              <a:t>pensamos</a:t>
            </a:r>
            <a:r>
              <a:rPr lang="en-US" b="1" dirty="0"/>
              <a:t>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problemas</a:t>
            </a:r>
            <a:r>
              <a:rPr lang="en-US" b="1" dirty="0"/>
              <a:t>”</a:t>
            </a:r>
            <a:br>
              <a:rPr lang="en-US" b="1" dirty="0"/>
            </a:br>
            <a:endParaRPr lang="en-A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AEB98A-1885-2EE2-1090-F2B2C37816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34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A53D1-7F0A-8B73-6440-7B675CEC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3" y="2721819"/>
            <a:ext cx="5217172" cy="1158857"/>
          </a:xfrm>
        </p:spPr>
        <p:txBody>
          <a:bodyPr anchor="b">
            <a:normAutofit/>
          </a:bodyPr>
          <a:lstStyle/>
          <a:p>
            <a:r>
              <a:rPr lang="en-AR" dirty="0">
                <a:solidFill>
                  <a:schemeClr val="bg1"/>
                </a:solidFill>
              </a:rPr>
              <a:t>Como es en Neo4j?</a:t>
            </a:r>
          </a:p>
        </p:txBody>
      </p:sp>
      <p:grpSp>
        <p:nvGrpSpPr>
          <p:cNvPr id="11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86801-A202-C173-A697-9D85BD46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54" y="331825"/>
            <a:ext cx="10645491" cy="1117775"/>
          </a:xfrm>
          <a:prstGeom prst="rect">
            <a:avLst/>
          </a:prstGeom>
        </p:spPr>
      </p:pic>
      <p:grpSp>
        <p:nvGrpSpPr>
          <p:cNvPr id="19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3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E508-8FA4-7A16-007E-037E9308D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783" y="1747592"/>
            <a:ext cx="5217173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300" b="1" dirty="0" err="1">
                <a:solidFill>
                  <a:schemeClr val="bg1"/>
                </a:solidFill>
              </a:rPr>
              <a:t>Traducción</a:t>
            </a:r>
            <a:r>
              <a:rPr lang="en-US" sz="1300" b="1" dirty="0">
                <a:solidFill>
                  <a:schemeClr val="bg1"/>
                </a:solidFill>
              </a:rPr>
              <a:t> natural</a:t>
            </a:r>
            <a:r>
              <a:rPr lang="en-US" sz="1300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Ana </a:t>
            </a:r>
            <a:r>
              <a:rPr lang="en-US" sz="1300" dirty="0" err="1">
                <a:solidFill>
                  <a:schemeClr val="bg1"/>
                </a:solidFill>
              </a:rPr>
              <a:t>está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conectada</a:t>
            </a:r>
            <a:r>
              <a:rPr lang="en-US" sz="1300" dirty="0">
                <a:solidFill>
                  <a:schemeClr val="bg1"/>
                </a:solidFill>
              </a:rPr>
              <a:t> a sus amigos</a:t>
            </a: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Sus amigos </a:t>
            </a:r>
            <a:r>
              <a:rPr lang="en-US" sz="1300" dirty="0" err="1">
                <a:solidFill>
                  <a:schemeClr val="bg1"/>
                </a:solidFill>
              </a:rPr>
              <a:t>están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conectados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películas</a:t>
            </a:r>
            <a:r>
              <a:rPr lang="en-US" sz="1300" dirty="0">
                <a:solidFill>
                  <a:schemeClr val="bg1"/>
                </a:solidFill>
              </a:rPr>
              <a:t> que </a:t>
            </a:r>
            <a:r>
              <a:rPr lang="en-US" sz="1300" dirty="0" err="1">
                <a:solidFill>
                  <a:schemeClr val="bg1"/>
                </a:solidFill>
              </a:rPr>
              <a:t>calificaron</a:t>
            </a:r>
            <a:endParaRPr lang="en-US" sz="1300" dirty="0">
              <a:solidFill>
                <a:schemeClr val="bg1"/>
              </a:solidFill>
            </a:endParaRPr>
          </a:p>
          <a:p>
            <a:pPr lvl="1"/>
            <a:r>
              <a:rPr lang="en-US" sz="1300" dirty="0" err="1">
                <a:solidFill>
                  <a:schemeClr val="bg1"/>
                </a:solidFill>
              </a:rPr>
              <a:t>Filtramos</a:t>
            </a:r>
            <a:r>
              <a:rPr lang="en-US" sz="1300" dirty="0">
                <a:solidFill>
                  <a:schemeClr val="bg1"/>
                </a:solidFill>
              </a:rPr>
              <a:t> las que Ana no </a:t>
            </a:r>
            <a:r>
              <a:rPr lang="en-US" sz="1300" dirty="0" err="1">
                <a:solidFill>
                  <a:schemeClr val="bg1"/>
                </a:solidFill>
              </a:rPr>
              <a:t>calificó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aún</a:t>
            </a:r>
            <a:endParaRPr lang="en-US" sz="1300" dirty="0">
              <a:solidFill>
                <a:schemeClr val="bg1"/>
              </a:solidFill>
            </a:endParaRPr>
          </a:p>
          <a:p>
            <a:r>
              <a:rPr lang="en-US" sz="1300" b="1" dirty="0">
                <a:solidFill>
                  <a:schemeClr val="bg1"/>
                </a:solidFill>
              </a:rPr>
              <a:t>¿</a:t>
            </a:r>
            <a:r>
              <a:rPr lang="en-US" sz="1300" b="1" dirty="0" err="1">
                <a:solidFill>
                  <a:schemeClr val="bg1"/>
                </a:solidFill>
              </a:rPr>
              <a:t>Cómo</a:t>
            </a:r>
            <a:r>
              <a:rPr lang="en-US" sz="1300" b="1" dirty="0">
                <a:solidFill>
                  <a:schemeClr val="bg1"/>
                </a:solidFill>
              </a:rPr>
              <a:t> </a:t>
            </a:r>
            <a:r>
              <a:rPr lang="en-US" sz="1300" b="1" dirty="0" err="1">
                <a:solidFill>
                  <a:schemeClr val="bg1"/>
                </a:solidFill>
              </a:rPr>
              <a:t>sería</a:t>
            </a:r>
            <a:r>
              <a:rPr lang="en-US" sz="1300" b="1" dirty="0">
                <a:solidFill>
                  <a:schemeClr val="bg1"/>
                </a:solidFill>
              </a:rPr>
              <a:t> </a:t>
            </a:r>
            <a:r>
              <a:rPr lang="en-US" sz="1300" b="1" dirty="0" err="1">
                <a:solidFill>
                  <a:schemeClr val="bg1"/>
                </a:solidFill>
              </a:rPr>
              <a:t>en</a:t>
            </a:r>
            <a:r>
              <a:rPr lang="en-US" sz="1300" b="1" dirty="0">
                <a:solidFill>
                  <a:schemeClr val="bg1"/>
                </a:solidFill>
              </a:rPr>
              <a:t> </a:t>
            </a:r>
            <a:r>
              <a:rPr lang="en-US" sz="1300" b="1" dirty="0" err="1">
                <a:solidFill>
                  <a:schemeClr val="bg1"/>
                </a:solidFill>
              </a:rPr>
              <a:t>una</a:t>
            </a:r>
            <a:r>
              <a:rPr lang="en-US" sz="1300" b="1" dirty="0">
                <a:solidFill>
                  <a:schemeClr val="bg1"/>
                </a:solidFill>
              </a:rPr>
              <a:t> base </a:t>
            </a:r>
            <a:r>
              <a:rPr lang="en-US" sz="1300" b="1" dirty="0" err="1">
                <a:solidFill>
                  <a:schemeClr val="bg1"/>
                </a:solidFill>
              </a:rPr>
              <a:t>relacional</a:t>
            </a:r>
            <a:r>
              <a:rPr lang="en-US" sz="1300" b="1" dirty="0">
                <a:solidFill>
                  <a:schemeClr val="bg1"/>
                </a:solidFill>
              </a:rPr>
              <a:t> (SQL)?</a:t>
            </a:r>
          </a:p>
          <a:p>
            <a:pPr lvl="1"/>
            <a:r>
              <a:rPr lang="en-US" sz="1300" dirty="0" err="1">
                <a:solidFill>
                  <a:schemeClr val="bg1"/>
                </a:solidFill>
              </a:rPr>
              <a:t>Tendrías</a:t>
            </a:r>
            <a:r>
              <a:rPr lang="en-US" sz="1300" dirty="0">
                <a:solidFill>
                  <a:schemeClr val="bg1"/>
                </a:solidFill>
              </a:rPr>
              <a:t> que </a:t>
            </a:r>
            <a:r>
              <a:rPr lang="en-US" sz="1300" dirty="0" err="1">
                <a:solidFill>
                  <a:schemeClr val="bg1"/>
                </a:solidFill>
              </a:rPr>
              <a:t>hacer</a:t>
            </a:r>
            <a:r>
              <a:rPr lang="en-US" sz="1300" dirty="0">
                <a:solidFill>
                  <a:schemeClr val="bg1"/>
                </a:solidFill>
              </a:rPr>
              <a:t> al </a:t>
            </a:r>
            <a:r>
              <a:rPr lang="en-US" sz="1300" dirty="0" err="1">
                <a:solidFill>
                  <a:schemeClr val="bg1"/>
                </a:solidFill>
              </a:rPr>
              <a:t>menos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b="1" dirty="0">
                <a:solidFill>
                  <a:schemeClr val="bg1"/>
                </a:solidFill>
              </a:rPr>
              <a:t>3 JOINs</a:t>
            </a:r>
            <a:r>
              <a:rPr lang="en-US" sz="1300" dirty="0">
                <a:solidFill>
                  <a:schemeClr val="bg1"/>
                </a:solidFill>
              </a:rPr>
              <a:t> entre:</a:t>
            </a:r>
          </a:p>
          <a:p>
            <a:pPr lvl="2"/>
            <a:r>
              <a:rPr lang="en-US" sz="1300" dirty="0">
                <a:solidFill>
                  <a:schemeClr val="bg1"/>
                </a:solidFill>
              </a:rPr>
              <a:t>La </a:t>
            </a:r>
            <a:r>
              <a:rPr lang="en-US" sz="1300" dirty="0" err="1">
                <a:solidFill>
                  <a:schemeClr val="bg1"/>
                </a:solidFill>
              </a:rPr>
              <a:t>tabla</a:t>
            </a:r>
            <a:r>
              <a:rPr lang="en-US" sz="1300" dirty="0">
                <a:solidFill>
                  <a:schemeClr val="bg1"/>
                </a:solidFill>
              </a:rPr>
              <a:t> users</a:t>
            </a:r>
          </a:p>
          <a:p>
            <a:pPr lvl="2"/>
            <a:r>
              <a:rPr lang="en-US" sz="1300" dirty="0">
                <a:solidFill>
                  <a:schemeClr val="bg1"/>
                </a:solidFill>
              </a:rPr>
              <a:t>La </a:t>
            </a:r>
            <a:r>
              <a:rPr lang="en-US" sz="1300" dirty="0" err="1">
                <a:solidFill>
                  <a:schemeClr val="bg1"/>
                </a:solidFill>
              </a:rPr>
              <a:t>tabla</a:t>
            </a:r>
            <a:r>
              <a:rPr lang="en-US" sz="1300" dirty="0">
                <a:solidFill>
                  <a:schemeClr val="bg1"/>
                </a:solidFill>
              </a:rPr>
              <a:t> friendships</a:t>
            </a:r>
          </a:p>
          <a:p>
            <a:pPr lvl="2"/>
            <a:r>
              <a:rPr lang="en-US" sz="1300" dirty="0">
                <a:solidFill>
                  <a:schemeClr val="bg1"/>
                </a:solidFill>
              </a:rPr>
              <a:t>La </a:t>
            </a:r>
            <a:r>
              <a:rPr lang="en-US" sz="1300" dirty="0" err="1">
                <a:solidFill>
                  <a:schemeClr val="bg1"/>
                </a:solidFill>
              </a:rPr>
              <a:t>tabla</a:t>
            </a:r>
            <a:r>
              <a:rPr lang="en-US" sz="1300" dirty="0">
                <a:solidFill>
                  <a:schemeClr val="bg1"/>
                </a:solidFill>
              </a:rPr>
              <a:t> ratings</a:t>
            </a: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Y </a:t>
            </a:r>
            <a:r>
              <a:rPr lang="en-US" sz="1300" dirty="0" err="1">
                <a:solidFill>
                  <a:schemeClr val="bg1"/>
                </a:solidFill>
              </a:rPr>
              <a:t>posiblemente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una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subconsulta</a:t>
            </a:r>
            <a:r>
              <a:rPr lang="en-US" sz="1300" dirty="0">
                <a:solidFill>
                  <a:schemeClr val="bg1"/>
                </a:solidFill>
              </a:rPr>
              <a:t> para </a:t>
            </a:r>
            <a:r>
              <a:rPr lang="en-US" sz="1300" dirty="0" err="1">
                <a:solidFill>
                  <a:schemeClr val="bg1"/>
                </a:solidFill>
              </a:rPr>
              <a:t>excluir</a:t>
            </a:r>
            <a:r>
              <a:rPr lang="en-US" sz="1300" dirty="0">
                <a:solidFill>
                  <a:schemeClr val="bg1"/>
                </a:solidFill>
              </a:rPr>
              <a:t> lo que Ana </a:t>
            </a:r>
            <a:r>
              <a:rPr lang="en-US" sz="1300" dirty="0" err="1">
                <a:solidFill>
                  <a:schemeClr val="bg1"/>
                </a:solidFill>
              </a:rPr>
              <a:t>ya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calificó</a:t>
            </a:r>
            <a:endParaRPr lang="en-US" sz="1300" dirty="0">
              <a:solidFill>
                <a:schemeClr val="bg1"/>
              </a:solidFill>
            </a:endParaRP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Lo que </a:t>
            </a:r>
            <a:r>
              <a:rPr lang="en-US" sz="1300" dirty="0" err="1">
                <a:solidFill>
                  <a:schemeClr val="bg1"/>
                </a:solidFill>
              </a:rPr>
              <a:t>resulta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menos</a:t>
            </a:r>
            <a:r>
              <a:rPr lang="en-US" sz="1300" dirty="0">
                <a:solidFill>
                  <a:schemeClr val="bg1"/>
                </a:solidFill>
              </a:rPr>
              <a:t> natural y </a:t>
            </a:r>
            <a:r>
              <a:rPr lang="en-US" sz="1300" dirty="0" err="1">
                <a:solidFill>
                  <a:schemeClr val="bg1"/>
                </a:solidFill>
              </a:rPr>
              <a:t>más</a:t>
            </a:r>
            <a:r>
              <a:rPr lang="en-US" sz="1300" dirty="0">
                <a:solidFill>
                  <a:schemeClr val="bg1"/>
                </a:solidFill>
              </a:rPr>
              <a:t> </a:t>
            </a:r>
            <a:r>
              <a:rPr lang="en-US" sz="1300" dirty="0" err="1">
                <a:solidFill>
                  <a:schemeClr val="bg1"/>
                </a:solidFill>
              </a:rPr>
              <a:t>difícil</a:t>
            </a:r>
            <a:r>
              <a:rPr lang="en-US" sz="1300" dirty="0">
                <a:solidFill>
                  <a:schemeClr val="bg1"/>
                </a:solidFill>
              </a:rPr>
              <a:t> de leer.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endParaRPr lang="en-AR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47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5AD15-8A79-CB6E-E089-98157A64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8603"/>
            <a:ext cx="9267443" cy="229499"/>
          </a:xfrm>
        </p:spPr>
        <p:txBody>
          <a:bodyPr anchor="b">
            <a:normAutofit fontScale="90000"/>
          </a:bodyPr>
          <a:lstStyle/>
          <a:p>
            <a:r>
              <a:rPr lang="en-US" sz="3700" b="1" dirty="0" err="1"/>
              <a:t>Modelo</a:t>
            </a:r>
            <a:r>
              <a:rPr lang="en-US" sz="3700" b="1" dirty="0"/>
              <a:t> </a:t>
            </a:r>
            <a:r>
              <a:rPr lang="en-US" sz="3700" b="1" dirty="0" err="1"/>
              <a:t>Interno</a:t>
            </a:r>
            <a:r>
              <a:rPr lang="en-US" sz="3700" b="1" dirty="0"/>
              <a:t> (Native Graph Storage)</a:t>
            </a:r>
            <a:endParaRPr lang="en-AR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3045-F7F4-5145-AE92-BB4004EB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622" y="710378"/>
            <a:ext cx="9405083" cy="5595531"/>
          </a:xfrm>
        </p:spPr>
        <p:txBody>
          <a:bodyPr anchor="t">
            <a:noAutofit/>
          </a:bodyPr>
          <a:lstStyle/>
          <a:p>
            <a:pPr>
              <a:buNone/>
            </a:pPr>
            <a:r>
              <a:rPr lang="en-US" sz="1200" dirty="0"/>
              <a:t>Las bases </a:t>
            </a:r>
            <a:r>
              <a:rPr lang="en-US" sz="1200" dirty="0" err="1"/>
              <a:t>como</a:t>
            </a:r>
            <a:r>
              <a:rPr lang="en-US" sz="1200" dirty="0"/>
              <a:t> </a:t>
            </a:r>
            <a:r>
              <a:rPr lang="en-US" sz="1200" b="1" dirty="0"/>
              <a:t>Neo4j</a:t>
            </a:r>
            <a:r>
              <a:rPr lang="en-US" sz="1200" dirty="0"/>
              <a:t> </a:t>
            </a:r>
            <a:r>
              <a:rPr lang="en-US" sz="1200" dirty="0" err="1"/>
              <a:t>usan</a:t>
            </a:r>
            <a:r>
              <a:rPr lang="en-US" sz="1200" dirty="0"/>
              <a:t> un </a:t>
            </a:r>
            <a:r>
              <a:rPr lang="en-US" sz="1200" dirty="0" err="1"/>
              <a:t>almacenamiento</a:t>
            </a:r>
            <a:r>
              <a:rPr lang="en-US" sz="1200" dirty="0"/>
              <a:t> </a:t>
            </a:r>
            <a:r>
              <a:rPr lang="en-US" sz="1200" b="1" dirty="0" err="1"/>
              <a:t>nativo</a:t>
            </a:r>
            <a:r>
              <a:rPr lang="en-US" sz="1200" b="1" dirty="0"/>
              <a:t> de </a:t>
            </a:r>
            <a:r>
              <a:rPr lang="en-US" sz="1200" b="1" dirty="0" err="1"/>
              <a:t>grafos</a:t>
            </a:r>
            <a:r>
              <a:rPr lang="en-US" sz="1200" dirty="0"/>
              <a:t>, que </a:t>
            </a:r>
            <a:r>
              <a:rPr lang="en-US" sz="1200" dirty="0" err="1"/>
              <a:t>significa</a:t>
            </a:r>
            <a:r>
              <a:rPr lang="en-US" sz="1200" dirty="0"/>
              <a:t>:</a:t>
            </a:r>
          </a:p>
          <a:p>
            <a:pPr lvl="1"/>
            <a:r>
              <a:rPr lang="en-US" sz="1200" dirty="0"/>
              <a:t>Los </a:t>
            </a:r>
            <a:r>
              <a:rPr lang="en-US" sz="1200" b="1" dirty="0" err="1"/>
              <a:t>nodos</a:t>
            </a:r>
            <a:r>
              <a:rPr lang="en-US" sz="1200" dirty="0"/>
              <a:t> y </a:t>
            </a:r>
            <a:r>
              <a:rPr lang="en-US" sz="1200" b="1" dirty="0" err="1"/>
              <a:t>relaciones</a:t>
            </a:r>
            <a:r>
              <a:rPr lang="en-US" sz="1200" dirty="0"/>
              <a:t> se </a:t>
            </a:r>
            <a:r>
              <a:rPr lang="en-US" sz="1200" dirty="0" err="1"/>
              <a:t>almacenan</a:t>
            </a:r>
            <a:r>
              <a:rPr lang="en-US" sz="1200" dirty="0"/>
              <a:t> </a:t>
            </a:r>
            <a:r>
              <a:rPr lang="en-US" sz="1200" dirty="0" err="1"/>
              <a:t>como</a:t>
            </a:r>
            <a:r>
              <a:rPr lang="en-US" sz="1200" dirty="0"/>
              <a:t> </a:t>
            </a:r>
            <a:r>
              <a:rPr lang="en-US" sz="1200" dirty="0" err="1"/>
              <a:t>estructuras</a:t>
            </a:r>
            <a:r>
              <a:rPr lang="en-US" sz="1200" dirty="0"/>
              <a:t> </a:t>
            </a:r>
            <a:r>
              <a:rPr lang="en-US" sz="1200" dirty="0" err="1"/>
              <a:t>separadas</a:t>
            </a:r>
            <a:r>
              <a:rPr lang="en-US" sz="1200" dirty="0"/>
              <a:t> con </a:t>
            </a:r>
            <a:r>
              <a:rPr lang="en-US" sz="1200" dirty="0" err="1"/>
              <a:t>punteros</a:t>
            </a:r>
            <a:r>
              <a:rPr lang="en-US" sz="1200" dirty="0"/>
              <a:t> </a:t>
            </a:r>
            <a:r>
              <a:rPr lang="en-US" sz="1200" dirty="0" err="1"/>
              <a:t>directos</a:t>
            </a:r>
            <a:r>
              <a:rPr lang="en-US" sz="1200" dirty="0"/>
              <a:t>.</a:t>
            </a:r>
          </a:p>
          <a:p>
            <a:pPr lvl="1"/>
            <a:r>
              <a:rPr lang="en-US" sz="1200" dirty="0"/>
              <a:t>Cada </a:t>
            </a:r>
            <a:r>
              <a:rPr lang="en-US" sz="1200" dirty="0" err="1"/>
              <a:t>nodo</a:t>
            </a:r>
            <a:r>
              <a:rPr lang="en-US" sz="1200" dirty="0"/>
              <a:t> </a:t>
            </a:r>
            <a:r>
              <a:rPr lang="en-US" sz="1200" dirty="0" err="1"/>
              <a:t>contiene</a:t>
            </a:r>
            <a:r>
              <a:rPr lang="en-US" sz="1200" dirty="0"/>
              <a:t>:</a:t>
            </a:r>
          </a:p>
          <a:p>
            <a:pPr lvl="2"/>
            <a:r>
              <a:rPr lang="en-US" sz="1200" dirty="0"/>
              <a:t>Un </a:t>
            </a:r>
            <a:r>
              <a:rPr lang="en-US" sz="1200" dirty="0" err="1"/>
              <a:t>identificador</a:t>
            </a:r>
            <a:endParaRPr lang="en-US" sz="1200" dirty="0"/>
          </a:p>
          <a:p>
            <a:pPr lvl="2"/>
            <a:r>
              <a:rPr lang="en-US" sz="1200" dirty="0" err="1"/>
              <a:t>Etiquetas</a:t>
            </a:r>
            <a:r>
              <a:rPr lang="en-US" sz="1200" dirty="0"/>
              <a:t> (labels)</a:t>
            </a:r>
          </a:p>
          <a:p>
            <a:pPr lvl="2"/>
            <a:r>
              <a:rPr lang="en-US" sz="1200" dirty="0" err="1"/>
              <a:t>Propiedades</a:t>
            </a:r>
            <a:r>
              <a:rPr lang="en-US" sz="1200" dirty="0"/>
              <a:t> (clave-valor)</a:t>
            </a:r>
          </a:p>
          <a:p>
            <a:pPr lvl="2"/>
            <a:r>
              <a:rPr lang="en-US" sz="1200" dirty="0" err="1"/>
              <a:t>Punteros</a:t>
            </a:r>
            <a:r>
              <a:rPr lang="en-US" sz="1200" dirty="0"/>
              <a:t> a las </a:t>
            </a:r>
            <a:r>
              <a:rPr lang="en-US" sz="1200" dirty="0" err="1"/>
              <a:t>relaciones</a:t>
            </a:r>
            <a:r>
              <a:rPr lang="en-US" sz="1200" dirty="0"/>
              <a:t> </a:t>
            </a:r>
            <a:r>
              <a:rPr lang="en-US" sz="1200" dirty="0" err="1"/>
              <a:t>entrantes</a:t>
            </a:r>
            <a:r>
              <a:rPr lang="en-US" sz="1200" dirty="0"/>
              <a:t> y </a:t>
            </a:r>
            <a:r>
              <a:rPr lang="en-US" sz="1200" dirty="0" err="1"/>
              <a:t>salientes</a:t>
            </a:r>
            <a:endParaRPr lang="en-US" sz="1200" dirty="0"/>
          </a:p>
          <a:p>
            <a:pPr lvl="1"/>
            <a:r>
              <a:rPr lang="en-US" sz="1200" dirty="0"/>
              <a:t>Cada </a:t>
            </a:r>
            <a:r>
              <a:rPr lang="en-US" sz="1200" dirty="0" err="1"/>
              <a:t>relación</a:t>
            </a:r>
            <a:r>
              <a:rPr lang="en-US" sz="1200" dirty="0"/>
              <a:t> </a:t>
            </a:r>
            <a:r>
              <a:rPr lang="en-US" sz="1200" dirty="0" err="1"/>
              <a:t>contiene</a:t>
            </a:r>
            <a:r>
              <a:rPr lang="en-US" sz="1200" dirty="0"/>
              <a:t>:</a:t>
            </a:r>
          </a:p>
          <a:p>
            <a:pPr lvl="2"/>
            <a:r>
              <a:rPr lang="en-US" sz="1200" dirty="0"/>
              <a:t>Tipo de </a:t>
            </a:r>
            <a:r>
              <a:rPr lang="en-US" sz="1200" dirty="0" err="1"/>
              <a:t>relación</a:t>
            </a:r>
            <a:r>
              <a:rPr lang="en-US" sz="1200" dirty="0"/>
              <a:t> (:FRIENDS_WITH, :RATED, etc.)</a:t>
            </a:r>
          </a:p>
          <a:p>
            <a:pPr lvl="2"/>
            <a:r>
              <a:rPr lang="en-US" sz="1200" dirty="0" err="1"/>
              <a:t>Identificador</a:t>
            </a:r>
            <a:r>
              <a:rPr lang="en-US" sz="1200" dirty="0"/>
              <a:t> del </a:t>
            </a:r>
            <a:r>
              <a:rPr lang="en-US" sz="1200" dirty="0" err="1"/>
              <a:t>nodo</a:t>
            </a:r>
            <a:r>
              <a:rPr lang="en-US" sz="1200" dirty="0"/>
              <a:t> </a:t>
            </a:r>
            <a:r>
              <a:rPr lang="en-US" sz="1200" dirty="0" err="1"/>
              <a:t>origen</a:t>
            </a:r>
            <a:r>
              <a:rPr lang="en-US" sz="1200" dirty="0"/>
              <a:t> y </a:t>
            </a:r>
            <a:r>
              <a:rPr lang="en-US" sz="1200" dirty="0" err="1"/>
              <a:t>destino</a:t>
            </a:r>
            <a:endParaRPr lang="en-US" sz="1200" dirty="0"/>
          </a:p>
          <a:p>
            <a:pPr lvl="2"/>
            <a:r>
              <a:rPr lang="en-US" sz="1200" dirty="0" err="1"/>
              <a:t>Propiedades</a:t>
            </a:r>
            <a:r>
              <a:rPr lang="en-US" sz="1200" dirty="0"/>
              <a:t> </a:t>
            </a:r>
            <a:r>
              <a:rPr lang="en-US" sz="1200" dirty="0" err="1"/>
              <a:t>propias</a:t>
            </a:r>
            <a:r>
              <a:rPr lang="en-US" sz="1200" dirty="0"/>
              <a:t> (</a:t>
            </a:r>
            <a:r>
              <a:rPr lang="en-US" sz="1200" dirty="0" err="1"/>
              <a:t>por</a:t>
            </a:r>
            <a:r>
              <a:rPr lang="en-US" sz="1200" dirty="0"/>
              <a:t> </a:t>
            </a:r>
            <a:r>
              <a:rPr lang="en-US" sz="1200" dirty="0" err="1"/>
              <a:t>ejemplo</a:t>
            </a:r>
            <a:r>
              <a:rPr lang="en-US" sz="1200" dirty="0"/>
              <a:t>, since: 2020)</a:t>
            </a:r>
          </a:p>
          <a:p>
            <a:pPr lvl="1"/>
            <a:r>
              <a:rPr lang="en-US" sz="1200" b="1" dirty="0" err="1"/>
              <a:t>Resultado</a:t>
            </a:r>
            <a:r>
              <a:rPr lang="en-US" sz="1200" b="1" dirty="0"/>
              <a:t>:</a:t>
            </a:r>
            <a:r>
              <a:rPr lang="en-US" sz="1200" dirty="0"/>
              <a:t> </a:t>
            </a:r>
            <a:r>
              <a:rPr lang="en-US" sz="1200" dirty="0" err="1"/>
              <a:t>navegar</a:t>
            </a:r>
            <a:r>
              <a:rPr lang="en-US" sz="1200" dirty="0"/>
              <a:t> de un </a:t>
            </a:r>
            <a:r>
              <a:rPr lang="en-US" sz="1200" dirty="0" err="1"/>
              <a:t>nodo</a:t>
            </a:r>
            <a:r>
              <a:rPr lang="en-US" sz="1200" dirty="0"/>
              <a:t> a </a:t>
            </a:r>
            <a:r>
              <a:rPr lang="en-US" sz="1200" dirty="0" err="1"/>
              <a:t>otro</a:t>
            </a:r>
            <a:r>
              <a:rPr lang="en-US" sz="1200" dirty="0"/>
              <a:t> es </a:t>
            </a:r>
            <a:r>
              <a:rPr lang="en-US" sz="1200" dirty="0" err="1"/>
              <a:t>muy</a:t>
            </a:r>
            <a:r>
              <a:rPr lang="en-US" sz="1200" dirty="0"/>
              <a:t> </a:t>
            </a:r>
            <a:r>
              <a:rPr lang="en-US" sz="1200" dirty="0" err="1"/>
              <a:t>rápido</a:t>
            </a:r>
            <a:r>
              <a:rPr lang="en-US" sz="1200" dirty="0"/>
              <a:t> (solo </a:t>
            </a:r>
            <a:r>
              <a:rPr lang="en-US" sz="1200" dirty="0" err="1"/>
              <a:t>sigue</a:t>
            </a:r>
            <a:r>
              <a:rPr lang="en-US" sz="1200" dirty="0"/>
              <a:t> </a:t>
            </a:r>
            <a:r>
              <a:rPr lang="en-US" sz="1200" dirty="0" err="1"/>
              <a:t>los</a:t>
            </a:r>
            <a:r>
              <a:rPr lang="en-US" sz="1200" dirty="0"/>
              <a:t> </a:t>
            </a:r>
            <a:r>
              <a:rPr lang="en-US" sz="1200" dirty="0" err="1"/>
              <a:t>punteros</a:t>
            </a:r>
            <a:r>
              <a:rPr lang="en-US" sz="1200" dirty="0"/>
              <a:t>), sin </a:t>
            </a:r>
            <a:r>
              <a:rPr lang="en-US" sz="1200" dirty="0" err="1"/>
              <a:t>necesidad</a:t>
            </a:r>
            <a:r>
              <a:rPr lang="en-US" sz="1200" dirty="0"/>
              <a:t> de </a:t>
            </a:r>
            <a:r>
              <a:rPr lang="en-US" sz="1200" dirty="0" err="1"/>
              <a:t>hacer</a:t>
            </a:r>
            <a:r>
              <a:rPr lang="en-US" sz="1200" dirty="0"/>
              <a:t> joins </a:t>
            </a:r>
            <a:r>
              <a:rPr lang="en-US" sz="1200" dirty="0" err="1"/>
              <a:t>complejos</a:t>
            </a:r>
            <a:r>
              <a:rPr lang="en-US" sz="1200" dirty="0"/>
              <a:t>.</a:t>
            </a:r>
            <a:endParaRPr lang="en-AR" sz="1200" b="1" dirty="0"/>
          </a:p>
          <a:p>
            <a:pPr>
              <a:buNone/>
            </a:pPr>
            <a:r>
              <a:rPr lang="en-US" sz="1200" b="1" dirty="0" err="1"/>
              <a:t>Indexación</a:t>
            </a:r>
            <a:r>
              <a:rPr lang="en-US" sz="1200" b="1" dirty="0"/>
              <a:t> y Acceso</a:t>
            </a:r>
          </a:p>
          <a:p>
            <a:pPr lvl="1"/>
            <a:r>
              <a:rPr lang="en-US" sz="1200" dirty="0"/>
              <a:t>Los </a:t>
            </a:r>
            <a:r>
              <a:rPr lang="en-US" sz="1200" dirty="0" err="1"/>
              <a:t>índices</a:t>
            </a:r>
            <a:r>
              <a:rPr lang="en-US" sz="1200" dirty="0"/>
              <a:t> se </a:t>
            </a:r>
            <a:r>
              <a:rPr lang="en-US" sz="1200" dirty="0" err="1"/>
              <a:t>utilizan</a:t>
            </a:r>
            <a:r>
              <a:rPr lang="en-US" sz="1200" dirty="0"/>
              <a:t> para </a:t>
            </a:r>
            <a:r>
              <a:rPr lang="en-US" sz="1200" b="1" dirty="0" err="1"/>
              <a:t>encontrar</a:t>
            </a:r>
            <a:r>
              <a:rPr lang="en-US" sz="1200" b="1" dirty="0"/>
              <a:t> </a:t>
            </a:r>
            <a:r>
              <a:rPr lang="en-US" sz="1200" b="1" dirty="0" err="1"/>
              <a:t>nodos</a:t>
            </a:r>
            <a:r>
              <a:rPr lang="en-US" sz="1200" b="1" dirty="0"/>
              <a:t> </a:t>
            </a:r>
            <a:r>
              <a:rPr lang="en-US" sz="1200" b="1" dirty="0" err="1"/>
              <a:t>rápidamente</a:t>
            </a:r>
            <a:r>
              <a:rPr lang="en-US" sz="1200" dirty="0"/>
              <a:t> </a:t>
            </a:r>
            <a:r>
              <a:rPr lang="en-US" sz="1200" dirty="0" err="1"/>
              <a:t>por</a:t>
            </a:r>
            <a:r>
              <a:rPr lang="en-US" sz="1200" dirty="0"/>
              <a:t> </a:t>
            </a:r>
            <a:r>
              <a:rPr lang="en-US" sz="1200" dirty="0" err="1"/>
              <a:t>una</a:t>
            </a:r>
            <a:r>
              <a:rPr lang="en-US" sz="1200" dirty="0"/>
              <a:t> </a:t>
            </a:r>
            <a:r>
              <a:rPr lang="en-US" sz="1200" dirty="0" err="1"/>
              <a:t>propiedad</a:t>
            </a:r>
            <a:r>
              <a:rPr lang="en-US" sz="1200" dirty="0"/>
              <a:t> (name, id, etc.)</a:t>
            </a:r>
          </a:p>
          <a:p>
            <a:pPr lvl="1"/>
            <a:r>
              <a:rPr lang="en-US" sz="1200" dirty="0"/>
              <a:t>Pero </a:t>
            </a:r>
            <a:r>
              <a:rPr lang="en-US" sz="1200" dirty="0" err="1"/>
              <a:t>una</a:t>
            </a:r>
            <a:r>
              <a:rPr lang="en-US" sz="1200" dirty="0"/>
              <a:t> </a:t>
            </a:r>
            <a:r>
              <a:rPr lang="en-US" sz="1200" dirty="0" err="1"/>
              <a:t>vez</a:t>
            </a:r>
            <a:r>
              <a:rPr lang="en-US" sz="1200" dirty="0"/>
              <a:t> </a:t>
            </a:r>
            <a:r>
              <a:rPr lang="en-US" sz="1200" dirty="0" err="1"/>
              <a:t>localizado</a:t>
            </a:r>
            <a:r>
              <a:rPr lang="en-US" sz="1200" dirty="0"/>
              <a:t>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nodo</a:t>
            </a:r>
            <a:r>
              <a:rPr lang="en-US" sz="1200" dirty="0"/>
              <a:t>, </a:t>
            </a:r>
            <a:r>
              <a:rPr lang="en-US" sz="1200" b="1" dirty="0"/>
              <a:t>la </a:t>
            </a:r>
            <a:r>
              <a:rPr lang="en-US" sz="1200" b="1" dirty="0" err="1"/>
              <a:t>navegación</a:t>
            </a:r>
            <a:r>
              <a:rPr lang="en-US" sz="1200" b="1" dirty="0"/>
              <a:t> </a:t>
            </a:r>
            <a:r>
              <a:rPr lang="en-US" sz="1200" b="1" dirty="0" err="1"/>
              <a:t>por</a:t>
            </a:r>
            <a:r>
              <a:rPr lang="en-US" sz="1200" b="1" dirty="0"/>
              <a:t> </a:t>
            </a:r>
            <a:r>
              <a:rPr lang="en-US" sz="1200" b="1" dirty="0" err="1"/>
              <a:t>relaciones</a:t>
            </a:r>
            <a:r>
              <a:rPr lang="en-US" sz="1200" b="1" dirty="0"/>
              <a:t> es </a:t>
            </a:r>
            <a:r>
              <a:rPr lang="en-US" sz="1200" b="1" dirty="0" err="1"/>
              <a:t>directa</a:t>
            </a:r>
            <a:r>
              <a:rPr lang="en-US" sz="1200" dirty="0"/>
              <a:t> y no </a:t>
            </a:r>
            <a:r>
              <a:rPr lang="en-US" sz="1200" dirty="0" err="1"/>
              <a:t>necesita</a:t>
            </a:r>
            <a:r>
              <a:rPr lang="en-US" sz="1200" dirty="0"/>
              <a:t> </a:t>
            </a:r>
            <a:r>
              <a:rPr lang="en-US" sz="1200" dirty="0" err="1"/>
              <a:t>índices</a:t>
            </a:r>
            <a:r>
              <a:rPr lang="en-US" sz="1200" dirty="0"/>
              <a:t> </a:t>
            </a:r>
            <a:r>
              <a:rPr lang="en-US" sz="1200" dirty="0" err="1"/>
              <a:t>adicionales</a:t>
            </a:r>
            <a:r>
              <a:rPr lang="en-US" sz="1200" dirty="0"/>
              <a:t>.</a:t>
            </a:r>
          </a:p>
          <a:p>
            <a:pPr lvl="1"/>
            <a:r>
              <a:rPr lang="en-US" sz="1200" dirty="0" err="1"/>
              <a:t>Soporta</a:t>
            </a:r>
            <a:r>
              <a:rPr lang="en-US" sz="1200" dirty="0"/>
              <a:t> </a:t>
            </a:r>
            <a:r>
              <a:rPr lang="en-US" sz="1200" dirty="0" err="1"/>
              <a:t>índices</a:t>
            </a:r>
            <a:r>
              <a:rPr lang="en-US" sz="1200" dirty="0"/>
              <a:t> de </a:t>
            </a:r>
            <a:r>
              <a:rPr lang="en-US" sz="1200" dirty="0" err="1"/>
              <a:t>tipo</a:t>
            </a:r>
            <a:r>
              <a:rPr lang="en-US" sz="1200" dirty="0"/>
              <a:t> B-Tree o Hash para </a:t>
            </a:r>
            <a:r>
              <a:rPr lang="en-US" sz="1200" dirty="0" err="1"/>
              <a:t>propiedades</a:t>
            </a:r>
            <a:r>
              <a:rPr lang="en-US" sz="1200" dirty="0"/>
              <a:t> </a:t>
            </a:r>
            <a:r>
              <a:rPr lang="en-US" sz="1200" dirty="0" err="1"/>
              <a:t>específicas</a:t>
            </a:r>
            <a:r>
              <a:rPr lang="en-US" sz="1200" dirty="0"/>
              <a:t> (</a:t>
            </a:r>
            <a:r>
              <a:rPr lang="en-US" sz="1200" dirty="0" err="1"/>
              <a:t>según</a:t>
            </a:r>
            <a:r>
              <a:rPr lang="en-US" sz="1200" dirty="0"/>
              <a:t> la base).</a:t>
            </a:r>
            <a:endParaRPr lang="en-AR" sz="1200" b="1" dirty="0"/>
          </a:p>
          <a:p>
            <a:pPr>
              <a:buNone/>
            </a:pPr>
            <a:r>
              <a:rPr lang="en-US" sz="1200" b="1" dirty="0"/>
              <a:t>Motor de Consulta (Query Engine)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Usa </a:t>
            </a:r>
            <a:r>
              <a:rPr lang="en-US" sz="1200" dirty="0" err="1"/>
              <a:t>lenguajes</a:t>
            </a:r>
            <a:r>
              <a:rPr lang="en-US" sz="1200" dirty="0"/>
              <a:t> </a:t>
            </a:r>
            <a:r>
              <a:rPr lang="en-US" sz="1200" dirty="0" err="1"/>
              <a:t>como</a:t>
            </a:r>
            <a:r>
              <a:rPr lang="en-US" sz="1200" dirty="0"/>
              <a:t> </a:t>
            </a:r>
            <a:r>
              <a:rPr lang="en-US" sz="1200" b="1" dirty="0"/>
              <a:t>Cypher</a:t>
            </a:r>
            <a:r>
              <a:rPr lang="en-US" sz="1200" dirty="0"/>
              <a:t> o </a:t>
            </a:r>
            <a:r>
              <a:rPr lang="en-US" sz="1200" b="1" dirty="0"/>
              <a:t>Gremlin</a:t>
            </a:r>
            <a:r>
              <a:rPr lang="en-US" sz="1200" dirty="0"/>
              <a:t>. El motor:</a:t>
            </a:r>
          </a:p>
          <a:p>
            <a:pPr lvl="1"/>
            <a:r>
              <a:rPr lang="en-US" sz="1200" dirty="0" err="1"/>
              <a:t>Interpreta</a:t>
            </a:r>
            <a:r>
              <a:rPr lang="en-US" sz="1200" dirty="0"/>
              <a:t>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patrón</a:t>
            </a:r>
            <a:r>
              <a:rPr lang="en-US" sz="1200" dirty="0"/>
              <a:t> de consulta (</a:t>
            </a:r>
            <a:r>
              <a:rPr lang="en-US" sz="1200" dirty="0" err="1"/>
              <a:t>ej</a:t>
            </a:r>
            <a:r>
              <a:rPr lang="en-US" sz="1200" dirty="0"/>
              <a:t>: (a)-[:FRIEND]-&gt;(b))</a:t>
            </a:r>
          </a:p>
          <a:p>
            <a:pPr lvl="1"/>
            <a:r>
              <a:rPr lang="en-US" sz="1200" dirty="0" err="1"/>
              <a:t>Localiza</a:t>
            </a:r>
            <a:r>
              <a:rPr lang="en-US" sz="1200" dirty="0"/>
              <a:t>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nodo</a:t>
            </a:r>
            <a:r>
              <a:rPr lang="en-US" sz="1200" dirty="0"/>
              <a:t> </a:t>
            </a:r>
            <a:r>
              <a:rPr lang="en-US" sz="1200" dirty="0" err="1"/>
              <a:t>inicial</a:t>
            </a:r>
            <a:r>
              <a:rPr lang="en-US" sz="1200" dirty="0"/>
              <a:t> (</a:t>
            </a:r>
            <a:r>
              <a:rPr lang="en-US" sz="1200" dirty="0" err="1"/>
              <a:t>vía</a:t>
            </a:r>
            <a:r>
              <a:rPr lang="en-US" sz="1200" dirty="0"/>
              <a:t> </a:t>
            </a:r>
            <a:r>
              <a:rPr lang="en-US" sz="1200" dirty="0" err="1"/>
              <a:t>índice</a:t>
            </a:r>
            <a:r>
              <a:rPr lang="en-US" sz="1200" dirty="0"/>
              <a:t> </a:t>
            </a:r>
            <a:r>
              <a:rPr lang="en-US" sz="1200" dirty="0" err="1"/>
              <a:t>si</a:t>
            </a:r>
            <a:r>
              <a:rPr lang="en-US" sz="1200" dirty="0"/>
              <a:t> hay WHERE)</a:t>
            </a:r>
          </a:p>
          <a:p>
            <a:pPr lvl="1"/>
            <a:r>
              <a:rPr lang="en-US" sz="1200" dirty="0"/>
              <a:t>Explora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grafo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memoria</a:t>
            </a:r>
            <a:r>
              <a:rPr lang="en-US" sz="1200" dirty="0"/>
              <a:t>, </a:t>
            </a:r>
            <a:r>
              <a:rPr lang="en-US" sz="1200" dirty="0" err="1"/>
              <a:t>siguiendo</a:t>
            </a:r>
            <a:r>
              <a:rPr lang="en-US" sz="1200" dirty="0"/>
              <a:t> </a:t>
            </a:r>
            <a:r>
              <a:rPr lang="en-US" sz="1200" dirty="0" err="1"/>
              <a:t>aristas</a:t>
            </a:r>
            <a:r>
              <a:rPr lang="en-US" sz="1200" dirty="0"/>
              <a:t> </a:t>
            </a:r>
            <a:r>
              <a:rPr lang="en-US" sz="1200" dirty="0" err="1"/>
              <a:t>según</a:t>
            </a:r>
            <a:r>
              <a:rPr lang="en-US" sz="1200" dirty="0"/>
              <a:t>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patrón</a:t>
            </a:r>
            <a:endParaRPr lang="en-US" sz="1200" dirty="0"/>
          </a:p>
          <a:p>
            <a:pPr lvl="1"/>
            <a:r>
              <a:rPr lang="en-US" sz="1200" dirty="0" err="1"/>
              <a:t>Devuelve</a:t>
            </a:r>
            <a:r>
              <a:rPr lang="en-US" sz="1200" dirty="0"/>
              <a:t> </a:t>
            </a:r>
            <a:r>
              <a:rPr lang="en-US" sz="1200" dirty="0" err="1"/>
              <a:t>el</a:t>
            </a:r>
            <a:r>
              <a:rPr lang="en-US" sz="1200" dirty="0"/>
              <a:t> </a:t>
            </a:r>
            <a:r>
              <a:rPr lang="en-US" sz="1200" dirty="0" err="1"/>
              <a:t>resultado</a:t>
            </a:r>
            <a:r>
              <a:rPr lang="en-US" sz="1200" dirty="0"/>
              <a:t> del </a:t>
            </a:r>
            <a:r>
              <a:rPr lang="en-US" sz="1200" dirty="0" err="1"/>
              <a:t>recorrido</a:t>
            </a:r>
            <a:endParaRPr lang="en-US" sz="1200" dirty="0"/>
          </a:p>
          <a:p>
            <a:pPr marL="0" indent="0">
              <a:buNone/>
            </a:pPr>
            <a:r>
              <a:rPr lang="en-AR" sz="1200" b="1" dirty="0"/>
              <a:t>ACID??</a:t>
            </a:r>
          </a:p>
        </p:txBody>
      </p:sp>
      <p:pic>
        <p:nvPicPr>
          <p:cNvPr id="6" name="Picture 2" descr="Estructurando y consultando información en grafos">
            <a:extLst>
              <a:ext uri="{FF2B5EF4-FFF2-40B4-BE49-F238E27FC236}">
                <a16:creationId xmlns:a16="http://schemas.microsoft.com/office/drawing/2014/main" id="{ED409FB8-A615-7045-C23D-DAAC9854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0764" y="122804"/>
            <a:ext cx="3362343" cy="237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0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Please don't! | Star Wars Memes Wiki | Fandom">
            <a:extLst>
              <a:ext uri="{FF2B5EF4-FFF2-40B4-BE49-F238E27FC236}">
                <a16:creationId xmlns:a16="http://schemas.microsoft.com/office/drawing/2014/main" id="{B04FE9F2-A938-D787-6971-1EA42B8B3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6" r="-1" b="-1"/>
          <a:stretch/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6923-90FC-5A8B-8457-03C3704A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AR" sz="4000"/>
              <a:t>Cuando NO usarlas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C0371-726E-A727-64C0-C399D83B4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Sistemas que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requieren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de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actualizaciones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masivas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sobre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todas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las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entidades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o un conjunto de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entidades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para un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atributo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o conjunto de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atributos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específicos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.</a:t>
            </a:r>
          </a:p>
          <a:p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Sistemas que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requieren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una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alta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distribución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de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datos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debido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a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su</a:t>
            </a:r>
            <a:r>
              <a:rPr lang="en-US" sz="2000" b="0" i="0" u="none" strike="noStrike" dirty="0">
                <a:effectLst/>
                <a:latin typeface="Verdana" panose="020B0604030504040204" pitchFamily="34" charset="0"/>
              </a:rPr>
              <a:t> gran </a:t>
            </a:r>
            <a:r>
              <a:rPr lang="en-US" sz="2000" b="0" i="0" u="none" strike="noStrike" dirty="0" err="1">
                <a:effectLst/>
                <a:latin typeface="Verdana" panose="020B0604030504040204" pitchFamily="34" charset="0"/>
              </a:rPr>
              <a:t>tamaño</a:t>
            </a:r>
            <a:endParaRPr lang="en-AR" sz="2000" dirty="0"/>
          </a:p>
        </p:txBody>
      </p:sp>
    </p:spTree>
    <p:extLst>
      <p:ext uri="{BB962C8B-B14F-4D97-AF65-F5344CB8AC3E}">
        <p14:creationId xmlns:p14="http://schemas.microsoft.com/office/powerpoint/2010/main" val="1839576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Thinking lady Meme Generator">
            <a:extLst>
              <a:ext uri="{FF2B5EF4-FFF2-40B4-BE49-F238E27FC236}">
                <a16:creationId xmlns:a16="http://schemas.microsoft.com/office/drawing/2014/main" id="{1371A32A-BB2A-05E2-ADCB-FF755E72F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4" r="9089" b="1376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Rectangle 615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70913-16C5-D8DC-3FBC-6441A396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i="0" u="none" strike="noStrike">
                <a:solidFill>
                  <a:schemeClr val="bg1"/>
                </a:solidFill>
                <a:effectLst/>
              </a:rPr>
              <a:t>Pero si hablamos de relaciones por que no un RDBMS???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172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D70B57-6E6A-7C65-2E76-63366ED9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38" r="29650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B6CE4F-DF93-1C85-11D1-A6BBDC8AD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068641"/>
              </p:ext>
            </p:extLst>
          </p:nvPr>
        </p:nvGraphicFramePr>
        <p:xfrm>
          <a:off x="6417734" y="465826"/>
          <a:ext cx="5291663" cy="5901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576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2" name="Rectangle 820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C7C28-4504-7ADC-83BF-9BC007F0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100" b="1"/>
              <a:t>¿Cómo analizamos las bases de grafos?</a:t>
            </a:r>
            <a:br>
              <a:rPr lang="en-US" sz="4100" b="1"/>
            </a:br>
            <a:endParaRPr lang="en-AR" sz="4100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Graph Databases for Beginners: Wait, What Do You Mean by &quot;Graph&quot;?">
            <a:extLst>
              <a:ext uri="{FF2B5EF4-FFF2-40B4-BE49-F238E27FC236}">
                <a16:creationId xmlns:a16="http://schemas.microsoft.com/office/drawing/2014/main" id="{580B7E34-8059-88A3-764E-2A5829BA6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7515" y="2590585"/>
            <a:ext cx="6320269" cy="333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E2429-CFD3-FB74-4887-D08D976EE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700"/>
              <a:t>Las bases de grafos se centran en el </a:t>
            </a:r>
            <a:r>
              <a:rPr lang="en-US" sz="1700" b="1"/>
              <a:t>recorrido de relaciones</a:t>
            </a:r>
            <a:r>
              <a:rPr lang="en-US" sz="1700"/>
              <a:t>. En lugar de usar JOIN como en SQL, los grafos navegan las conexiones entre nodos directamente:</a:t>
            </a:r>
          </a:p>
          <a:p>
            <a:pPr>
              <a:buNone/>
            </a:pPr>
            <a:br>
              <a:rPr lang="en-US" sz="1700"/>
            </a:br>
            <a:endParaRPr lang="en-US" sz="1700"/>
          </a:p>
          <a:p>
            <a:pPr>
              <a:buNone/>
            </a:pPr>
            <a:r>
              <a:rPr lang="en-US" sz="1700"/>
              <a:t>“Seguí este camino hasta encontrar lo que buscás” </a:t>
            </a:r>
            <a:br>
              <a:rPr lang="en-US" sz="1700"/>
            </a:br>
            <a:endParaRPr lang="en-US" sz="1700"/>
          </a:p>
          <a:p>
            <a:r>
              <a:rPr lang="en-US" sz="1700"/>
              <a:t>Esto permite </a:t>
            </a:r>
            <a:r>
              <a:rPr lang="en-US" sz="1700" b="1"/>
              <a:t>consultas más rápidas y naturales</a:t>
            </a:r>
            <a:r>
              <a:rPr lang="en-US" sz="1700"/>
              <a:t> en datos con muchas relaciones.</a:t>
            </a:r>
          </a:p>
          <a:p>
            <a:endParaRPr lang="en-AR" sz="1700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27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B0BCB-58DD-0EFD-AF0F-ED5D46FB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Bases de Datos Orientadas a Grafos</a:t>
            </a:r>
          </a:p>
        </p:txBody>
      </p:sp>
      <p:sp>
        <p:nvSpPr>
          <p:cNvPr id="717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0237642-0CA6-5B7E-E9BB-6CC1D3B3A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5008" y="2633472"/>
            <a:ext cx="8538935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47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1" name="Rectangle 1230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 descr="Neo4j - Wikipedia, la enciclopedia libre">
            <a:extLst>
              <a:ext uri="{FF2B5EF4-FFF2-40B4-BE49-F238E27FC236}">
                <a16:creationId xmlns:a16="http://schemas.microsoft.com/office/drawing/2014/main" id="{6A536ACD-05EA-8278-4EB2-5784C9A803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312759"/>
            <a:ext cx="11277600" cy="423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100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8E-F3AE-BCFE-DA28-0B0990ED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Neo4j es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sistema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base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datos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orientado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a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grafos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código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abierto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Está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desarrollado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Java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Utiliza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como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modelo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datos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,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los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grafos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basados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propiedades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>
              <a:buNone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Es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las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pocas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bases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datos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orientadas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a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grafos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que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cuentan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con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lenguaje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consulta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propio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: </a:t>
            </a:r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Cypher.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El DBMS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puede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administrar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servidor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independiente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o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grupo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servidores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Clúster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(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instancia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Neo4j es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proceso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Java que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ejecuta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el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código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del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servidor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Neo4j).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El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contexto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ejecución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es un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entorno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ejecución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para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solicitud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(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consulta,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transacción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o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función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o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procedimiento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interno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Trebuchet MS" panose="020B0703020202090204" pitchFamily="34" charset="0"/>
              </a:rPr>
              <a:t>).</a:t>
            </a:r>
            <a:endParaRPr lang="en-US" sz="20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>
              <a:buNone/>
            </a:pPr>
            <a:endParaRPr lang="en-AR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28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38" name="Rectangle 1333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A8034-08A1-6ECB-C3EE-DF19FDBD9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3360"/>
            <a:ext cx="6146799" cy="5727617"/>
          </a:xfrm>
        </p:spPr>
        <p:txBody>
          <a:bodyPr anchor="t">
            <a:normAutofit lnSpcReduction="10000"/>
          </a:bodyPr>
          <a:lstStyle/>
          <a:p>
            <a:r>
              <a:rPr lang="en-US" sz="1400" b="1" dirty="0"/>
              <a:t>Core Servers</a:t>
            </a:r>
          </a:p>
          <a:p>
            <a:pPr lvl="1"/>
            <a:r>
              <a:rPr lang="en-US" sz="1400" dirty="0"/>
              <a:t>Son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b="1" dirty="0" err="1"/>
              <a:t>nodos</a:t>
            </a:r>
            <a:r>
              <a:rPr lang="en-US" sz="1400" b="1" dirty="0"/>
              <a:t> </a:t>
            </a:r>
            <a:r>
              <a:rPr lang="en-US" sz="1400" b="1" dirty="0" err="1"/>
              <a:t>principales</a:t>
            </a:r>
            <a:r>
              <a:rPr lang="en-US" sz="1400" dirty="0"/>
              <a:t> del </a:t>
            </a:r>
            <a:r>
              <a:rPr lang="en-US" sz="1400" dirty="0" err="1"/>
              <a:t>clúster</a:t>
            </a:r>
            <a:r>
              <a:rPr lang="en-US" sz="1400" dirty="0"/>
              <a:t>.</a:t>
            </a:r>
          </a:p>
          <a:p>
            <a:pPr lvl="1"/>
            <a:r>
              <a:rPr lang="en-US" sz="1400" dirty="0" err="1"/>
              <a:t>Están</a:t>
            </a:r>
            <a:r>
              <a:rPr lang="en-US" sz="1400" dirty="0"/>
              <a:t> </a:t>
            </a:r>
            <a:r>
              <a:rPr lang="en-US" sz="1400" b="1" dirty="0" err="1"/>
              <a:t>sincronizados</a:t>
            </a:r>
            <a:r>
              <a:rPr lang="en-US" sz="1400" b="1" dirty="0"/>
              <a:t> entre </a:t>
            </a:r>
            <a:r>
              <a:rPr lang="en-US" sz="1400" b="1" dirty="0" err="1"/>
              <a:t>sí</a:t>
            </a:r>
            <a:r>
              <a:rPr lang="en-US" sz="1400" dirty="0"/>
              <a:t> y </a:t>
            </a:r>
            <a:r>
              <a:rPr lang="en-US" sz="1400" b="1" dirty="0" err="1"/>
              <a:t>pueden</a:t>
            </a:r>
            <a:r>
              <a:rPr lang="en-US" sz="1400" b="1" dirty="0"/>
              <a:t> </a:t>
            </a:r>
            <a:r>
              <a:rPr lang="en-US" sz="1400" b="1" dirty="0" err="1"/>
              <a:t>realizar</a:t>
            </a:r>
            <a:r>
              <a:rPr lang="en-US" sz="1400" b="1" dirty="0"/>
              <a:t> </a:t>
            </a:r>
            <a:r>
              <a:rPr lang="en-US" sz="1400" b="1" dirty="0" err="1"/>
              <a:t>lecturas</a:t>
            </a:r>
            <a:r>
              <a:rPr lang="en-US" sz="1400" b="1" dirty="0"/>
              <a:t> y </a:t>
            </a:r>
            <a:r>
              <a:rPr lang="en-US" sz="1400" b="1" dirty="0" err="1"/>
              <a:t>escrituras</a:t>
            </a:r>
            <a:r>
              <a:rPr lang="en-US" sz="1400" dirty="0"/>
              <a:t> (Read-Write).</a:t>
            </a:r>
          </a:p>
          <a:p>
            <a:pPr lvl="1"/>
            <a:r>
              <a:rPr lang="en-US" sz="1400" dirty="0" err="1"/>
              <a:t>Mantienen</a:t>
            </a:r>
            <a:r>
              <a:rPr lang="en-US" sz="1400" dirty="0"/>
              <a:t> </a:t>
            </a:r>
            <a:r>
              <a:rPr lang="en-US" sz="1400" b="1" dirty="0" err="1"/>
              <a:t>consistencia</a:t>
            </a:r>
            <a:r>
              <a:rPr lang="en-US" sz="1400" b="1" dirty="0"/>
              <a:t> </a:t>
            </a:r>
            <a:r>
              <a:rPr lang="en-US" sz="1400" b="1" dirty="0" err="1"/>
              <a:t>fuerte</a:t>
            </a:r>
            <a:r>
              <a:rPr lang="en-US" sz="1400" dirty="0"/>
              <a:t> (</a:t>
            </a:r>
            <a:r>
              <a:rPr lang="en-US" sz="1400" dirty="0" err="1"/>
              <a:t>usando</a:t>
            </a:r>
            <a:r>
              <a:rPr lang="en-US" sz="1400" dirty="0"/>
              <a:t> Raft, un </a:t>
            </a:r>
            <a:r>
              <a:rPr lang="en-US" sz="1400" dirty="0" err="1"/>
              <a:t>algoritmo</a:t>
            </a:r>
            <a:r>
              <a:rPr lang="en-US" sz="1400" dirty="0"/>
              <a:t> de </a:t>
            </a:r>
            <a:r>
              <a:rPr lang="en-US" sz="1400" dirty="0" err="1"/>
              <a:t>consenso</a:t>
            </a:r>
            <a:r>
              <a:rPr lang="en-US" sz="1400" dirty="0"/>
              <a:t>).</a:t>
            </a:r>
          </a:p>
          <a:p>
            <a:pPr lvl="1"/>
            <a:r>
              <a:rPr lang="en-US" sz="1400" dirty="0"/>
              <a:t>Se </a:t>
            </a:r>
            <a:r>
              <a:rPr lang="en-US" sz="1400" dirty="0" err="1"/>
              <a:t>necesita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mayoría</a:t>
            </a:r>
            <a:r>
              <a:rPr lang="en-US" sz="1400" dirty="0"/>
              <a:t> para </a:t>
            </a:r>
            <a:r>
              <a:rPr lang="en-US" sz="1400" dirty="0" err="1"/>
              <a:t>confirmar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operación</a:t>
            </a:r>
            <a:r>
              <a:rPr lang="en-US" sz="1400" dirty="0"/>
              <a:t> de </a:t>
            </a:r>
            <a:r>
              <a:rPr lang="en-US" sz="1400" dirty="0" err="1"/>
              <a:t>escritura</a:t>
            </a:r>
            <a:r>
              <a:rPr lang="en-US" sz="1400" dirty="0"/>
              <a:t>.</a:t>
            </a:r>
          </a:p>
          <a:p>
            <a:pPr lvl="1"/>
            <a:r>
              <a:rPr lang="en-US" sz="1400" dirty="0" err="1"/>
              <a:t>Ejemplo</a:t>
            </a:r>
            <a:r>
              <a:rPr lang="en-US" sz="1400" dirty="0"/>
              <a:t>: Si hay 3 core servers, al </a:t>
            </a:r>
            <a:r>
              <a:rPr lang="en-US" sz="1400" dirty="0" err="1"/>
              <a:t>menos</a:t>
            </a:r>
            <a:r>
              <a:rPr lang="en-US" sz="1400" dirty="0"/>
              <a:t> 2 </a:t>
            </a:r>
            <a:r>
              <a:rPr lang="en-US" sz="1400" dirty="0" err="1"/>
              <a:t>deben</a:t>
            </a:r>
            <a:r>
              <a:rPr lang="en-US" sz="1400" dirty="0"/>
              <a:t> </a:t>
            </a:r>
            <a:r>
              <a:rPr lang="en-US" sz="1400" dirty="0" err="1"/>
              <a:t>confirmar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escritura</a:t>
            </a:r>
            <a:r>
              <a:rPr lang="en-US" sz="1400" dirty="0"/>
              <a:t>.</a:t>
            </a:r>
          </a:p>
          <a:p>
            <a:r>
              <a:rPr lang="en-US" sz="1400" b="1" dirty="0"/>
              <a:t>Read Replica Servers</a:t>
            </a:r>
          </a:p>
          <a:p>
            <a:pPr lvl="1"/>
            <a:r>
              <a:rPr lang="en-US" sz="1400" dirty="0"/>
              <a:t> Solo </a:t>
            </a:r>
            <a:r>
              <a:rPr lang="en-US" sz="1400" dirty="0" err="1"/>
              <a:t>pueden</a:t>
            </a:r>
            <a:r>
              <a:rPr lang="en-US" sz="1400" dirty="0"/>
              <a:t> </a:t>
            </a:r>
            <a:r>
              <a:rPr lang="en-US" sz="1400" b="1" dirty="0"/>
              <a:t>leer</a:t>
            </a:r>
            <a:r>
              <a:rPr lang="en-US" sz="1400" dirty="0"/>
              <a:t> </a:t>
            </a:r>
            <a:r>
              <a:rPr lang="en-US" sz="1400" dirty="0" err="1"/>
              <a:t>datos</a:t>
            </a:r>
            <a:r>
              <a:rPr lang="en-US" sz="1400" dirty="0"/>
              <a:t> (Read Replica) → no </a:t>
            </a:r>
            <a:r>
              <a:rPr lang="en-US" sz="1400" dirty="0" err="1"/>
              <a:t>escriben</a:t>
            </a:r>
            <a:r>
              <a:rPr lang="en-US" sz="1400" dirty="0"/>
              <a:t>.</a:t>
            </a:r>
          </a:p>
          <a:p>
            <a:pPr lvl="1"/>
            <a:r>
              <a:rPr lang="en-US" sz="1400" dirty="0" err="1"/>
              <a:t>Pueden</a:t>
            </a:r>
            <a:r>
              <a:rPr lang="en-US" sz="1400" dirty="0"/>
              <a:t> </a:t>
            </a:r>
            <a:r>
              <a:rPr lang="en-US" sz="1400" dirty="0" err="1"/>
              <a:t>estar</a:t>
            </a:r>
            <a:r>
              <a:rPr lang="en-US" sz="1400" dirty="0"/>
              <a:t> </a:t>
            </a:r>
            <a:r>
              <a:rPr lang="en-US" sz="1400" b="1" dirty="0" err="1"/>
              <a:t>geográficamente</a:t>
            </a:r>
            <a:r>
              <a:rPr lang="en-US" sz="1400" b="1" dirty="0"/>
              <a:t> </a:t>
            </a:r>
            <a:r>
              <a:rPr lang="en-US" sz="1400" b="1" dirty="0" err="1"/>
              <a:t>distribuidos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Se </a:t>
            </a:r>
            <a:r>
              <a:rPr lang="en-US" sz="1400" dirty="0" err="1"/>
              <a:t>usan</a:t>
            </a:r>
            <a:r>
              <a:rPr lang="en-US" sz="1400" dirty="0"/>
              <a:t> para:</a:t>
            </a:r>
          </a:p>
          <a:p>
            <a:pPr lvl="1"/>
            <a:r>
              <a:rPr lang="en-US" sz="1400" dirty="0" err="1"/>
              <a:t>Escalar</a:t>
            </a:r>
            <a:r>
              <a:rPr lang="en-US" sz="1400" dirty="0"/>
              <a:t> la </a:t>
            </a:r>
            <a:r>
              <a:rPr lang="en-US" sz="1400" dirty="0" err="1"/>
              <a:t>lectura</a:t>
            </a:r>
            <a:endParaRPr lang="en-US" sz="1400" dirty="0"/>
          </a:p>
          <a:p>
            <a:pPr lvl="1"/>
            <a:r>
              <a:rPr lang="en-US" sz="1400" dirty="0" err="1"/>
              <a:t>Generar</a:t>
            </a:r>
            <a:r>
              <a:rPr lang="en-US" sz="1400" dirty="0"/>
              <a:t> </a:t>
            </a:r>
            <a:r>
              <a:rPr lang="en-US" sz="1400" dirty="0" err="1"/>
              <a:t>reportes</a:t>
            </a:r>
            <a:endParaRPr lang="en-US" sz="1400" dirty="0"/>
          </a:p>
          <a:p>
            <a:pPr lvl="1"/>
            <a:r>
              <a:rPr lang="en-US" sz="1400" dirty="0" err="1"/>
              <a:t>Analítica</a:t>
            </a:r>
            <a:endParaRPr lang="en-US" sz="1400" dirty="0"/>
          </a:p>
          <a:p>
            <a:pPr lvl="1"/>
            <a:r>
              <a:rPr lang="en-US" sz="1400" dirty="0" err="1"/>
              <a:t>Balanceo</a:t>
            </a:r>
            <a:r>
              <a:rPr lang="en-US" sz="1400" dirty="0"/>
              <a:t> de carga</a:t>
            </a:r>
          </a:p>
          <a:p>
            <a:pPr lvl="1"/>
            <a:r>
              <a:rPr lang="en-US" sz="1400" dirty="0"/>
              <a:t>Se </a:t>
            </a:r>
            <a:r>
              <a:rPr lang="en-US" sz="1400" dirty="0" err="1"/>
              <a:t>sincronizan</a:t>
            </a:r>
            <a:r>
              <a:rPr lang="en-US" sz="1400" dirty="0"/>
              <a:t> </a:t>
            </a:r>
            <a:r>
              <a:rPr lang="en-US" sz="1400" dirty="0" err="1"/>
              <a:t>periódicamente</a:t>
            </a:r>
            <a:r>
              <a:rPr lang="en-US" sz="1400" dirty="0"/>
              <a:t> con </a:t>
            </a:r>
            <a:r>
              <a:rPr lang="en-US" sz="1400" dirty="0" err="1"/>
              <a:t>los</a:t>
            </a:r>
            <a:r>
              <a:rPr lang="en-US" sz="1400" dirty="0"/>
              <a:t> Core Servers, </a:t>
            </a:r>
            <a:r>
              <a:rPr lang="en-US" sz="1400" dirty="0" err="1"/>
              <a:t>pero</a:t>
            </a:r>
            <a:r>
              <a:rPr lang="en-US" sz="1400" dirty="0"/>
              <a:t> no </a:t>
            </a:r>
            <a:r>
              <a:rPr lang="en-US" sz="1400" dirty="0" err="1"/>
              <a:t>participan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consenso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dirty="0"/>
              <a:t>Las </a:t>
            </a:r>
            <a:r>
              <a:rPr lang="en-US" sz="1400" b="1" dirty="0"/>
              <a:t>Read Replicas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Neo4j se </a:t>
            </a:r>
            <a:r>
              <a:rPr lang="en-US" sz="1400" dirty="0" err="1"/>
              <a:t>comportan</a:t>
            </a:r>
            <a:r>
              <a:rPr lang="en-US" sz="1400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un </a:t>
            </a:r>
            <a:r>
              <a:rPr lang="en-US" sz="1400" dirty="0" err="1"/>
              <a:t>modelo</a:t>
            </a:r>
            <a:r>
              <a:rPr lang="en-US" sz="1400" dirty="0"/>
              <a:t> </a:t>
            </a:r>
            <a:r>
              <a:rPr lang="en-US" sz="1400" b="1" dirty="0" err="1"/>
              <a:t>eventualmente</a:t>
            </a:r>
            <a:r>
              <a:rPr lang="en-US" sz="1400" b="1" dirty="0"/>
              <a:t> </a:t>
            </a:r>
            <a:r>
              <a:rPr lang="en-US" sz="1400" b="1" dirty="0" err="1"/>
              <a:t>consistente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Aunque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core es </a:t>
            </a:r>
            <a:r>
              <a:rPr lang="en-US" sz="1400" b="1" dirty="0" err="1"/>
              <a:t>fuertemente</a:t>
            </a:r>
            <a:r>
              <a:rPr lang="en-US" sz="1400" b="1" dirty="0"/>
              <a:t> </a:t>
            </a:r>
            <a:r>
              <a:rPr lang="en-US" sz="1400" b="1" dirty="0" err="1"/>
              <a:t>consistente</a:t>
            </a:r>
            <a:r>
              <a:rPr lang="en-US" sz="1400" dirty="0"/>
              <a:t>, las </a:t>
            </a:r>
            <a:r>
              <a:rPr lang="en-US" sz="1400" dirty="0" err="1"/>
              <a:t>réplicas</a:t>
            </a:r>
            <a:r>
              <a:rPr lang="en-US" sz="1400" dirty="0"/>
              <a:t> </a:t>
            </a:r>
            <a:r>
              <a:rPr lang="en-US" sz="1400" b="1" dirty="0" err="1"/>
              <a:t>pueden</a:t>
            </a:r>
            <a:r>
              <a:rPr lang="en-US" sz="1400" b="1" dirty="0"/>
              <a:t> </a:t>
            </a:r>
            <a:r>
              <a:rPr lang="en-US" sz="1400" b="1" dirty="0" err="1"/>
              <a:t>recibir</a:t>
            </a:r>
            <a:r>
              <a:rPr lang="en-US" sz="1400" b="1" dirty="0"/>
              <a:t> </a:t>
            </a:r>
            <a:r>
              <a:rPr lang="en-US" sz="1400" b="1" dirty="0" err="1"/>
              <a:t>datos</a:t>
            </a:r>
            <a:r>
              <a:rPr lang="en-US" sz="1400" b="1" dirty="0"/>
              <a:t> con </a:t>
            </a:r>
            <a:r>
              <a:rPr lang="en-US" sz="1400" b="1" dirty="0" err="1"/>
              <a:t>cierto</a:t>
            </a:r>
            <a:r>
              <a:rPr lang="en-US" sz="1400" b="1" dirty="0"/>
              <a:t> </a:t>
            </a:r>
            <a:r>
              <a:rPr lang="en-US" sz="1400" b="1" dirty="0" err="1"/>
              <a:t>retraso</a:t>
            </a:r>
            <a:r>
              <a:rPr lang="en-US" sz="1400" dirty="0"/>
              <a:t>. Por </a:t>
            </a:r>
            <a:r>
              <a:rPr lang="en-US" sz="1400" dirty="0" err="1"/>
              <a:t>eso</a:t>
            </a:r>
            <a:r>
              <a:rPr lang="en-US" sz="1400" dirty="0"/>
              <a:t> </a:t>
            </a:r>
            <a:r>
              <a:rPr lang="en-US" sz="1400" dirty="0" err="1"/>
              <a:t>podrías</a:t>
            </a:r>
            <a:r>
              <a:rPr lang="en-US" sz="1400" dirty="0"/>
              <a:t> </a:t>
            </a:r>
            <a:r>
              <a:rPr lang="en-US" sz="1400" dirty="0" err="1"/>
              <a:t>verlas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mezcla</a:t>
            </a:r>
            <a:r>
              <a:rPr lang="en-US" sz="1400" dirty="0"/>
              <a:t> </a:t>
            </a:r>
            <a:r>
              <a:rPr lang="en-US" sz="1400" dirty="0" err="1"/>
              <a:t>inteligente</a:t>
            </a:r>
            <a:r>
              <a:rPr lang="en-US" sz="1400" dirty="0"/>
              <a:t> entre </a:t>
            </a:r>
            <a:r>
              <a:rPr lang="en-US" sz="1400" b="1" dirty="0"/>
              <a:t>CA para core</a:t>
            </a:r>
            <a:r>
              <a:rPr lang="en-US" sz="1400" dirty="0"/>
              <a:t> y algo de </a:t>
            </a:r>
            <a:r>
              <a:rPr lang="en-US" sz="1400" b="1" dirty="0"/>
              <a:t>AP para </a:t>
            </a:r>
            <a:r>
              <a:rPr lang="en-US" sz="1400" b="1" dirty="0" err="1"/>
              <a:t>lecturas</a:t>
            </a:r>
            <a:r>
              <a:rPr lang="en-US" sz="1400" b="1" dirty="0"/>
              <a:t> </a:t>
            </a:r>
            <a:r>
              <a:rPr lang="en-US" sz="1400" b="1" dirty="0" err="1"/>
              <a:t>distribuidas</a:t>
            </a:r>
            <a:r>
              <a:rPr lang="en-US" sz="1400" dirty="0"/>
              <a:t>. </a:t>
            </a:r>
            <a:endParaRPr lang="en-AR" sz="14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FBA45B0-4F9A-30AD-F5D7-23C63F274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42" y="647616"/>
            <a:ext cx="5201023" cy="514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40" name="Rectangle 1333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42" name="Rectangle 1334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80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03B32-1569-B167-0445-D3D6A6E47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AR" sz="400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5610-F342-60BB-1AB2-DD0DAAC4E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effectLst/>
                <a:latin typeface="Trebuchet MS" panose="020B0703020202090204" pitchFamily="34" charset="0"/>
              </a:rPr>
              <a:t>Debemos tener relativamente pocas máquinas en un clúster Core Server esto se calcula con la fórmula </a:t>
            </a:r>
            <a:endParaRPr lang="en-US" sz="1600" b="0" i="0" u="none" strike="noStrike">
              <a:effectLst/>
              <a:latin typeface="Noto Sans Symbols"/>
            </a:endParaRPr>
          </a:p>
          <a:p>
            <a:pPr rtl="0">
              <a:spcBef>
                <a:spcPts val="1000"/>
              </a:spcBef>
              <a:buNone/>
            </a:pPr>
            <a:r>
              <a:rPr lang="en-US" sz="1600" b="1" i="1" u="none" strike="noStrike">
                <a:effectLst/>
                <a:latin typeface="Trebuchet MS" panose="020B0703020202090204" pitchFamily="34" charset="0"/>
              </a:rPr>
              <a:t>M = 2F + 1 </a:t>
            </a:r>
            <a:endParaRPr lang="en-US" sz="1600" b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effectLst/>
                <a:latin typeface="Trebuchet MS" panose="020B0703020202090204" pitchFamily="34" charset="0"/>
              </a:rPr>
              <a:t>donde M es el número de servidores centrales necesarios para tolerar fallas y F el número de cores fallidos. (Ej. para tolerar dos servers fallidos, necesitamos un clúster de cinco Cores).</a:t>
            </a:r>
            <a:endParaRPr lang="en-US" sz="1600" b="0" i="0" u="none" strike="noStrike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effectLst/>
                <a:latin typeface="Trebuchet MS" panose="020B0703020202090204" pitchFamily="34" charset="0"/>
              </a:rPr>
              <a:t>También es posible crear un clúster que consta de solo dos núcleos. Sin embargo, ese clúster no será tolerante a errores. Si uno de los dos servidores falla, el servidor restante pasará a ser de solo lectura.</a:t>
            </a:r>
            <a:endParaRPr lang="en-US" sz="1600" b="0" i="0" u="none" strike="noStrike">
              <a:effectLst/>
              <a:latin typeface="Noto Sans Symbols"/>
            </a:endParaRPr>
          </a:p>
          <a:p>
            <a:endParaRPr lang="en-AR" sz="160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21132658-90DE-0BE8-CA23-6FBFE4CE2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0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F4A4C-A556-2120-D63B-9B5AF149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R" sz="4000">
                <a:solidFill>
                  <a:srgbClr val="FFFFFF"/>
                </a:solidFill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B7FA-E080-7E64-AF4F-3EA645B56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Su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sintaxis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utiliza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un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estilo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ascii-art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para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hacer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los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comandos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muy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intuitivos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.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Mientras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los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se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representan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con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círculos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y las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relaciones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con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flechas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,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su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representación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ascii-art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consiste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poner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entre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paréntesis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y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relaciones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etiquetadas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por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corchetes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: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marL="914400" rtl="0">
              <a:spcBef>
                <a:spcPts val="1000"/>
              </a:spcBef>
              <a:buNone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(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)-[:RELACIÓN]-&gt;(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) 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Las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propiedades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los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o las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relaciones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se indican con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una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estructura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parecida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a un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diccionario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: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marL="457200" rtl="0">
              <a:spcBef>
                <a:spcPts val="1000"/>
              </a:spcBef>
              <a:buNone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(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{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name:'Oscar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',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surname:'Garcia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’})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Y las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etiquetas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se indican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después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definir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la variable: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>
              <a:buNone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(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nodo:Person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{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name:'Oscar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',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surname:'Garcia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'})</a:t>
            </a:r>
            <a:endParaRPr lang="en-AR" sz="2000" dirty="0"/>
          </a:p>
        </p:txBody>
      </p:sp>
    </p:spTree>
    <p:extLst>
      <p:ext uri="{BB962C8B-B14F-4D97-AF65-F5344CB8AC3E}">
        <p14:creationId xmlns:p14="http://schemas.microsoft.com/office/powerpoint/2010/main" val="1246409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D88B5-F942-AA0D-966F-B807587F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3852F-35E4-4C74-19BB-8C346200F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fontAlgn="base"/>
            <a:r>
              <a:rPr lang="en-US" sz="1700" b="0" i="0" u="none" strike="noStrike">
                <a:effectLst/>
              </a:rPr>
              <a:t>Empezamos por crear un nodo</a:t>
            </a:r>
            <a:r>
              <a:rPr lang="en-US" sz="1700" b="1" i="0" u="none" strike="noStrike">
                <a:effectLst/>
              </a:rPr>
              <a:t>:</a:t>
            </a:r>
            <a:br>
              <a:rPr lang="en-US" sz="1700" b="1" i="0" u="none" strike="noStrike">
                <a:effectLst/>
              </a:rPr>
            </a:br>
            <a:r>
              <a:rPr lang="en-US" sz="1700" b="1" i="0" u="none" strike="noStrike">
                <a:effectLst/>
              </a:rPr>
              <a:t>CREATE (os {name:'Óscar', surname:'García'})</a:t>
            </a:r>
            <a:endParaRPr lang="en-US" sz="1700" b="0" i="0" u="none" strike="noStrike">
              <a:effectLst/>
            </a:endParaRPr>
          </a:p>
          <a:p>
            <a:pPr fontAlgn="base">
              <a:spcBef>
                <a:spcPts val="1000"/>
              </a:spcBef>
            </a:pPr>
            <a:r>
              <a:rPr lang="en-US" sz="1700" b="0" i="0" u="none" strike="noStrike">
                <a:effectLst/>
              </a:rPr>
              <a:t>Veamos si se ha creado:</a:t>
            </a:r>
            <a:br>
              <a:rPr lang="en-US" sz="1700" b="0" i="0" u="none" strike="noStrike">
                <a:effectLst/>
              </a:rPr>
            </a:br>
            <a:r>
              <a:rPr lang="en-US" sz="1700" b="1" i="0" u="none" strike="noStrike">
                <a:effectLst/>
              </a:rPr>
              <a:t>MATCH (n) RETURN n</a:t>
            </a:r>
            <a:endParaRPr lang="en-US" sz="1700" b="0" i="0" u="none" strike="noStrike">
              <a:effectLst/>
            </a:endParaRPr>
          </a:p>
          <a:p>
            <a:pPr fontAlgn="base">
              <a:spcBef>
                <a:spcPts val="1000"/>
              </a:spcBef>
            </a:pPr>
            <a:r>
              <a:rPr lang="en-US" sz="1700" b="0" i="0" u="none" strike="noStrike">
                <a:effectLst/>
              </a:rPr>
              <a:t>Creemos un par de nodos más y visualicémoslos:</a:t>
            </a:r>
            <a:br>
              <a:rPr lang="en-US" sz="1700" b="0" i="0" u="none" strike="noStrike">
                <a:effectLst/>
              </a:rPr>
            </a:br>
            <a:r>
              <a:rPr lang="en-US" sz="1700" b="0" i="0" u="none" strike="noStrike">
                <a:effectLst/>
              </a:rPr>
              <a:t>va -&gt; name: Vanessa, surname: Gómez</a:t>
            </a:r>
            <a:br>
              <a:rPr lang="en-US" sz="1700" b="0" i="0" u="none" strike="noStrike">
                <a:effectLst/>
              </a:rPr>
            </a:br>
            <a:r>
              <a:rPr lang="en-US" sz="1700" b="0" i="0" u="none" strike="noStrike">
                <a:effectLst/>
              </a:rPr>
              <a:t>co -&gt; name: Coffee, type: Drink</a:t>
            </a:r>
            <a:br>
              <a:rPr lang="en-US" sz="1700" b="0" i="0" u="none" strike="noStrike">
                <a:effectLst/>
              </a:rPr>
            </a:br>
            <a:r>
              <a:rPr lang="en-US" sz="1700" b="0" i="0" u="none" strike="noStrike">
                <a:effectLst/>
              </a:rPr>
              <a:t>na -&gt; name: Napolitana, type: Dessert</a:t>
            </a:r>
          </a:p>
          <a:p>
            <a:pPr fontAlgn="base">
              <a:spcBef>
                <a:spcPts val="1000"/>
              </a:spcBef>
            </a:pPr>
            <a:r>
              <a:rPr lang="en-US" sz="1700" b="0" i="0" u="none" strike="noStrike">
                <a:effectLst/>
              </a:rPr>
              <a:t>¿Como será la carga múltiple?</a:t>
            </a:r>
          </a:p>
          <a:p>
            <a:endParaRPr lang="en-US" sz="1700"/>
          </a:p>
          <a:p>
            <a:endParaRPr lang="en-US" sz="17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C3BA5B-7998-608A-4B82-BE4E300A29C6}"/>
              </a:ext>
            </a:extLst>
          </p:cNvPr>
          <p:cNvSpPr txBox="1"/>
          <p:nvPr/>
        </p:nvSpPr>
        <p:spPr>
          <a:xfrm>
            <a:off x="8451604" y="1412489"/>
            <a:ext cx="3197701" cy="22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effectLst/>
              </a:rPr>
              <a:t>CREATE </a:t>
            </a:r>
            <a:br>
              <a:rPr lang="en-US" sz="2000" b="1" i="0" u="none" strike="noStrike" dirty="0">
                <a:effectLst/>
              </a:rPr>
            </a:br>
            <a:r>
              <a:rPr lang="en-US" sz="2000" b="1" i="0" u="none" strike="noStrike" dirty="0">
                <a:effectLst/>
              </a:rPr>
              <a:t>(</a:t>
            </a:r>
            <a:r>
              <a:rPr lang="en-US" sz="2000" b="1" i="0" u="none" strike="noStrike" dirty="0" err="1">
                <a:effectLst/>
              </a:rPr>
              <a:t>va</a:t>
            </a:r>
            <a:r>
              <a:rPr lang="en-US" sz="2000" b="1" i="0" u="none" strike="noStrike" dirty="0">
                <a:effectLst/>
              </a:rPr>
              <a:t> {</a:t>
            </a:r>
            <a:r>
              <a:rPr lang="en-US" sz="2000" b="1" i="0" u="none" strike="noStrike" dirty="0" err="1">
                <a:effectLst/>
              </a:rPr>
              <a:t>name:'Vanessa</a:t>
            </a:r>
            <a:r>
              <a:rPr lang="en-US" sz="2000" b="1" i="0" u="none" strike="noStrike" dirty="0">
                <a:effectLst/>
              </a:rPr>
              <a:t>', </a:t>
            </a:r>
            <a:r>
              <a:rPr lang="en-US" sz="2000" b="1" i="0" u="none" strike="noStrike" dirty="0" err="1">
                <a:effectLst/>
              </a:rPr>
              <a:t>surname:'Gómez</a:t>
            </a:r>
            <a:r>
              <a:rPr lang="en-US" sz="2000" b="1" i="0" u="none" strike="noStrike" dirty="0">
                <a:effectLst/>
              </a:rPr>
              <a:t>'}), </a:t>
            </a:r>
            <a:br>
              <a:rPr lang="en-US" sz="2000" b="1" i="0" u="none" strike="noStrike" dirty="0">
                <a:effectLst/>
              </a:rPr>
            </a:br>
            <a:r>
              <a:rPr lang="en-US" sz="2000" b="1" i="0" u="none" strike="noStrike" dirty="0">
                <a:effectLst/>
              </a:rPr>
              <a:t>(co {</a:t>
            </a:r>
            <a:r>
              <a:rPr lang="en-US" sz="2000" b="1" i="0" u="none" strike="noStrike" dirty="0" err="1">
                <a:effectLst/>
              </a:rPr>
              <a:t>name:'Coffee</a:t>
            </a:r>
            <a:r>
              <a:rPr lang="en-US" sz="2000" b="1" i="0" u="none" strike="noStrike" dirty="0">
                <a:effectLst/>
              </a:rPr>
              <a:t>', </a:t>
            </a:r>
            <a:r>
              <a:rPr lang="en-US" sz="2000" b="1" i="0" u="none" strike="noStrike" dirty="0" err="1">
                <a:effectLst/>
              </a:rPr>
              <a:t>type:'Drink</a:t>
            </a:r>
            <a:r>
              <a:rPr lang="en-US" sz="2000" b="1" i="0" u="none" strike="noStrike" dirty="0">
                <a:effectLst/>
              </a:rPr>
              <a:t>'}), </a:t>
            </a:r>
            <a:br>
              <a:rPr lang="en-US" sz="2000" b="1" i="0" u="none" strike="noStrike" dirty="0">
                <a:effectLst/>
              </a:rPr>
            </a:br>
            <a:r>
              <a:rPr lang="en-US" sz="2000" b="1" i="0" u="none" strike="noStrike" dirty="0">
                <a:effectLst/>
              </a:rPr>
              <a:t>(</a:t>
            </a:r>
            <a:r>
              <a:rPr lang="en-US" sz="2000" b="1" i="0" u="none" strike="noStrike" dirty="0" err="1">
                <a:effectLst/>
              </a:rPr>
              <a:t>na</a:t>
            </a:r>
            <a:r>
              <a:rPr lang="en-US" sz="2000" b="1" i="0" u="none" strike="noStrike" dirty="0">
                <a:effectLst/>
              </a:rPr>
              <a:t> {</a:t>
            </a:r>
            <a:r>
              <a:rPr lang="en-US" sz="2000" b="1" i="0" u="none" strike="noStrike" dirty="0" err="1">
                <a:effectLst/>
              </a:rPr>
              <a:t>name:'Napolitana</a:t>
            </a:r>
            <a:r>
              <a:rPr lang="en-US" sz="2000" b="1" i="0" u="none" strike="noStrike" dirty="0">
                <a:effectLst/>
              </a:rPr>
              <a:t>', </a:t>
            </a:r>
            <a:r>
              <a:rPr lang="en-US" sz="2000" b="1" i="0" u="none" strike="noStrike" dirty="0" err="1">
                <a:effectLst/>
              </a:rPr>
              <a:t>type:'Dessert</a:t>
            </a:r>
            <a:r>
              <a:rPr lang="en-US" sz="2000" b="1" i="0" u="none" strike="noStrike" dirty="0">
                <a:effectLst/>
              </a:rPr>
              <a:t>'})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14342" name="Picture 6">
            <a:extLst>
              <a:ext uri="{FF2B5EF4-FFF2-40B4-BE49-F238E27FC236}">
                <a16:creationId xmlns:a16="http://schemas.microsoft.com/office/drawing/2014/main" id="{6E708876-F05A-BFC2-6EFE-0A0ADDB28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260" y="3429000"/>
            <a:ext cx="3014576" cy="295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90454-593B-144B-A2A4-1E5D2C9A2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R" sz="4000">
                <a:solidFill>
                  <a:srgbClr val="FFFFFF"/>
                </a:solidFill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07ED7-D57C-7668-B711-722A57A1A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Para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actualizar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un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utilizamos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la clausula 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SET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: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>
              <a:spcBef>
                <a:spcPts val="1000"/>
              </a:spcBef>
              <a:buNone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MATCH (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p:Person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 {name: 'Óscar’})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SET 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p.age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 = 35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RETURN p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RETURN p: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devuelve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el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actualizado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Se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puede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personalizar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esta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consulta para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actualizar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cualquier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otra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propiedad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del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.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Para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actualizar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múltiples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propiedades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, se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debe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agregar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más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cláusulas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SET.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Y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si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necesitas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actualizar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varios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al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mismo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tiempo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,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puedes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ajustar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la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parte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MATCH de la consulta para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seleccionar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los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deseados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.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endParaRPr lang="en-AR" sz="2000" dirty="0"/>
          </a:p>
        </p:txBody>
      </p:sp>
    </p:spTree>
    <p:extLst>
      <p:ext uri="{BB962C8B-B14F-4D97-AF65-F5344CB8AC3E}">
        <p14:creationId xmlns:p14="http://schemas.microsoft.com/office/powerpoint/2010/main" val="1198156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3" name="Rectangle 1537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75" name="Freeform: Shape 1537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4361A-82A1-5BC1-006A-ABBC24D5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R" sz="4000">
                <a:solidFill>
                  <a:srgbClr val="FFFFFF"/>
                </a:solidFill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A686-1F86-1FA7-138C-094E31391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rtl="0" fontAlgn="base">
              <a:buFont typeface="+mj-lt"/>
              <a:buAutoNum type="arabicPeriod"/>
            </a:pP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Vamos a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añadir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algunas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etiquetas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(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ejecutar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cada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línea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por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separado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):</a:t>
            </a:r>
          </a:p>
          <a:p>
            <a:pPr marL="1257300" rtl="0">
              <a:spcBef>
                <a:spcPts val="1000"/>
              </a:spcBef>
              <a:buNone/>
            </a:pP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MATCH (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os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{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name:'Óscar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'}) SET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os:Person</a:t>
            </a:r>
            <a:endParaRPr lang="en-US" sz="1700" b="0" dirty="0">
              <a:effectLst/>
            </a:endParaRPr>
          </a:p>
          <a:p>
            <a:pPr marL="1257300" rtl="0">
              <a:spcBef>
                <a:spcPts val="1000"/>
              </a:spcBef>
              <a:buNone/>
            </a:pP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MATCH (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va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{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name:'Vanessa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'}) SET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va:Person</a:t>
            </a:r>
            <a:endParaRPr lang="en-US" sz="1700" b="0" dirty="0">
              <a:effectLst/>
            </a:endParaRPr>
          </a:p>
          <a:p>
            <a:pPr marL="1257300" rtl="0">
              <a:spcBef>
                <a:spcPts val="1000"/>
              </a:spcBef>
              <a:buNone/>
            </a:pP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MATCH (co {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name:'Coffee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'}) SET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co:Food</a:t>
            </a:r>
            <a:endParaRPr lang="en-US" sz="1700" b="0" dirty="0">
              <a:effectLst/>
            </a:endParaRPr>
          </a:p>
          <a:p>
            <a:pPr marL="1257300" rtl="0">
              <a:spcBef>
                <a:spcPts val="1000"/>
              </a:spcBef>
              <a:buNone/>
            </a:pP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MATCH (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na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 {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name:'Napolitana</a:t>
            </a:r>
            <a:r>
              <a:rPr lang="en-US" sz="1700" b="0" i="0" u="none" strike="noStrike" dirty="0">
                <a:effectLst/>
                <a:latin typeface="Trebuchet MS" panose="020B0703020202090204" pitchFamily="34" charset="0"/>
              </a:rPr>
              <a:t>'}) SET </a:t>
            </a:r>
            <a:r>
              <a:rPr lang="en-US" sz="1700" b="0" i="0" u="none" strike="noStrike" dirty="0" err="1">
                <a:effectLst/>
                <a:latin typeface="Trebuchet MS" panose="020B0703020202090204" pitchFamily="34" charset="0"/>
              </a:rPr>
              <a:t>na:Food</a:t>
            </a:r>
            <a:endParaRPr lang="en-US" sz="1700" b="0" dirty="0">
              <a:effectLst/>
            </a:endParaRPr>
          </a:p>
          <a:p>
            <a:endParaRPr lang="en-AR" sz="1700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1E1CF29E-A6D9-5C6E-512F-489BE786F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9502" y="1709603"/>
            <a:ext cx="3615776" cy="345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071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3" name="Rectangle 1639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5" name="Rectangle 1639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7" name="Rectangle 1639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99" name="Freeform: Shape 1639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401" name="Rectangle 1640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B9930-59EC-BE29-9FC7-C3C0B248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R" sz="4000">
                <a:solidFill>
                  <a:srgbClr val="FFFFFF"/>
                </a:solidFill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E5E1A-210E-9F94-1C6E-23F6D11D2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  <a:latin typeface="Trebuchet MS" panose="020B0703020202090204" pitchFamily="34" charset="0"/>
              </a:rPr>
              <a:t>Ahora vamos a establecer una relación entre dos nodos</a:t>
            </a:r>
            <a:endParaRPr lang="en-US" sz="2000" b="0" i="0" u="none" strike="noStrike">
              <a:effectLst/>
              <a:latin typeface="Noto Sans Symbols"/>
            </a:endParaRPr>
          </a:p>
          <a:p>
            <a:pPr marL="457200" rtl="0">
              <a:spcBef>
                <a:spcPts val="1000"/>
              </a:spcBef>
              <a:buNone/>
            </a:pPr>
            <a:r>
              <a:rPr lang="en-US" sz="2000" b="1" i="0" u="none" strike="noStrike">
                <a:effectLst/>
                <a:latin typeface="Trebuchet MS" panose="020B0703020202090204" pitchFamily="34" charset="0"/>
              </a:rPr>
              <a:t>MATCH (o {name:'Óscar'}), (c {name:'Coffee'}) </a:t>
            </a:r>
            <a:br>
              <a:rPr lang="en-US" sz="20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>
                <a:effectLst/>
                <a:latin typeface="Trebuchet MS" panose="020B0703020202090204" pitchFamily="34" charset="0"/>
              </a:rPr>
              <a:t>CREATE (o)-[:ADDICTED_TO]-&gt;(c)</a:t>
            </a:r>
            <a:endParaRPr lang="en-US" sz="2000" b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>
                <a:effectLst/>
                <a:latin typeface="Trebuchet MS" panose="020B0703020202090204" pitchFamily="34" charset="0"/>
              </a:rPr>
              <a:t>Podemos crear relaciones entre nodos de forma simultánea:</a:t>
            </a:r>
            <a:endParaRPr lang="en-US" sz="2000" b="0" i="0" u="none" strike="noStrike">
              <a:effectLst/>
              <a:latin typeface="Noto Sans Symbols"/>
            </a:endParaRPr>
          </a:p>
          <a:p>
            <a:pPr>
              <a:buNone/>
            </a:pPr>
            <a:r>
              <a:rPr lang="en-US" sz="2000" b="1" i="0" u="none" strike="noStrike">
                <a:effectLst/>
                <a:latin typeface="Trebuchet MS" panose="020B0703020202090204" pitchFamily="34" charset="0"/>
              </a:rPr>
              <a:t>MATCH (p:Person), (f:Food) </a:t>
            </a:r>
            <a:br>
              <a:rPr lang="en-US" sz="20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>
                <a:effectLst/>
                <a:latin typeface="Trebuchet MS" panose="020B0703020202090204" pitchFamily="34" charset="0"/>
              </a:rPr>
              <a:t>CREATE (p)-[:CONSUME]-&gt;(f)</a:t>
            </a:r>
            <a:endParaRPr lang="en-AR" sz="200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E924553-673F-98CA-852F-B074381E9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9502" y="1627051"/>
            <a:ext cx="3615776" cy="361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61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21" name="Rectangle 174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23" name="Freeform: Shape 174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425" name="Rectangle 174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F76CE-889E-068D-C553-24BD3B0D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R" sz="4000">
                <a:solidFill>
                  <a:srgbClr val="FFFFFF"/>
                </a:solidFill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4E981-E8A4-6BC4-0271-BE1FA50FC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effectLst/>
                <a:latin typeface="Trebuchet MS" panose="020B0703020202090204" pitchFamily="34" charset="0"/>
              </a:rPr>
              <a:t>Creemos una relación bidireccional:</a:t>
            </a:r>
            <a:endParaRPr lang="en-US" sz="1400" b="0" i="0" u="none" strike="noStrike">
              <a:effectLst/>
              <a:latin typeface="Noto Sans Symbols"/>
            </a:endParaRPr>
          </a:p>
          <a:p>
            <a:pPr rtl="0">
              <a:spcBef>
                <a:spcPts val="1000"/>
              </a:spcBef>
              <a:buNone/>
            </a:pP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MATCH (a:Person), (b:Person)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WHERE a.name = 'Óscar' AND b.name = 'Vanessa'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CREATE (a)-[:KNOWS]-&gt;(b), (b)-[:KNOWS]-&gt;(a)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endParaRPr lang="en-US" sz="1400" b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effectLst/>
                <a:latin typeface="Trebuchet MS" panose="020B0703020202090204" pitchFamily="34" charset="0"/>
              </a:rPr>
              <a:t>También podemos crear un par de nodos y relacionarlos en un sólo bloque:</a:t>
            </a:r>
            <a:endParaRPr lang="en-US" sz="1400" b="0" i="0" u="none" strike="noStrike">
              <a:effectLst/>
              <a:latin typeface="Noto Sans Symbols"/>
            </a:endParaRPr>
          </a:p>
          <a:p>
            <a:pPr>
              <a:buNone/>
            </a:pP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CREATE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    (sug:Ingredient {name:'Sugar', type:'Liquid'}),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        (wat:Ingredient {name:'Water', type:'Liquid’})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WITH sug, wat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MATCH (na {name:'Napolitana'}), (co {name:'Coffee’})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CREATE </a:t>
            </a:r>
            <a:br>
              <a:rPr lang="en-US" sz="1400" b="1" i="0" u="none" strike="noStrike">
                <a:effectLst/>
                <a:latin typeface="Trebuchet MS" panose="020B0703020202090204" pitchFamily="34" charset="0"/>
              </a:rPr>
            </a:br>
            <a:r>
              <a:rPr lang="en-US" sz="1400" b="1" i="0" u="none" strike="noStrike">
                <a:effectLst/>
                <a:latin typeface="Trebuchet MS" panose="020B0703020202090204" pitchFamily="34" charset="0"/>
              </a:rPr>
              <a:t>    (sug)-[:REQUIRED]-&gt;(na), (wat)-[:REQUIRED]-&gt;(co)</a:t>
            </a:r>
            <a:endParaRPr lang="en-AR" sz="140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9781531-12BF-2C5A-8359-5F8D76163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9502" y="641480"/>
            <a:ext cx="3615776" cy="558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518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899E8-BD98-BE9C-FD4B-B1B8BAE86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R" sz="4000">
                <a:solidFill>
                  <a:srgbClr val="FFFFFF"/>
                </a:solidFill>
              </a:rPr>
              <a:t>Cypher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8D56B-2E38-7CEA-8E50-2907F6DF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rtl="0">
              <a:buNone/>
            </a:pP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Algunas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Alternativas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de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visualización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Todos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los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nodos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con la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misma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etiqueta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: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MATCH (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n:Person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) RETURN n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Un par de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atributos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forma tabular: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MATCH (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n:Person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) RETURN 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n.name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 AS Names, 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n.surname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 AS Surnames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Query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relacional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: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MATCH (o {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name:'Óscar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'})-[:CONSUME]-&gt;(f) RETURN f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La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misma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query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pero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solo un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atributo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en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formato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tabular: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MATCH (o {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name:'Óscar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'})-[:CONSUME]-&gt;(f) RETURN 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f.name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 AS Food</a:t>
            </a:r>
            <a:endParaRPr lang="en-US" sz="2000" b="0" i="0" u="none" strike="noStrike" dirty="0">
              <a:effectLst/>
              <a:latin typeface="Noto Sans Symbols"/>
            </a:endParaRPr>
          </a:p>
          <a:p>
            <a:pPr>
              <a:buNone/>
            </a:pP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Un par de queries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más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. ¿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Qué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Trebuchet MS" panose="020B0703020202090204" pitchFamily="34" charset="0"/>
              </a:rPr>
              <a:t>hacen</a:t>
            </a:r>
            <a:r>
              <a:rPr lang="en-US" sz="2000" b="0" i="0" u="none" strike="noStrike" dirty="0">
                <a:effectLst/>
                <a:latin typeface="Trebuchet MS" panose="020B0703020202090204" pitchFamily="34" charset="0"/>
              </a:rPr>
              <a:t>?:</a:t>
            </a:r>
            <a:br>
              <a:rPr lang="en-US" sz="2000" b="0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MATCH (o {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name:'Óscar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'})-[r]-(f) RETURN type(r)</a:t>
            </a:r>
            <a:br>
              <a:rPr lang="en-US" sz="2000" b="1" i="0" u="none" strike="noStrike" dirty="0">
                <a:effectLst/>
                <a:latin typeface="Trebuchet MS" panose="020B0703020202090204" pitchFamily="34" charset="0"/>
              </a:rPr>
            </a:b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MATCH (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n:Person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) WHERE 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n.name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 = 'Vanessa' RETURN </a:t>
            </a:r>
            <a:r>
              <a:rPr lang="en-US" sz="2000" b="1" i="0" u="none" strike="noStrike" dirty="0" err="1">
                <a:effectLst/>
                <a:latin typeface="Trebuchet MS" panose="020B0703020202090204" pitchFamily="34" charset="0"/>
              </a:rPr>
              <a:t>n.surname</a:t>
            </a:r>
            <a:r>
              <a:rPr lang="en-US" sz="2000" b="1" i="0" u="none" strike="noStrike" dirty="0">
                <a:effectLst/>
                <a:latin typeface="Trebuchet MS" panose="020B0703020202090204" pitchFamily="34" charset="0"/>
              </a:rPr>
              <a:t> AS Surname</a:t>
            </a:r>
            <a:endParaRPr lang="en-AR" sz="2000" dirty="0"/>
          </a:p>
        </p:txBody>
      </p:sp>
    </p:spTree>
    <p:extLst>
      <p:ext uri="{BB962C8B-B14F-4D97-AF65-F5344CB8AC3E}">
        <p14:creationId xmlns:p14="http://schemas.microsoft.com/office/powerpoint/2010/main" val="3429562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15407-05F8-2DE9-F6E3-1D059FE9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AR" dirty="0">
                <a:solidFill>
                  <a:srgbClr val="FFFFFF"/>
                </a:solidFill>
              </a:rPr>
              <a:t>Cypher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333BF1-86F6-9AFC-8AE9-7B90389B6F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43238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6025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3BEE4324150E468E9D56AC1A069CC0" ma:contentTypeVersion="10" ma:contentTypeDescription="Crear nuevo documento." ma:contentTypeScope="" ma:versionID="d38e76179bb4e1368abf06f532a8bd3a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64cf5d609c72c32b085a3a1fb04f870b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ae782e-a2ad-455b-8012-e967b2ff0266" xsi:nil="true"/>
    <lcf76f155ced4ddcb4097134ff3c332f xmlns="88a81109-a086-44ae-a9ae-b48b478270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46EE7C-84A7-46CD-A02E-2441EE9D6197}"/>
</file>

<file path=customXml/itemProps2.xml><?xml version="1.0" encoding="utf-8"?>
<ds:datastoreItem xmlns:ds="http://schemas.openxmlformats.org/officeDocument/2006/customXml" ds:itemID="{D1008B5B-9B84-4C8F-8A26-A576CE466127}"/>
</file>

<file path=customXml/itemProps3.xml><?xml version="1.0" encoding="utf-8"?>
<ds:datastoreItem xmlns:ds="http://schemas.openxmlformats.org/officeDocument/2006/customXml" ds:itemID="{4045DFE0-A905-46A3-95F5-99BFE99BAE21}"/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1989</Words>
  <Application>Microsoft Macintosh PowerPoint</Application>
  <PresentationFormat>Widescreen</PresentationFormat>
  <Paragraphs>165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Noto Sans Symbols</vt:lpstr>
      <vt:lpstr>Trebuchet MS</vt:lpstr>
      <vt:lpstr>Verdana</vt:lpstr>
      <vt:lpstr>Office Theme</vt:lpstr>
      <vt:lpstr>Bases de Datos Orientadas a Grafos</vt:lpstr>
      <vt:lpstr>Bases de Datos orientadas a Grafos</vt:lpstr>
      <vt:lpstr>Bases de Datos Orientadas a Grafos</vt:lpstr>
      <vt:lpstr>Para que usamos Grafos?</vt:lpstr>
      <vt:lpstr>Ventajas</vt:lpstr>
      <vt:lpstr>“Navegar relaciones se parece a cómo pensamos los problemas” </vt:lpstr>
      <vt:lpstr>Como es en Neo4j?</vt:lpstr>
      <vt:lpstr>Modelo Interno (Native Graph Storage)</vt:lpstr>
      <vt:lpstr>Cuando NO usarlas</vt:lpstr>
      <vt:lpstr>Pero si hablamos de relaciones por que no un RDBMS???</vt:lpstr>
      <vt:lpstr>PowerPoint Presentation</vt:lpstr>
      <vt:lpstr>¿Cómo analizamos las bases de grafos? </vt:lpstr>
      <vt:lpstr>Bases de Datos Orientadas a Grafos</vt:lpstr>
      <vt:lpstr>PowerPoint Presentation</vt:lpstr>
      <vt:lpstr>PowerPoint Presentation</vt:lpstr>
      <vt:lpstr>PowerPoint Presentation</vt:lpstr>
      <vt:lpstr>Clustering</vt:lpstr>
      <vt:lpstr>Cypher</vt:lpstr>
      <vt:lpstr>Cypher</vt:lpstr>
      <vt:lpstr>Cypher</vt:lpstr>
      <vt:lpstr>Cypher</vt:lpstr>
      <vt:lpstr>Cypher</vt:lpstr>
      <vt:lpstr>Cypher</vt:lpstr>
      <vt:lpstr>Cypher</vt:lpstr>
      <vt:lpstr>Cypher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Mosquera, Diego</dc:creator>
  <cp:lastModifiedBy>Mosquera, Diego</cp:lastModifiedBy>
  <cp:revision>1</cp:revision>
  <dcterms:created xsi:type="dcterms:W3CDTF">2025-05-04T19:08:29Z</dcterms:created>
  <dcterms:modified xsi:type="dcterms:W3CDTF">2025-05-04T23:56:11Z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  <property fmtid="{D5CDD505-2E9C-101B-9397-08002B2CF9AE}" pid="3" name="MediaServiceImageTags">
    <vt:lpwstr/>
  </property>
</Properties>
</file>